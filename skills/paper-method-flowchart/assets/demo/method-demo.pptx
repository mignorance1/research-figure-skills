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7620000"/>
  <p:notesSz cx="7620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Illustrative method schematic. Signals, candidate states, memberships, spectra and candidate scores demonstrate visual grammar. Replace the model, constraints, measurements and selection rule with the current scientific method. Objects and arrows are editable; ch C uses the same font size as ch 1 and ch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grpSp>
        <p:nvGrpSpPr>
          <p:cNvPr id="2430" name="01 Candidate representations"/>
          <p:cNvGrpSpPr/>
          <p:nvPr/>
        </p:nvGrpSpPr>
        <p:grpSpPr>
          <a:xfrm>
            <a:off x="171450" y="171450"/>
            <a:ext cx="4324350" cy="4524375"/>
            <a:chOff x="171450" y="171450"/>
            <a:chExt cx="4324350" cy="4524375"/>
          </a:xfrm>
        </p:grpSpPr>
        <p:sp>
          <p:nvSpPr>
            <p:cNvPr id="2" name="panel1__rect_1"/>
            <p:cNvSpPr/>
            <p:nvPr/>
          </p:nvSpPr>
          <p:spPr>
            <a:xfrm>
              <a:off x="171450" y="171450"/>
              <a:ext cx="4324350" cy="4524375"/>
            </a:xfrm>
            <a:prstGeom prst="roundRect">
              <a:avLst>
                <a:gd name="adj" fmla="val 2115"/>
              </a:avLst>
            </a:prstGeom>
            <a:solidFill>
              <a:srgbClr val="FFFFFF"/>
            </a:solidFill>
            <a:ln w="12859">
              <a:solidFill>
                <a:srgbClr val="284F68"/>
              </a:solidFill>
              <a:prstDash val="dash"/>
            </a:ln>
          </p:spPr>
        </p:sp>
        <p:sp>
          <p:nvSpPr>
            <p:cNvPr id="3" name="panel1__text_2"/>
            <p:cNvSpPr/>
            <p:nvPr/>
          </p:nvSpPr>
          <p:spPr>
            <a:xfrm>
              <a:off x="323850" y="266700"/>
              <a:ext cx="4038600" cy="342900"/>
            </a:xfrm>
            <a:prstGeom prst="rect">
              <a:avLst/>
            </a:prstGeom>
            <a:noFill/>
            <a:ln/>
          </p:spPr>
          <p:txBody>
            <a:bodyPr wrap="none" lIns="0" tIns="0" rIns="0" bIns="0" rtlCol="0" anchor="ctr"/>
            <a:lstStyle/>
            <a:p>
              <a:pPr algn="l" indent="0" marL="0">
                <a:buNone/>
              </a:pPr>
              <a:r>
                <a:rPr lang="en-US" sz="1875" b="1" dirty="0">
                  <a:solidFill>
                    <a:srgbClr val="242B32"/>
                  </a:solidFill>
                  <a:latin typeface="Times New Roman" pitchFamily="34" charset="0"/>
                  <a:ea typeface="Times New Roman" pitchFamily="34" charset="-122"/>
                  <a:cs typeface="Times New Roman" pitchFamily="34" charset="-120"/>
                </a:rPr>
                <a:t>1  Candidate representations</a:t>
              </a:r>
              <a:endParaRPr lang="en-US" sz="1875" dirty="0"/>
            </a:p>
          </p:txBody>
        </p:sp>
        <p:sp>
          <p:nvSpPr>
            <p:cNvPr id="4" name="panel1__text_3"/>
            <p:cNvSpPr/>
            <p:nvPr/>
          </p:nvSpPr>
          <p:spPr>
            <a:xfrm>
              <a:off x="428625" y="847725"/>
              <a:ext cx="1790700" cy="295275"/>
            </a:xfrm>
            <a:prstGeom prst="rect">
              <a:avLst/>
            </a:prstGeom>
            <a:noFill/>
            <a:ln/>
          </p:spPr>
          <p:txBody>
            <a:bodyPr wrap="none" lIns="0" tIns="0" rIns="0" bIns="0" rtlCol="0" anchor="ctr"/>
            <a:lstStyle/>
            <a:p>
              <a:pPr algn="ctr" indent="0" marL="0">
                <a:buNone/>
              </a:pPr>
              <a:r>
                <a:rPr lang="en-US" sz="1650" dirty="0">
                  <a:solidFill>
                    <a:srgbClr val="242B32"/>
                  </a:solidFill>
                  <a:latin typeface="Times New Roman" pitchFamily="34" charset="0"/>
                  <a:ea typeface="Times New Roman" pitchFamily="34" charset="-122"/>
                  <a:cs typeface="Times New Roman" pitchFamily="34" charset="-120"/>
                </a:rPr>
                <a:t>Observations  </a:t>
              </a:r>
              <a:pPr algn="ctr" indent="0" marL="0">
                <a:buNone/>
              </a:pPr>
              <a:r>
                <a:rPr lang="en-US" sz="1650" b="1" dirty="0">
                  <a:solidFill>
                    <a:srgbClr val="242B32"/>
                  </a:solidFill>
                  <a:latin typeface="Times New Roman" pitchFamily="34" charset="0"/>
                  <a:ea typeface="Times New Roman" pitchFamily="34" charset="-122"/>
                  <a:cs typeface="Times New Roman" pitchFamily="34" charset="-120"/>
                </a:rPr>
                <a:t>X</a:t>
              </a:r>
              <a:endParaRPr lang="en-US" sz="1650" dirty="0"/>
            </a:p>
          </p:txBody>
        </p:sp>
        <p:sp>
          <p:nvSpPr>
            <p:cNvPr id="5" name="panel1__text_4"/>
            <p:cNvSpPr/>
            <p:nvPr/>
          </p:nvSpPr>
          <p:spPr>
            <a:xfrm>
              <a:off x="400050" y="1238250"/>
              <a:ext cx="447675" cy="247650"/>
            </a:xfrm>
            <a:prstGeom prst="rect">
              <a:avLst/>
            </a:prstGeom>
            <a:noFill/>
            <a:ln/>
          </p:spPr>
          <p:txBody>
            <a:bodyPr wrap="none" lIns="0" tIns="0" rIns="0" bIns="0" rtlCol="0" anchor="ctr"/>
            <a:lstStyle/>
            <a:p>
              <a:pPr algn="l" indent="0" marL="0">
                <a:buNone/>
              </a:pPr>
              <a:r>
                <a:rPr lang="en-US" sz="1350" dirty="0">
                  <a:solidFill>
                    <a:srgbClr val="242B32"/>
                  </a:solidFill>
                  <a:latin typeface="Times New Roman" pitchFamily="34" charset="0"/>
                  <a:ea typeface="Times New Roman" pitchFamily="34" charset="-122"/>
                  <a:cs typeface="Times New Roman" pitchFamily="34" charset="-120"/>
                </a:rPr>
                <a:t>ch </a:t>
              </a:r>
              <a:pPr algn="l" indent="0" marL="0">
                <a:buNone/>
              </a:pPr>
              <a:r>
                <a:rPr lang="en-US" sz="1350" dirty="0">
                  <a:solidFill>
                    <a:srgbClr val="242B32"/>
                  </a:solidFill>
                  <a:latin typeface="Times New Roman" pitchFamily="34" charset="0"/>
                  <a:ea typeface="Times New Roman" pitchFamily="34" charset="-122"/>
                  <a:cs typeface="Times New Roman" pitchFamily="34" charset="-120"/>
                </a:rPr>
                <a:t>1</a:t>
              </a:r>
              <a:endParaRPr lang="en-US" sz="1350" dirty="0"/>
            </a:p>
          </p:txBody>
        </p:sp>
        <p:sp>
          <p:nvSpPr>
            <p:cNvPr id="6" name="panel1__line_5"/>
            <p:cNvSpPr/>
            <p:nvPr/>
          </p:nvSpPr>
          <p:spPr>
            <a:xfrm>
              <a:off x="866775" y="1390650"/>
              <a:ext cx="1333500" cy="0"/>
            </a:xfrm>
            <a:prstGeom prst="line">
              <a:avLst/>
            </a:prstGeom>
            <a:noFill/>
            <a:ln w="6191">
              <a:solidFill>
                <a:srgbClr val="DDE2E6"/>
              </a:solidFill>
              <a:prstDash val="solid"/>
            </a:ln>
          </p:spPr>
        </p:sp>
        <p:sp>
          <p:nvSpPr>
            <p:cNvPr id="7" name="panel1__line_6"/>
            <p:cNvSpPr/>
            <p:nvPr/>
          </p:nvSpPr>
          <p:spPr>
            <a:xfrm>
              <a:off x="866775" y="1282993"/>
              <a:ext cx="18782" cy="22290"/>
            </a:xfrm>
            <a:prstGeom prst="line">
              <a:avLst/>
            </a:prstGeom>
            <a:noFill/>
            <a:ln w="14288">
              <a:solidFill>
                <a:srgbClr val="0F4D92"/>
              </a:solidFill>
              <a:prstDash val="solid"/>
            </a:ln>
          </p:spPr>
        </p:sp>
        <p:sp>
          <p:nvSpPr>
            <p:cNvPr id="8" name="panel1__line_7"/>
            <p:cNvSpPr/>
            <p:nvPr/>
          </p:nvSpPr>
          <p:spPr>
            <a:xfrm>
              <a:off x="885557" y="1305283"/>
              <a:ext cx="18782" cy="50748"/>
            </a:xfrm>
            <a:prstGeom prst="line">
              <a:avLst/>
            </a:prstGeom>
            <a:noFill/>
            <a:ln w="14288">
              <a:solidFill>
                <a:srgbClr val="0F4D92"/>
              </a:solidFill>
              <a:prstDash val="solid"/>
            </a:ln>
          </p:spPr>
        </p:sp>
        <p:sp>
          <p:nvSpPr>
            <p:cNvPr id="9" name="panel1__line_8"/>
            <p:cNvSpPr/>
            <p:nvPr/>
          </p:nvSpPr>
          <p:spPr>
            <a:xfrm>
              <a:off x="904338" y="1356031"/>
              <a:ext cx="18782" cy="50016"/>
            </a:xfrm>
            <a:prstGeom prst="line">
              <a:avLst/>
            </a:prstGeom>
            <a:noFill/>
            <a:ln w="14288">
              <a:solidFill>
                <a:srgbClr val="0F4D92"/>
              </a:solidFill>
              <a:prstDash val="solid"/>
            </a:ln>
          </p:spPr>
        </p:sp>
        <p:sp>
          <p:nvSpPr>
            <p:cNvPr id="10" name="panel1__line_9"/>
            <p:cNvSpPr/>
            <p:nvPr/>
          </p:nvSpPr>
          <p:spPr>
            <a:xfrm>
              <a:off x="923120" y="1406047"/>
              <a:ext cx="18782" cy="23506"/>
            </a:xfrm>
            <a:prstGeom prst="line">
              <a:avLst/>
            </a:prstGeom>
            <a:noFill/>
            <a:ln w="14288">
              <a:solidFill>
                <a:srgbClr val="0F4D92"/>
              </a:solidFill>
              <a:prstDash val="solid"/>
            </a:ln>
          </p:spPr>
        </p:sp>
        <p:sp>
          <p:nvSpPr>
            <p:cNvPr id="11" name="panel1__line_10"/>
            <p:cNvSpPr/>
            <p:nvPr/>
          </p:nvSpPr>
          <p:spPr>
            <a:xfrm flipV="1">
              <a:off x="941902" y="1422957"/>
              <a:ext cx="18782" cy="6596"/>
            </a:xfrm>
            <a:prstGeom prst="line">
              <a:avLst/>
            </a:prstGeom>
            <a:noFill/>
            <a:ln w="14288">
              <a:solidFill>
                <a:srgbClr val="0F4D92"/>
              </a:solidFill>
              <a:prstDash val="solid"/>
            </a:ln>
          </p:spPr>
        </p:sp>
        <p:sp>
          <p:nvSpPr>
            <p:cNvPr id="12" name="panel1__line_11"/>
            <p:cNvSpPr/>
            <p:nvPr/>
          </p:nvSpPr>
          <p:spPr>
            <a:xfrm flipV="1">
              <a:off x="960683" y="1404426"/>
              <a:ext cx="18782" cy="18531"/>
            </a:xfrm>
            <a:prstGeom prst="line">
              <a:avLst/>
            </a:prstGeom>
            <a:noFill/>
            <a:ln w="14288">
              <a:solidFill>
                <a:srgbClr val="0F4D92"/>
              </a:solidFill>
              <a:prstDash val="solid"/>
            </a:ln>
          </p:spPr>
        </p:sp>
        <p:sp>
          <p:nvSpPr>
            <p:cNvPr id="13" name="panel1__line_12"/>
            <p:cNvSpPr/>
            <p:nvPr/>
          </p:nvSpPr>
          <p:spPr>
            <a:xfrm flipV="1">
              <a:off x="979465" y="1395791"/>
              <a:ext cx="18782" cy="8635"/>
            </a:xfrm>
            <a:prstGeom prst="line">
              <a:avLst/>
            </a:prstGeom>
            <a:noFill/>
            <a:ln w="14288">
              <a:solidFill>
                <a:srgbClr val="0F4D92"/>
              </a:solidFill>
              <a:prstDash val="solid"/>
            </a:ln>
          </p:spPr>
        </p:sp>
        <p:sp>
          <p:nvSpPr>
            <p:cNvPr id="14" name="panel1__line_13"/>
            <p:cNvSpPr/>
            <p:nvPr/>
          </p:nvSpPr>
          <p:spPr>
            <a:xfrm>
              <a:off x="998247" y="1395791"/>
              <a:ext cx="18782" cy="8109"/>
            </a:xfrm>
            <a:prstGeom prst="line">
              <a:avLst/>
            </a:prstGeom>
            <a:noFill/>
            <a:ln w="14288">
              <a:solidFill>
                <a:srgbClr val="0F4D92"/>
              </a:solidFill>
              <a:prstDash val="solid"/>
            </a:ln>
          </p:spPr>
        </p:sp>
        <p:sp>
          <p:nvSpPr>
            <p:cNvPr id="15" name="panel1__line_14"/>
            <p:cNvSpPr/>
            <p:nvPr/>
          </p:nvSpPr>
          <p:spPr>
            <a:xfrm>
              <a:off x="1017029" y="1403900"/>
              <a:ext cx="18782" cy="14021"/>
            </a:xfrm>
            <a:prstGeom prst="line">
              <a:avLst/>
            </a:prstGeom>
            <a:noFill/>
            <a:ln w="14288">
              <a:solidFill>
                <a:srgbClr val="0F4D92"/>
              </a:solidFill>
              <a:prstDash val="solid"/>
            </a:ln>
          </p:spPr>
        </p:sp>
        <p:sp>
          <p:nvSpPr>
            <p:cNvPr id="16" name="panel1__line_15"/>
            <p:cNvSpPr/>
            <p:nvPr/>
          </p:nvSpPr>
          <p:spPr>
            <a:xfrm>
              <a:off x="1035810" y="1417921"/>
              <a:ext cx="18782" cy="5430"/>
            </a:xfrm>
            <a:prstGeom prst="line">
              <a:avLst/>
            </a:prstGeom>
            <a:noFill/>
            <a:ln w="14288">
              <a:solidFill>
                <a:srgbClr val="0F4D92"/>
              </a:solidFill>
              <a:prstDash val="solid"/>
            </a:ln>
          </p:spPr>
        </p:sp>
        <p:sp>
          <p:nvSpPr>
            <p:cNvPr id="17" name="panel1__line_16"/>
            <p:cNvSpPr/>
            <p:nvPr/>
          </p:nvSpPr>
          <p:spPr>
            <a:xfrm flipV="1">
              <a:off x="1054592" y="1417744"/>
              <a:ext cx="18782" cy="5607"/>
            </a:xfrm>
            <a:prstGeom prst="line">
              <a:avLst/>
            </a:prstGeom>
            <a:noFill/>
            <a:ln w="14288">
              <a:solidFill>
                <a:srgbClr val="0F4D92"/>
              </a:solidFill>
              <a:prstDash val="solid"/>
            </a:ln>
          </p:spPr>
        </p:sp>
        <p:sp>
          <p:nvSpPr>
            <p:cNvPr id="18" name="panel1__line_17"/>
            <p:cNvSpPr/>
            <p:nvPr/>
          </p:nvSpPr>
          <p:spPr>
            <a:xfrm flipV="1">
              <a:off x="1073374" y="1412355"/>
              <a:ext cx="18782" cy="5389"/>
            </a:xfrm>
            <a:prstGeom prst="line">
              <a:avLst/>
            </a:prstGeom>
            <a:noFill/>
            <a:ln w="14288">
              <a:solidFill>
                <a:srgbClr val="0F4D92"/>
              </a:solidFill>
              <a:prstDash val="solid"/>
            </a:ln>
          </p:spPr>
        </p:sp>
        <p:sp>
          <p:nvSpPr>
            <p:cNvPr id="19" name="panel1__line_18"/>
            <p:cNvSpPr/>
            <p:nvPr/>
          </p:nvSpPr>
          <p:spPr>
            <a:xfrm>
              <a:off x="1092155" y="1412355"/>
              <a:ext cx="18782" cy="6059"/>
            </a:xfrm>
            <a:prstGeom prst="line">
              <a:avLst/>
            </a:prstGeom>
            <a:noFill/>
            <a:ln w="14288">
              <a:solidFill>
                <a:srgbClr val="0F4D92"/>
              </a:solidFill>
              <a:prstDash val="solid"/>
            </a:ln>
          </p:spPr>
        </p:sp>
        <p:sp>
          <p:nvSpPr>
            <p:cNvPr id="20" name="panel1__line_19"/>
            <p:cNvSpPr/>
            <p:nvPr/>
          </p:nvSpPr>
          <p:spPr>
            <a:xfrm>
              <a:off x="1110937" y="1418414"/>
              <a:ext cx="18782" cy="13979"/>
            </a:xfrm>
            <a:prstGeom prst="line">
              <a:avLst/>
            </a:prstGeom>
            <a:noFill/>
            <a:ln w="14288">
              <a:solidFill>
                <a:srgbClr val="0F4D92"/>
              </a:solidFill>
              <a:prstDash val="solid"/>
            </a:ln>
          </p:spPr>
        </p:sp>
        <p:sp>
          <p:nvSpPr>
            <p:cNvPr id="21" name="panel1__line_20"/>
            <p:cNvSpPr/>
            <p:nvPr/>
          </p:nvSpPr>
          <p:spPr>
            <a:xfrm>
              <a:off x="1129719" y="1432393"/>
              <a:ext cx="18782" cy="3665"/>
            </a:xfrm>
            <a:prstGeom prst="line">
              <a:avLst/>
            </a:prstGeom>
            <a:noFill/>
            <a:ln w="14288">
              <a:solidFill>
                <a:srgbClr val="0F4D92"/>
              </a:solidFill>
              <a:prstDash val="solid"/>
            </a:ln>
          </p:spPr>
        </p:sp>
        <p:sp>
          <p:nvSpPr>
            <p:cNvPr id="22" name="panel1__line_21"/>
            <p:cNvSpPr/>
            <p:nvPr/>
          </p:nvSpPr>
          <p:spPr>
            <a:xfrm flipV="1">
              <a:off x="1148500" y="1412845"/>
              <a:ext cx="18782" cy="23213"/>
            </a:xfrm>
            <a:prstGeom prst="line">
              <a:avLst/>
            </a:prstGeom>
            <a:noFill/>
            <a:ln w="14288">
              <a:solidFill>
                <a:srgbClr val="0F4D92"/>
              </a:solidFill>
              <a:prstDash val="solid"/>
            </a:ln>
          </p:spPr>
        </p:sp>
        <p:sp>
          <p:nvSpPr>
            <p:cNvPr id="23" name="panel1__line_22"/>
            <p:cNvSpPr/>
            <p:nvPr/>
          </p:nvSpPr>
          <p:spPr>
            <a:xfrm flipV="1">
              <a:off x="1167282" y="1365688"/>
              <a:ext cx="18782" cy="47157"/>
            </a:xfrm>
            <a:prstGeom prst="line">
              <a:avLst/>
            </a:prstGeom>
            <a:noFill/>
            <a:ln w="14288">
              <a:solidFill>
                <a:srgbClr val="0F4D92"/>
              </a:solidFill>
              <a:prstDash val="solid"/>
            </a:ln>
          </p:spPr>
        </p:sp>
        <p:sp>
          <p:nvSpPr>
            <p:cNvPr id="24" name="panel1__line_23"/>
            <p:cNvSpPr/>
            <p:nvPr/>
          </p:nvSpPr>
          <p:spPr>
            <a:xfrm flipV="1">
              <a:off x="1186064" y="1318853"/>
              <a:ext cx="18782" cy="46835"/>
            </a:xfrm>
            <a:prstGeom prst="line">
              <a:avLst/>
            </a:prstGeom>
            <a:noFill/>
            <a:ln w="14288">
              <a:solidFill>
                <a:srgbClr val="0F4D92"/>
              </a:solidFill>
              <a:prstDash val="solid"/>
            </a:ln>
          </p:spPr>
        </p:sp>
        <p:sp>
          <p:nvSpPr>
            <p:cNvPr id="25" name="panel1__line_24"/>
            <p:cNvSpPr/>
            <p:nvPr/>
          </p:nvSpPr>
          <p:spPr>
            <a:xfrm flipV="1">
              <a:off x="1204845" y="1300505"/>
              <a:ext cx="18782" cy="18348"/>
            </a:xfrm>
            <a:prstGeom prst="line">
              <a:avLst/>
            </a:prstGeom>
            <a:noFill/>
            <a:ln w="14288">
              <a:solidFill>
                <a:srgbClr val="0F4D92"/>
              </a:solidFill>
              <a:prstDash val="solid"/>
            </a:ln>
          </p:spPr>
        </p:sp>
        <p:sp>
          <p:nvSpPr>
            <p:cNvPr id="26" name="panel1__line_25"/>
            <p:cNvSpPr/>
            <p:nvPr/>
          </p:nvSpPr>
          <p:spPr>
            <a:xfrm>
              <a:off x="1223627" y="1300505"/>
              <a:ext cx="18782" cy="20061"/>
            </a:xfrm>
            <a:prstGeom prst="line">
              <a:avLst/>
            </a:prstGeom>
            <a:noFill/>
            <a:ln w="14288">
              <a:solidFill>
                <a:srgbClr val="0F4D92"/>
              </a:solidFill>
              <a:prstDash val="solid"/>
            </a:ln>
          </p:spPr>
        </p:sp>
        <p:sp>
          <p:nvSpPr>
            <p:cNvPr id="27" name="panel1__line_26"/>
            <p:cNvSpPr/>
            <p:nvPr/>
          </p:nvSpPr>
          <p:spPr>
            <a:xfrm>
              <a:off x="1242409" y="1320567"/>
              <a:ext cx="18782" cy="42656"/>
            </a:xfrm>
            <a:prstGeom prst="line">
              <a:avLst/>
            </a:prstGeom>
            <a:noFill/>
            <a:ln w="14288">
              <a:solidFill>
                <a:srgbClr val="0F4D92"/>
              </a:solidFill>
              <a:prstDash val="solid"/>
            </a:ln>
          </p:spPr>
        </p:sp>
        <p:sp>
          <p:nvSpPr>
            <p:cNvPr id="28" name="panel1__line_27"/>
            <p:cNvSpPr/>
            <p:nvPr/>
          </p:nvSpPr>
          <p:spPr>
            <a:xfrm>
              <a:off x="1261190" y="1363223"/>
              <a:ext cx="18782" cy="37272"/>
            </a:xfrm>
            <a:prstGeom prst="line">
              <a:avLst/>
            </a:prstGeom>
            <a:noFill/>
            <a:ln w="14288">
              <a:solidFill>
                <a:srgbClr val="0F4D92"/>
              </a:solidFill>
              <a:prstDash val="solid"/>
            </a:ln>
          </p:spPr>
        </p:sp>
        <p:sp>
          <p:nvSpPr>
            <p:cNvPr id="29" name="panel1__line_28"/>
            <p:cNvSpPr/>
            <p:nvPr/>
          </p:nvSpPr>
          <p:spPr>
            <a:xfrm>
              <a:off x="1279972" y="1400495"/>
              <a:ext cx="18782" cy="14041"/>
            </a:xfrm>
            <a:prstGeom prst="line">
              <a:avLst/>
            </a:prstGeom>
            <a:noFill/>
            <a:ln w="14288">
              <a:solidFill>
                <a:srgbClr val="0F4D92"/>
              </a:solidFill>
              <a:prstDash val="solid"/>
            </a:ln>
          </p:spPr>
        </p:sp>
        <p:sp>
          <p:nvSpPr>
            <p:cNvPr id="30" name="panel1__line_29"/>
            <p:cNvSpPr/>
            <p:nvPr/>
          </p:nvSpPr>
          <p:spPr>
            <a:xfrm flipV="1">
              <a:off x="1298754" y="1409062"/>
              <a:ext cx="18782" cy="5474"/>
            </a:xfrm>
            <a:prstGeom prst="line">
              <a:avLst/>
            </a:prstGeom>
            <a:noFill/>
            <a:ln w="14288">
              <a:solidFill>
                <a:srgbClr val="0F4D92"/>
              </a:solidFill>
              <a:prstDash val="solid"/>
            </a:ln>
          </p:spPr>
        </p:sp>
        <p:sp>
          <p:nvSpPr>
            <p:cNvPr id="31" name="panel1__line_30"/>
            <p:cNvSpPr/>
            <p:nvPr/>
          </p:nvSpPr>
          <p:spPr>
            <a:xfrm flipV="1">
              <a:off x="1317536" y="1401075"/>
              <a:ext cx="18782" cy="7987"/>
            </a:xfrm>
            <a:prstGeom prst="line">
              <a:avLst/>
            </a:prstGeom>
            <a:noFill/>
            <a:ln w="14288">
              <a:solidFill>
                <a:srgbClr val="0F4D92"/>
              </a:solidFill>
              <a:prstDash val="solid"/>
            </a:ln>
          </p:spPr>
        </p:sp>
        <p:sp>
          <p:nvSpPr>
            <p:cNvPr id="32" name="panel1__line_31"/>
            <p:cNvSpPr/>
            <p:nvPr/>
          </p:nvSpPr>
          <p:spPr>
            <a:xfrm>
              <a:off x="1336317" y="1401075"/>
              <a:ext cx="18782" cy="1325"/>
            </a:xfrm>
            <a:prstGeom prst="line">
              <a:avLst/>
            </a:prstGeom>
            <a:noFill/>
            <a:ln w="14288">
              <a:solidFill>
                <a:srgbClr val="0F4D92"/>
              </a:solidFill>
              <a:prstDash val="solid"/>
            </a:ln>
          </p:spPr>
        </p:sp>
        <p:sp>
          <p:nvSpPr>
            <p:cNvPr id="33" name="panel1__line_32"/>
            <p:cNvSpPr/>
            <p:nvPr/>
          </p:nvSpPr>
          <p:spPr>
            <a:xfrm>
              <a:off x="1355099" y="1402399"/>
              <a:ext cx="18782" cy="6849"/>
            </a:xfrm>
            <a:prstGeom prst="line">
              <a:avLst/>
            </a:prstGeom>
            <a:noFill/>
            <a:ln w="14288">
              <a:solidFill>
                <a:srgbClr val="0F4D92"/>
              </a:solidFill>
              <a:prstDash val="solid"/>
            </a:ln>
          </p:spPr>
        </p:sp>
        <p:sp>
          <p:nvSpPr>
            <p:cNvPr id="34" name="panel1__line_33"/>
            <p:cNvSpPr/>
            <p:nvPr/>
          </p:nvSpPr>
          <p:spPr>
            <a:xfrm flipV="1">
              <a:off x="1373881" y="1409177"/>
              <a:ext cx="18782" cy="72"/>
            </a:xfrm>
            <a:prstGeom prst="line">
              <a:avLst/>
            </a:prstGeom>
            <a:noFill/>
            <a:ln w="14288">
              <a:solidFill>
                <a:srgbClr val="0F4D92"/>
              </a:solidFill>
              <a:prstDash val="solid"/>
            </a:ln>
          </p:spPr>
        </p:sp>
        <p:sp>
          <p:nvSpPr>
            <p:cNvPr id="35" name="panel1__line_34"/>
            <p:cNvSpPr/>
            <p:nvPr/>
          </p:nvSpPr>
          <p:spPr>
            <a:xfrm flipV="1">
              <a:off x="1392662" y="1397276"/>
              <a:ext cx="18782" cy="11901"/>
            </a:xfrm>
            <a:prstGeom prst="line">
              <a:avLst/>
            </a:prstGeom>
            <a:noFill/>
            <a:ln w="14288">
              <a:solidFill>
                <a:srgbClr val="0F4D92"/>
              </a:solidFill>
              <a:prstDash val="solid"/>
            </a:ln>
          </p:spPr>
        </p:sp>
        <p:sp>
          <p:nvSpPr>
            <p:cNvPr id="36" name="panel1__line_35"/>
            <p:cNvSpPr/>
            <p:nvPr/>
          </p:nvSpPr>
          <p:spPr>
            <a:xfrm flipV="1">
              <a:off x="1411444" y="1384322"/>
              <a:ext cx="18782" cy="12955"/>
            </a:xfrm>
            <a:prstGeom prst="line">
              <a:avLst/>
            </a:prstGeom>
            <a:noFill/>
            <a:ln w="14288">
              <a:solidFill>
                <a:srgbClr val="0F4D92"/>
              </a:solidFill>
              <a:prstDash val="solid"/>
            </a:ln>
          </p:spPr>
        </p:sp>
        <p:sp>
          <p:nvSpPr>
            <p:cNvPr id="37" name="panel1__line_36"/>
            <p:cNvSpPr/>
            <p:nvPr/>
          </p:nvSpPr>
          <p:spPr>
            <a:xfrm>
              <a:off x="1430226" y="1384322"/>
              <a:ext cx="18782" cy="3281"/>
            </a:xfrm>
            <a:prstGeom prst="line">
              <a:avLst/>
            </a:prstGeom>
            <a:noFill/>
            <a:ln w="14288">
              <a:solidFill>
                <a:srgbClr val="0F4D92"/>
              </a:solidFill>
              <a:prstDash val="solid"/>
            </a:ln>
          </p:spPr>
        </p:sp>
        <p:sp>
          <p:nvSpPr>
            <p:cNvPr id="38" name="panel1__line_37"/>
            <p:cNvSpPr/>
            <p:nvPr/>
          </p:nvSpPr>
          <p:spPr>
            <a:xfrm>
              <a:off x="1449007" y="1387603"/>
              <a:ext cx="18782" cy="25028"/>
            </a:xfrm>
            <a:prstGeom prst="line">
              <a:avLst/>
            </a:prstGeom>
            <a:noFill/>
            <a:ln w="14288">
              <a:solidFill>
                <a:srgbClr val="0F4D92"/>
              </a:solidFill>
              <a:prstDash val="solid"/>
            </a:ln>
          </p:spPr>
        </p:sp>
        <p:sp>
          <p:nvSpPr>
            <p:cNvPr id="39" name="panel1__line_38"/>
            <p:cNvSpPr/>
            <p:nvPr/>
          </p:nvSpPr>
          <p:spPr>
            <a:xfrm>
              <a:off x="1467789" y="1412631"/>
              <a:ext cx="18782" cy="31152"/>
            </a:xfrm>
            <a:prstGeom prst="line">
              <a:avLst/>
            </a:prstGeom>
            <a:noFill/>
            <a:ln w="14288">
              <a:solidFill>
                <a:srgbClr val="0F4D92"/>
              </a:solidFill>
              <a:prstDash val="solid"/>
            </a:ln>
          </p:spPr>
        </p:sp>
        <p:sp>
          <p:nvSpPr>
            <p:cNvPr id="40" name="panel1__line_39"/>
            <p:cNvSpPr/>
            <p:nvPr/>
          </p:nvSpPr>
          <p:spPr>
            <a:xfrm>
              <a:off x="1486571" y="1443783"/>
              <a:ext cx="18782" cy="10641"/>
            </a:xfrm>
            <a:prstGeom prst="line">
              <a:avLst/>
            </a:prstGeom>
            <a:noFill/>
            <a:ln w="14288">
              <a:solidFill>
                <a:srgbClr val="0F4D92"/>
              </a:solidFill>
              <a:prstDash val="solid"/>
            </a:ln>
          </p:spPr>
        </p:sp>
        <p:sp>
          <p:nvSpPr>
            <p:cNvPr id="41" name="panel1__line_40"/>
            <p:cNvSpPr/>
            <p:nvPr/>
          </p:nvSpPr>
          <p:spPr>
            <a:xfrm flipV="1">
              <a:off x="1505352" y="1428860"/>
              <a:ext cx="18782" cy="25564"/>
            </a:xfrm>
            <a:prstGeom prst="line">
              <a:avLst/>
            </a:prstGeom>
            <a:noFill/>
            <a:ln w="14288">
              <a:solidFill>
                <a:srgbClr val="0F4D92"/>
              </a:solidFill>
              <a:prstDash val="solid"/>
            </a:ln>
          </p:spPr>
        </p:sp>
        <p:sp>
          <p:nvSpPr>
            <p:cNvPr id="42" name="panel1__line_41"/>
            <p:cNvSpPr/>
            <p:nvPr/>
          </p:nvSpPr>
          <p:spPr>
            <a:xfrm flipV="1">
              <a:off x="1524134" y="1376774"/>
              <a:ext cx="18782" cy="52085"/>
            </a:xfrm>
            <a:prstGeom prst="line">
              <a:avLst/>
            </a:prstGeom>
            <a:noFill/>
            <a:ln w="14288">
              <a:solidFill>
                <a:srgbClr val="0F4D92"/>
              </a:solidFill>
              <a:prstDash val="solid"/>
            </a:ln>
          </p:spPr>
        </p:sp>
        <p:sp>
          <p:nvSpPr>
            <p:cNvPr id="43" name="panel1__line_42"/>
            <p:cNvSpPr/>
            <p:nvPr/>
          </p:nvSpPr>
          <p:spPr>
            <a:xfrm flipV="1">
              <a:off x="1542916" y="1326865"/>
              <a:ext cx="18782" cy="49909"/>
            </a:xfrm>
            <a:prstGeom prst="line">
              <a:avLst/>
            </a:prstGeom>
            <a:noFill/>
            <a:ln w="14288">
              <a:solidFill>
                <a:srgbClr val="0F4D92"/>
              </a:solidFill>
              <a:prstDash val="solid"/>
            </a:ln>
          </p:spPr>
        </p:sp>
        <p:sp>
          <p:nvSpPr>
            <p:cNvPr id="44" name="panel1__line_43"/>
            <p:cNvSpPr/>
            <p:nvPr/>
          </p:nvSpPr>
          <p:spPr>
            <a:xfrm flipV="1">
              <a:off x="1561698" y="1304905"/>
              <a:ext cx="18782" cy="21960"/>
            </a:xfrm>
            <a:prstGeom prst="line">
              <a:avLst/>
            </a:prstGeom>
            <a:noFill/>
            <a:ln w="14288">
              <a:solidFill>
                <a:srgbClr val="0F4D92"/>
              </a:solidFill>
              <a:prstDash val="solid"/>
            </a:ln>
          </p:spPr>
        </p:sp>
        <p:sp>
          <p:nvSpPr>
            <p:cNvPr id="45" name="panel1__line_44"/>
            <p:cNvSpPr/>
            <p:nvPr/>
          </p:nvSpPr>
          <p:spPr>
            <a:xfrm>
              <a:off x="1580479" y="1304905"/>
              <a:ext cx="18782" cy="10360"/>
            </a:xfrm>
            <a:prstGeom prst="line">
              <a:avLst/>
            </a:prstGeom>
            <a:noFill/>
            <a:ln w="14288">
              <a:solidFill>
                <a:srgbClr val="0F4D92"/>
              </a:solidFill>
              <a:prstDash val="solid"/>
            </a:ln>
          </p:spPr>
        </p:sp>
        <p:sp>
          <p:nvSpPr>
            <p:cNvPr id="46" name="panel1__line_45"/>
            <p:cNvSpPr/>
            <p:nvPr/>
          </p:nvSpPr>
          <p:spPr>
            <a:xfrm>
              <a:off x="1599261" y="1315266"/>
              <a:ext cx="18782" cy="26113"/>
            </a:xfrm>
            <a:prstGeom prst="line">
              <a:avLst/>
            </a:prstGeom>
            <a:noFill/>
            <a:ln w="14288">
              <a:solidFill>
                <a:srgbClr val="0F4D92"/>
              </a:solidFill>
              <a:prstDash val="solid"/>
            </a:ln>
          </p:spPr>
        </p:sp>
        <p:sp>
          <p:nvSpPr>
            <p:cNvPr id="47" name="panel1__line_46"/>
            <p:cNvSpPr/>
            <p:nvPr/>
          </p:nvSpPr>
          <p:spPr>
            <a:xfrm>
              <a:off x="1618043" y="1341378"/>
              <a:ext cx="18782" cy="21744"/>
            </a:xfrm>
            <a:prstGeom prst="line">
              <a:avLst/>
            </a:prstGeom>
            <a:noFill/>
            <a:ln w="14288">
              <a:solidFill>
                <a:srgbClr val="0F4D92"/>
              </a:solidFill>
              <a:prstDash val="solid"/>
            </a:ln>
          </p:spPr>
        </p:sp>
        <p:sp>
          <p:nvSpPr>
            <p:cNvPr id="48" name="panel1__line_47"/>
            <p:cNvSpPr/>
            <p:nvPr/>
          </p:nvSpPr>
          <p:spPr>
            <a:xfrm>
              <a:off x="1636824" y="1363122"/>
              <a:ext cx="18782" cy="11008"/>
            </a:xfrm>
            <a:prstGeom prst="line">
              <a:avLst/>
            </a:prstGeom>
            <a:noFill/>
            <a:ln w="14288">
              <a:solidFill>
                <a:srgbClr val="0F4D92"/>
              </a:solidFill>
              <a:prstDash val="solid"/>
            </a:ln>
          </p:spPr>
        </p:sp>
        <p:sp>
          <p:nvSpPr>
            <p:cNvPr id="49" name="panel1__line_48"/>
            <p:cNvSpPr/>
            <p:nvPr/>
          </p:nvSpPr>
          <p:spPr>
            <a:xfrm>
              <a:off x="1655606" y="1374131"/>
              <a:ext cx="18782" cy="9221"/>
            </a:xfrm>
            <a:prstGeom prst="line">
              <a:avLst/>
            </a:prstGeom>
            <a:noFill/>
            <a:ln w="14288">
              <a:solidFill>
                <a:srgbClr val="0F4D92"/>
              </a:solidFill>
              <a:prstDash val="solid"/>
            </a:ln>
          </p:spPr>
        </p:sp>
        <p:sp>
          <p:nvSpPr>
            <p:cNvPr id="50" name="panel1__line_49"/>
            <p:cNvSpPr/>
            <p:nvPr/>
          </p:nvSpPr>
          <p:spPr>
            <a:xfrm>
              <a:off x="1674388" y="1383352"/>
              <a:ext cx="18782" cy="17724"/>
            </a:xfrm>
            <a:prstGeom prst="line">
              <a:avLst/>
            </a:prstGeom>
            <a:noFill/>
            <a:ln w="14288">
              <a:solidFill>
                <a:srgbClr val="0F4D92"/>
              </a:solidFill>
              <a:prstDash val="solid"/>
            </a:ln>
          </p:spPr>
        </p:sp>
        <p:sp>
          <p:nvSpPr>
            <p:cNvPr id="51" name="panel1__line_50"/>
            <p:cNvSpPr/>
            <p:nvPr/>
          </p:nvSpPr>
          <p:spPr>
            <a:xfrm>
              <a:off x="1693169" y="1401076"/>
              <a:ext cx="18782" cy="23595"/>
            </a:xfrm>
            <a:prstGeom prst="line">
              <a:avLst/>
            </a:prstGeom>
            <a:noFill/>
            <a:ln w="14288">
              <a:solidFill>
                <a:srgbClr val="0F4D92"/>
              </a:solidFill>
              <a:prstDash val="solid"/>
            </a:ln>
          </p:spPr>
        </p:sp>
        <p:sp>
          <p:nvSpPr>
            <p:cNvPr id="52" name="panel1__line_51"/>
            <p:cNvSpPr/>
            <p:nvPr/>
          </p:nvSpPr>
          <p:spPr>
            <a:xfrm>
              <a:off x="1711951" y="1424670"/>
              <a:ext cx="18782" cy="14383"/>
            </a:xfrm>
            <a:prstGeom prst="line">
              <a:avLst/>
            </a:prstGeom>
            <a:noFill/>
            <a:ln w="14288">
              <a:solidFill>
                <a:srgbClr val="0F4D92"/>
              </a:solidFill>
              <a:prstDash val="solid"/>
            </a:ln>
          </p:spPr>
        </p:sp>
        <p:sp>
          <p:nvSpPr>
            <p:cNvPr id="53" name="panel1__line_52"/>
            <p:cNvSpPr/>
            <p:nvPr/>
          </p:nvSpPr>
          <p:spPr>
            <a:xfrm flipV="1">
              <a:off x="1730733" y="1431898"/>
              <a:ext cx="18782" cy="7156"/>
            </a:xfrm>
            <a:prstGeom prst="line">
              <a:avLst/>
            </a:prstGeom>
            <a:noFill/>
            <a:ln w="14288">
              <a:solidFill>
                <a:srgbClr val="0F4D92"/>
              </a:solidFill>
              <a:prstDash val="solid"/>
            </a:ln>
          </p:spPr>
        </p:sp>
        <p:sp>
          <p:nvSpPr>
            <p:cNvPr id="54" name="panel1__line_53"/>
            <p:cNvSpPr/>
            <p:nvPr/>
          </p:nvSpPr>
          <p:spPr>
            <a:xfrm flipV="1">
              <a:off x="1749514" y="1408396"/>
              <a:ext cx="18782" cy="23502"/>
            </a:xfrm>
            <a:prstGeom prst="line">
              <a:avLst/>
            </a:prstGeom>
            <a:noFill/>
            <a:ln w="14288">
              <a:solidFill>
                <a:srgbClr val="0F4D92"/>
              </a:solidFill>
              <a:prstDash val="solid"/>
            </a:ln>
          </p:spPr>
        </p:sp>
        <p:sp>
          <p:nvSpPr>
            <p:cNvPr id="55" name="panel1__line_54"/>
            <p:cNvSpPr/>
            <p:nvPr/>
          </p:nvSpPr>
          <p:spPr>
            <a:xfrm flipV="1">
              <a:off x="1768296" y="1389984"/>
              <a:ext cx="18782" cy="18412"/>
            </a:xfrm>
            <a:prstGeom prst="line">
              <a:avLst/>
            </a:prstGeom>
            <a:noFill/>
            <a:ln w="14288">
              <a:solidFill>
                <a:srgbClr val="0F4D92"/>
              </a:solidFill>
              <a:prstDash val="solid"/>
            </a:ln>
          </p:spPr>
        </p:sp>
        <p:sp>
          <p:nvSpPr>
            <p:cNvPr id="56" name="panel1__line_55"/>
            <p:cNvSpPr/>
            <p:nvPr/>
          </p:nvSpPr>
          <p:spPr>
            <a:xfrm>
              <a:off x="1787078" y="1389984"/>
              <a:ext cx="18782" cy="6488"/>
            </a:xfrm>
            <a:prstGeom prst="line">
              <a:avLst/>
            </a:prstGeom>
            <a:noFill/>
            <a:ln w="14288">
              <a:solidFill>
                <a:srgbClr val="0F4D92"/>
              </a:solidFill>
              <a:prstDash val="solid"/>
            </a:ln>
          </p:spPr>
        </p:sp>
        <p:sp>
          <p:nvSpPr>
            <p:cNvPr id="57" name="panel1__line_56"/>
            <p:cNvSpPr/>
            <p:nvPr/>
          </p:nvSpPr>
          <p:spPr>
            <a:xfrm>
              <a:off x="1805860" y="1396472"/>
              <a:ext cx="18782" cy="30858"/>
            </a:xfrm>
            <a:prstGeom prst="line">
              <a:avLst/>
            </a:prstGeom>
            <a:noFill/>
            <a:ln w="14288">
              <a:solidFill>
                <a:srgbClr val="0F4D92"/>
              </a:solidFill>
              <a:prstDash val="solid"/>
            </a:ln>
          </p:spPr>
        </p:sp>
        <p:sp>
          <p:nvSpPr>
            <p:cNvPr id="58" name="panel1__line_57"/>
            <p:cNvSpPr/>
            <p:nvPr/>
          </p:nvSpPr>
          <p:spPr>
            <a:xfrm>
              <a:off x="1824641" y="1427330"/>
              <a:ext cx="18782" cy="32409"/>
            </a:xfrm>
            <a:prstGeom prst="line">
              <a:avLst/>
            </a:prstGeom>
            <a:noFill/>
            <a:ln w="14288">
              <a:solidFill>
                <a:srgbClr val="0F4D92"/>
              </a:solidFill>
              <a:prstDash val="solid"/>
            </a:ln>
          </p:spPr>
        </p:sp>
        <p:sp>
          <p:nvSpPr>
            <p:cNvPr id="59" name="panel1__line_58"/>
            <p:cNvSpPr/>
            <p:nvPr/>
          </p:nvSpPr>
          <p:spPr>
            <a:xfrm>
              <a:off x="1843423" y="1459739"/>
              <a:ext cx="18782" cy="6498"/>
            </a:xfrm>
            <a:prstGeom prst="line">
              <a:avLst/>
            </a:prstGeom>
            <a:noFill/>
            <a:ln w="14288">
              <a:solidFill>
                <a:srgbClr val="0F4D92"/>
              </a:solidFill>
              <a:prstDash val="solid"/>
            </a:ln>
          </p:spPr>
        </p:sp>
        <p:sp>
          <p:nvSpPr>
            <p:cNvPr id="60" name="panel1__line_59"/>
            <p:cNvSpPr/>
            <p:nvPr/>
          </p:nvSpPr>
          <p:spPr>
            <a:xfrm flipV="1">
              <a:off x="1862205" y="1436936"/>
              <a:ext cx="18782" cy="29300"/>
            </a:xfrm>
            <a:prstGeom prst="line">
              <a:avLst/>
            </a:prstGeom>
            <a:noFill/>
            <a:ln w="14288">
              <a:solidFill>
                <a:srgbClr val="0F4D92"/>
              </a:solidFill>
              <a:prstDash val="solid"/>
            </a:ln>
          </p:spPr>
        </p:sp>
        <p:sp>
          <p:nvSpPr>
            <p:cNvPr id="61" name="panel1__line_60"/>
            <p:cNvSpPr/>
            <p:nvPr/>
          </p:nvSpPr>
          <p:spPr>
            <a:xfrm flipV="1">
              <a:off x="1880986" y="1387001"/>
              <a:ext cx="18782" cy="49935"/>
            </a:xfrm>
            <a:prstGeom prst="line">
              <a:avLst/>
            </a:prstGeom>
            <a:noFill/>
            <a:ln w="14288">
              <a:solidFill>
                <a:srgbClr val="0F4D92"/>
              </a:solidFill>
              <a:prstDash val="solid"/>
            </a:ln>
          </p:spPr>
        </p:sp>
        <p:sp>
          <p:nvSpPr>
            <p:cNvPr id="62" name="panel1__line_61"/>
            <p:cNvSpPr/>
            <p:nvPr/>
          </p:nvSpPr>
          <p:spPr>
            <a:xfrm flipV="1">
              <a:off x="1899768" y="1343392"/>
              <a:ext cx="18782" cy="43609"/>
            </a:xfrm>
            <a:prstGeom prst="line">
              <a:avLst/>
            </a:prstGeom>
            <a:noFill/>
            <a:ln w="14288">
              <a:solidFill>
                <a:srgbClr val="0F4D92"/>
              </a:solidFill>
              <a:prstDash val="solid"/>
            </a:ln>
          </p:spPr>
        </p:sp>
        <p:sp>
          <p:nvSpPr>
            <p:cNvPr id="63" name="panel1__line_62"/>
            <p:cNvSpPr/>
            <p:nvPr/>
          </p:nvSpPr>
          <p:spPr>
            <a:xfrm flipV="1">
              <a:off x="1918550" y="1323416"/>
              <a:ext cx="18782" cy="19975"/>
            </a:xfrm>
            <a:prstGeom prst="line">
              <a:avLst/>
            </a:prstGeom>
            <a:noFill/>
            <a:ln w="14288">
              <a:solidFill>
                <a:srgbClr val="0F4D92"/>
              </a:solidFill>
              <a:prstDash val="solid"/>
            </a:ln>
          </p:spPr>
        </p:sp>
        <p:sp>
          <p:nvSpPr>
            <p:cNvPr id="64" name="panel1__line_63"/>
            <p:cNvSpPr/>
            <p:nvPr/>
          </p:nvSpPr>
          <p:spPr>
            <a:xfrm>
              <a:off x="1937331" y="1323416"/>
              <a:ext cx="18782" cy="804"/>
            </a:xfrm>
            <a:prstGeom prst="line">
              <a:avLst/>
            </a:prstGeom>
            <a:noFill/>
            <a:ln w="14288">
              <a:solidFill>
                <a:srgbClr val="0F4D92"/>
              </a:solidFill>
              <a:prstDash val="solid"/>
            </a:ln>
          </p:spPr>
        </p:sp>
        <p:sp>
          <p:nvSpPr>
            <p:cNvPr id="65" name="panel1__line_64"/>
            <p:cNvSpPr/>
            <p:nvPr/>
          </p:nvSpPr>
          <p:spPr>
            <a:xfrm>
              <a:off x="1956113" y="1324221"/>
              <a:ext cx="18782" cy="7004"/>
            </a:xfrm>
            <a:prstGeom prst="line">
              <a:avLst/>
            </a:prstGeom>
            <a:noFill/>
            <a:ln w="14288">
              <a:solidFill>
                <a:srgbClr val="0F4D92"/>
              </a:solidFill>
              <a:prstDash val="solid"/>
            </a:ln>
          </p:spPr>
        </p:sp>
        <p:sp>
          <p:nvSpPr>
            <p:cNvPr id="66" name="panel1__line_65"/>
            <p:cNvSpPr/>
            <p:nvPr/>
          </p:nvSpPr>
          <p:spPr>
            <a:xfrm>
              <a:off x="1974895" y="1331224"/>
              <a:ext cx="18782" cy="4290"/>
            </a:xfrm>
            <a:prstGeom prst="line">
              <a:avLst/>
            </a:prstGeom>
            <a:noFill/>
            <a:ln w="14288">
              <a:solidFill>
                <a:srgbClr val="0F4D92"/>
              </a:solidFill>
              <a:prstDash val="solid"/>
            </a:ln>
          </p:spPr>
        </p:sp>
        <p:sp>
          <p:nvSpPr>
            <p:cNvPr id="67" name="panel1__line_66"/>
            <p:cNvSpPr/>
            <p:nvPr/>
          </p:nvSpPr>
          <p:spPr>
            <a:xfrm>
              <a:off x="1993676" y="1335514"/>
              <a:ext cx="18782" cy="6927"/>
            </a:xfrm>
            <a:prstGeom prst="line">
              <a:avLst/>
            </a:prstGeom>
            <a:noFill/>
            <a:ln w="14288">
              <a:solidFill>
                <a:srgbClr val="0F4D92"/>
              </a:solidFill>
              <a:prstDash val="solid"/>
            </a:ln>
          </p:spPr>
        </p:sp>
        <p:sp>
          <p:nvSpPr>
            <p:cNvPr id="68" name="panel1__line_67"/>
            <p:cNvSpPr/>
            <p:nvPr/>
          </p:nvSpPr>
          <p:spPr>
            <a:xfrm>
              <a:off x="2012458" y="1342441"/>
              <a:ext cx="18782" cy="20799"/>
            </a:xfrm>
            <a:prstGeom prst="line">
              <a:avLst/>
            </a:prstGeom>
            <a:noFill/>
            <a:ln w="14288">
              <a:solidFill>
                <a:srgbClr val="0F4D92"/>
              </a:solidFill>
              <a:prstDash val="solid"/>
            </a:ln>
          </p:spPr>
        </p:sp>
        <p:sp>
          <p:nvSpPr>
            <p:cNvPr id="69" name="panel1__line_68"/>
            <p:cNvSpPr/>
            <p:nvPr/>
          </p:nvSpPr>
          <p:spPr>
            <a:xfrm>
              <a:off x="2031240" y="1363240"/>
              <a:ext cx="18782" cy="35586"/>
            </a:xfrm>
            <a:prstGeom prst="line">
              <a:avLst/>
            </a:prstGeom>
            <a:noFill/>
            <a:ln w="14288">
              <a:solidFill>
                <a:srgbClr val="0F4D92"/>
              </a:solidFill>
              <a:prstDash val="solid"/>
            </a:ln>
          </p:spPr>
        </p:sp>
        <p:sp>
          <p:nvSpPr>
            <p:cNvPr id="70" name="panel1__line_69"/>
            <p:cNvSpPr/>
            <p:nvPr/>
          </p:nvSpPr>
          <p:spPr>
            <a:xfrm>
              <a:off x="2050021" y="1398826"/>
              <a:ext cx="18782" cy="34301"/>
            </a:xfrm>
            <a:prstGeom prst="line">
              <a:avLst/>
            </a:prstGeom>
            <a:noFill/>
            <a:ln w="14288">
              <a:solidFill>
                <a:srgbClr val="0F4D92"/>
              </a:solidFill>
              <a:prstDash val="solid"/>
            </a:ln>
          </p:spPr>
        </p:sp>
        <p:sp>
          <p:nvSpPr>
            <p:cNvPr id="71" name="panel1__line_70"/>
            <p:cNvSpPr/>
            <p:nvPr/>
          </p:nvSpPr>
          <p:spPr>
            <a:xfrm>
              <a:off x="2068803" y="1433127"/>
              <a:ext cx="18782" cy="11155"/>
            </a:xfrm>
            <a:prstGeom prst="line">
              <a:avLst/>
            </a:prstGeom>
            <a:noFill/>
            <a:ln w="14288">
              <a:solidFill>
                <a:srgbClr val="0F4D92"/>
              </a:solidFill>
              <a:prstDash val="solid"/>
            </a:ln>
          </p:spPr>
        </p:sp>
        <p:sp>
          <p:nvSpPr>
            <p:cNvPr id="72" name="panel1__line_71"/>
            <p:cNvSpPr/>
            <p:nvPr/>
          </p:nvSpPr>
          <p:spPr>
            <a:xfrm flipV="1">
              <a:off x="2087585" y="1424346"/>
              <a:ext cx="18782" cy="19936"/>
            </a:xfrm>
            <a:prstGeom prst="line">
              <a:avLst/>
            </a:prstGeom>
            <a:noFill/>
            <a:ln w="14288">
              <a:solidFill>
                <a:srgbClr val="0F4D92"/>
              </a:solidFill>
              <a:prstDash val="solid"/>
            </a:ln>
          </p:spPr>
        </p:sp>
        <p:sp>
          <p:nvSpPr>
            <p:cNvPr id="73" name="panel1__line_72"/>
            <p:cNvSpPr/>
            <p:nvPr/>
          </p:nvSpPr>
          <p:spPr>
            <a:xfrm flipV="1">
              <a:off x="2106367" y="1388876"/>
              <a:ext cx="18782" cy="35470"/>
            </a:xfrm>
            <a:prstGeom prst="line">
              <a:avLst/>
            </a:prstGeom>
            <a:noFill/>
            <a:ln w="14288">
              <a:solidFill>
                <a:srgbClr val="0F4D92"/>
              </a:solidFill>
              <a:prstDash val="solid"/>
            </a:ln>
          </p:spPr>
        </p:sp>
        <p:sp>
          <p:nvSpPr>
            <p:cNvPr id="74" name="panel1__line_73"/>
            <p:cNvSpPr/>
            <p:nvPr/>
          </p:nvSpPr>
          <p:spPr>
            <a:xfrm flipV="1">
              <a:off x="2125148" y="1366196"/>
              <a:ext cx="18782" cy="22680"/>
            </a:xfrm>
            <a:prstGeom prst="line">
              <a:avLst/>
            </a:prstGeom>
            <a:noFill/>
            <a:ln w="14288">
              <a:solidFill>
                <a:srgbClr val="0F4D92"/>
              </a:solidFill>
              <a:prstDash val="solid"/>
            </a:ln>
          </p:spPr>
        </p:sp>
        <p:sp>
          <p:nvSpPr>
            <p:cNvPr id="75" name="panel1__line_74"/>
            <p:cNvSpPr/>
            <p:nvPr/>
          </p:nvSpPr>
          <p:spPr>
            <a:xfrm>
              <a:off x="2143930" y="1366196"/>
              <a:ext cx="18782" cy="8512"/>
            </a:xfrm>
            <a:prstGeom prst="line">
              <a:avLst/>
            </a:prstGeom>
            <a:noFill/>
            <a:ln w="14288">
              <a:solidFill>
                <a:srgbClr val="0F4D92"/>
              </a:solidFill>
              <a:prstDash val="solid"/>
            </a:ln>
          </p:spPr>
        </p:sp>
        <p:sp>
          <p:nvSpPr>
            <p:cNvPr id="76" name="panel1__line_75"/>
            <p:cNvSpPr/>
            <p:nvPr/>
          </p:nvSpPr>
          <p:spPr>
            <a:xfrm>
              <a:off x="2162712" y="1374709"/>
              <a:ext cx="18782" cy="33254"/>
            </a:xfrm>
            <a:prstGeom prst="line">
              <a:avLst/>
            </a:prstGeom>
            <a:noFill/>
            <a:ln w="14288">
              <a:solidFill>
                <a:srgbClr val="0F4D92"/>
              </a:solidFill>
              <a:prstDash val="solid"/>
            </a:ln>
          </p:spPr>
        </p:sp>
        <p:sp>
          <p:nvSpPr>
            <p:cNvPr id="77" name="panel1__line_76"/>
            <p:cNvSpPr/>
            <p:nvPr/>
          </p:nvSpPr>
          <p:spPr>
            <a:xfrm>
              <a:off x="2181493" y="1407963"/>
              <a:ext cx="18782" cy="32625"/>
            </a:xfrm>
            <a:prstGeom prst="line">
              <a:avLst/>
            </a:prstGeom>
            <a:noFill/>
            <a:ln w="14288">
              <a:solidFill>
                <a:srgbClr val="0F4D92"/>
              </a:solidFill>
              <a:prstDash val="solid"/>
            </a:ln>
          </p:spPr>
        </p:sp>
        <p:sp>
          <p:nvSpPr>
            <p:cNvPr id="78" name="panel1__text_77"/>
            <p:cNvSpPr/>
            <p:nvPr/>
          </p:nvSpPr>
          <p:spPr>
            <a:xfrm>
              <a:off x="400050" y="1562100"/>
              <a:ext cx="447675" cy="247650"/>
            </a:xfrm>
            <a:prstGeom prst="rect">
              <a:avLst/>
            </a:prstGeom>
            <a:noFill/>
            <a:ln/>
          </p:spPr>
          <p:txBody>
            <a:bodyPr wrap="none" lIns="0" tIns="0" rIns="0" bIns="0" rtlCol="0" anchor="ctr"/>
            <a:lstStyle/>
            <a:p>
              <a:pPr algn="l" indent="0" marL="0">
                <a:buNone/>
              </a:pPr>
              <a:r>
                <a:rPr lang="en-US" sz="1350" dirty="0">
                  <a:solidFill>
                    <a:srgbClr val="242B32"/>
                  </a:solidFill>
                  <a:latin typeface="Times New Roman" pitchFamily="34" charset="0"/>
                  <a:ea typeface="Times New Roman" pitchFamily="34" charset="-122"/>
                  <a:cs typeface="Times New Roman" pitchFamily="34" charset="-120"/>
                </a:rPr>
                <a:t>ch </a:t>
              </a:r>
              <a:pPr algn="l" indent="0" marL="0">
                <a:buNone/>
              </a:pPr>
              <a:r>
                <a:rPr lang="en-US" sz="1350" dirty="0">
                  <a:solidFill>
                    <a:srgbClr val="242B32"/>
                  </a:solidFill>
                  <a:latin typeface="Times New Roman" pitchFamily="34" charset="0"/>
                  <a:ea typeface="Times New Roman" pitchFamily="34" charset="-122"/>
                  <a:cs typeface="Times New Roman" pitchFamily="34" charset="-120"/>
                </a:rPr>
                <a:t>2</a:t>
              </a:r>
              <a:endParaRPr lang="en-US" sz="1350" dirty="0"/>
            </a:p>
          </p:txBody>
        </p:sp>
        <p:sp>
          <p:nvSpPr>
            <p:cNvPr id="79" name="panel1__line_78"/>
            <p:cNvSpPr/>
            <p:nvPr/>
          </p:nvSpPr>
          <p:spPr>
            <a:xfrm>
              <a:off x="866775" y="1714500"/>
              <a:ext cx="1333500" cy="0"/>
            </a:xfrm>
            <a:prstGeom prst="line">
              <a:avLst/>
            </a:prstGeom>
            <a:noFill/>
            <a:ln w="6191">
              <a:solidFill>
                <a:srgbClr val="DDE2E6"/>
              </a:solidFill>
              <a:prstDash val="solid"/>
            </a:ln>
          </p:spPr>
        </p:sp>
        <p:sp>
          <p:nvSpPr>
            <p:cNvPr id="80" name="panel1__line_79"/>
            <p:cNvSpPr/>
            <p:nvPr/>
          </p:nvSpPr>
          <p:spPr>
            <a:xfrm>
              <a:off x="866775" y="1640398"/>
              <a:ext cx="18782" cy="7266"/>
            </a:xfrm>
            <a:prstGeom prst="line">
              <a:avLst/>
            </a:prstGeom>
            <a:noFill/>
            <a:ln w="14288">
              <a:solidFill>
                <a:srgbClr val="0F4D92"/>
              </a:solidFill>
              <a:prstDash val="solid"/>
            </a:ln>
          </p:spPr>
        </p:sp>
        <p:sp>
          <p:nvSpPr>
            <p:cNvPr id="81" name="panel1__line_80"/>
            <p:cNvSpPr/>
            <p:nvPr/>
          </p:nvSpPr>
          <p:spPr>
            <a:xfrm>
              <a:off x="885557" y="1647664"/>
              <a:ext cx="18782" cy="28452"/>
            </a:xfrm>
            <a:prstGeom prst="line">
              <a:avLst/>
            </a:prstGeom>
            <a:noFill/>
            <a:ln w="14288">
              <a:solidFill>
                <a:srgbClr val="0F4D92"/>
              </a:solidFill>
              <a:prstDash val="solid"/>
            </a:ln>
          </p:spPr>
        </p:sp>
        <p:sp>
          <p:nvSpPr>
            <p:cNvPr id="82" name="panel1__line_81"/>
            <p:cNvSpPr/>
            <p:nvPr/>
          </p:nvSpPr>
          <p:spPr>
            <a:xfrm>
              <a:off x="904338" y="1676116"/>
              <a:ext cx="18782" cy="29198"/>
            </a:xfrm>
            <a:prstGeom prst="line">
              <a:avLst/>
            </a:prstGeom>
            <a:noFill/>
            <a:ln w="14288">
              <a:solidFill>
                <a:srgbClr val="0F4D92"/>
              </a:solidFill>
              <a:prstDash val="solid"/>
            </a:ln>
          </p:spPr>
        </p:sp>
        <p:sp>
          <p:nvSpPr>
            <p:cNvPr id="83" name="panel1__line_82"/>
            <p:cNvSpPr/>
            <p:nvPr/>
          </p:nvSpPr>
          <p:spPr>
            <a:xfrm>
              <a:off x="923120" y="1705313"/>
              <a:ext cx="18782" cy="12335"/>
            </a:xfrm>
            <a:prstGeom prst="line">
              <a:avLst/>
            </a:prstGeom>
            <a:noFill/>
            <a:ln w="14288">
              <a:solidFill>
                <a:srgbClr val="0F4D92"/>
              </a:solidFill>
              <a:prstDash val="solid"/>
            </a:ln>
          </p:spPr>
        </p:sp>
        <p:sp>
          <p:nvSpPr>
            <p:cNvPr id="84" name="panel1__line_83"/>
            <p:cNvSpPr/>
            <p:nvPr/>
          </p:nvSpPr>
          <p:spPr>
            <a:xfrm flipV="1">
              <a:off x="941902" y="1713913"/>
              <a:ext cx="18782" cy="3736"/>
            </a:xfrm>
            <a:prstGeom prst="line">
              <a:avLst/>
            </a:prstGeom>
            <a:noFill/>
            <a:ln w="14288">
              <a:solidFill>
                <a:srgbClr val="0F4D92"/>
              </a:solidFill>
              <a:prstDash val="solid"/>
            </a:ln>
          </p:spPr>
        </p:sp>
        <p:sp>
          <p:nvSpPr>
            <p:cNvPr id="85" name="panel1__line_84"/>
            <p:cNvSpPr/>
            <p:nvPr/>
          </p:nvSpPr>
          <p:spPr>
            <a:xfrm flipV="1">
              <a:off x="960683" y="1711151"/>
              <a:ext cx="18782" cy="2762"/>
            </a:xfrm>
            <a:prstGeom prst="line">
              <a:avLst/>
            </a:prstGeom>
            <a:noFill/>
            <a:ln w="14288">
              <a:solidFill>
                <a:srgbClr val="0F4D92"/>
              </a:solidFill>
              <a:prstDash val="solid"/>
            </a:ln>
          </p:spPr>
        </p:sp>
        <p:sp>
          <p:nvSpPr>
            <p:cNvPr id="86" name="panel1__line_85"/>
            <p:cNvSpPr/>
            <p:nvPr/>
          </p:nvSpPr>
          <p:spPr>
            <a:xfrm>
              <a:off x="979465" y="1711151"/>
              <a:ext cx="18782" cy="13855"/>
            </a:xfrm>
            <a:prstGeom prst="line">
              <a:avLst/>
            </a:prstGeom>
            <a:noFill/>
            <a:ln w="14288">
              <a:solidFill>
                <a:srgbClr val="0F4D92"/>
              </a:solidFill>
              <a:prstDash val="solid"/>
            </a:ln>
          </p:spPr>
        </p:sp>
        <p:sp>
          <p:nvSpPr>
            <p:cNvPr id="87" name="panel1__line_86"/>
            <p:cNvSpPr/>
            <p:nvPr/>
          </p:nvSpPr>
          <p:spPr>
            <a:xfrm>
              <a:off x="998247" y="1725006"/>
              <a:ext cx="18782" cy="28494"/>
            </a:xfrm>
            <a:prstGeom prst="line">
              <a:avLst/>
            </a:prstGeom>
            <a:noFill/>
            <a:ln w="14288">
              <a:solidFill>
                <a:srgbClr val="0F4D92"/>
              </a:solidFill>
              <a:prstDash val="solid"/>
            </a:ln>
          </p:spPr>
        </p:sp>
        <p:sp>
          <p:nvSpPr>
            <p:cNvPr id="88" name="panel1__line_87"/>
            <p:cNvSpPr/>
            <p:nvPr/>
          </p:nvSpPr>
          <p:spPr>
            <a:xfrm>
              <a:off x="1017029" y="1753499"/>
              <a:ext cx="18782" cy="24301"/>
            </a:xfrm>
            <a:prstGeom prst="line">
              <a:avLst/>
            </a:prstGeom>
            <a:noFill/>
            <a:ln w="14288">
              <a:solidFill>
                <a:srgbClr val="0F4D92"/>
              </a:solidFill>
              <a:prstDash val="solid"/>
            </a:ln>
          </p:spPr>
        </p:sp>
        <p:sp>
          <p:nvSpPr>
            <p:cNvPr id="89" name="panel1__line_88"/>
            <p:cNvSpPr/>
            <p:nvPr/>
          </p:nvSpPr>
          <p:spPr>
            <a:xfrm>
              <a:off x="1035810" y="1777800"/>
              <a:ext cx="18782" cy="1571"/>
            </a:xfrm>
            <a:prstGeom prst="line">
              <a:avLst/>
            </a:prstGeom>
            <a:noFill/>
            <a:ln w="14288">
              <a:solidFill>
                <a:srgbClr val="0F4D92"/>
              </a:solidFill>
              <a:prstDash val="solid"/>
            </a:ln>
          </p:spPr>
        </p:sp>
        <p:sp>
          <p:nvSpPr>
            <p:cNvPr id="90" name="panel1__line_89"/>
            <p:cNvSpPr/>
            <p:nvPr/>
          </p:nvSpPr>
          <p:spPr>
            <a:xfrm flipV="1">
              <a:off x="1054592" y="1757280"/>
              <a:ext cx="18782" cy="22090"/>
            </a:xfrm>
            <a:prstGeom prst="line">
              <a:avLst/>
            </a:prstGeom>
            <a:noFill/>
            <a:ln w="14288">
              <a:solidFill>
                <a:srgbClr val="0F4D92"/>
              </a:solidFill>
              <a:prstDash val="solid"/>
            </a:ln>
          </p:spPr>
        </p:sp>
        <p:sp>
          <p:nvSpPr>
            <p:cNvPr id="91" name="panel1__line_90"/>
            <p:cNvSpPr/>
            <p:nvPr/>
          </p:nvSpPr>
          <p:spPr>
            <a:xfrm flipV="1">
              <a:off x="1073374" y="1729252"/>
              <a:ext cx="18782" cy="28028"/>
            </a:xfrm>
            <a:prstGeom prst="line">
              <a:avLst/>
            </a:prstGeom>
            <a:noFill/>
            <a:ln w="14288">
              <a:solidFill>
                <a:srgbClr val="0F4D92"/>
              </a:solidFill>
              <a:prstDash val="solid"/>
            </a:ln>
          </p:spPr>
        </p:sp>
        <p:sp>
          <p:nvSpPr>
            <p:cNvPr id="92" name="panel1__line_91"/>
            <p:cNvSpPr/>
            <p:nvPr/>
          </p:nvSpPr>
          <p:spPr>
            <a:xfrm flipV="1">
              <a:off x="1092155" y="1715401"/>
              <a:ext cx="18782" cy="13851"/>
            </a:xfrm>
            <a:prstGeom prst="line">
              <a:avLst/>
            </a:prstGeom>
            <a:noFill/>
            <a:ln w="14288">
              <a:solidFill>
                <a:srgbClr val="0F4D92"/>
              </a:solidFill>
              <a:prstDash val="solid"/>
            </a:ln>
          </p:spPr>
        </p:sp>
        <p:sp>
          <p:nvSpPr>
            <p:cNvPr id="93" name="panel1__line_92"/>
            <p:cNvSpPr/>
            <p:nvPr/>
          </p:nvSpPr>
          <p:spPr>
            <a:xfrm>
              <a:off x="1110937" y="1715401"/>
              <a:ext cx="18782" cy="4610"/>
            </a:xfrm>
            <a:prstGeom prst="line">
              <a:avLst/>
            </a:prstGeom>
            <a:noFill/>
            <a:ln w="14288">
              <a:solidFill>
                <a:srgbClr val="0F4D92"/>
              </a:solidFill>
              <a:prstDash val="solid"/>
            </a:ln>
          </p:spPr>
        </p:sp>
        <p:sp>
          <p:nvSpPr>
            <p:cNvPr id="94" name="panel1__line_93"/>
            <p:cNvSpPr/>
            <p:nvPr/>
          </p:nvSpPr>
          <p:spPr>
            <a:xfrm>
              <a:off x="1129719" y="1720011"/>
              <a:ext cx="18782" cy="8515"/>
            </a:xfrm>
            <a:prstGeom prst="line">
              <a:avLst/>
            </a:prstGeom>
            <a:noFill/>
            <a:ln w="14288">
              <a:solidFill>
                <a:srgbClr val="0F4D92"/>
              </a:solidFill>
              <a:prstDash val="solid"/>
            </a:ln>
          </p:spPr>
        </p:sp>
        <p:sp>
          <p:nvSpPr>
            <p:cNvPr id="95" name="panel1__line_94"/>
            <p:cNvSpPr/>
            <p:nvPr/>
          </p:nvSpPr>
          <p:spPr>
            <a:xfrm flipV="1">
              <a:off x="1148500" y="1722479"/>
              <a:ext cx="18782" cy="6047"/>
            </a:xfrm>
            <a:prstGeom prst="line">
              <a:avLst/>
            </a:prstGeom>
            <a:noFill/>
            <a:ln w="14288">
              <a:solidFill>
                <a:srgbClr val="0F4D92"/>
              </a:solidFill>
              <a:prstDash val="solid"/>
            </a:ln>
          </p:spPr>
        </p:sp>
        <p:sp>
          <p:nvSpPr>
            <p:cNvPr id="96" name="panel1__line_95"/>
            <p:cNvSpPr/>
            <p:nvPr/>
          </p:nvSpPr>
          <p:spPr>
            <a:xfrm flipV="1">
              <a:off x="1167282" y="1698066"/>
              <a:ext cx="18782" cy="24413"/>
            </a:xfrm>
            <a:prstGeom prst="line">
              <a:avLst/>
            </a:prstGeom>
            <a:noFill/>
            <a:ln w="14288">
              <a:solidFill>
                <a:srgbClr val="0F4D92"/>
              </a:solidFill>
              <a:prstDash val="solid"/>
            </a:ln>
          </p:spPr>
        </p:sp>
        <p:sp>
          <p:nvSpPr>
            <p:cNvPr id="97" name="panel1__line_96"/>
            <p:cNvSpPr/>
            <p:nvPr/>
          </p:nvSpPr>
          <p:spPr>
            <a:xfrm flipV="1">
              <a:off x="1186064" y="1670629"/>
              <a:ext cx="18782" cy="27437"/>
            </a:xfrm>
            <a:prstGeom prst="line">
              <a:avLst/>
            </a:prstGeom>
            <a:noFill/>
            <a:ln w="14288">
              <a:solidFill>
                <a:srgbClr val="0F4D92"/>
              </a:solidFill>
              <a:prstDash val="solid"/>
            </a:ln>
          </p:spPr>
        </p:sp>
        <p:sp>
          <p:nvSpPr>
            <p:cNvPr id="98" name="panel1__line_97"/>
            <p:cNvSpPr/>
            <p:nvPr/>
          </p:nvSpPr>
          <p:spPr>
            <a:xfrm flipV="1">
              <a:off x="1204845" y="1660720"/>
              <a:ext cx="18782" cy="9909"/>
            </a:xfrm>
            <a:prstGeom prst="line">
              <a:avLst/>
            </a:prstGeom>
            <a:noFill/>
            <a:ln w="14288">
              <a:solidFill>
                <a:srgbClr val="0F4D92"/>
              </a:solidFill>
              <a:prstDash val="solid"/>
            </a:ln>
          </p:spPr>
        </p:sp>
        <p:sp>
          <p:nvSpPr>
            <p:cNvPr id="99" name="panel1__line_98"/>
            <p:cNvSpPr/>
            <p:nvPr/>
          </p:nvSpPr>
          <p:spPr>
            <a:xfrm>
              <a:off x="1223627" y="1660720"/>
              <a:ext cx="18782" cy="14230"/>
            </a:xfrm>
            <a:prstGeom prst="line">
              <a:avLst/>
            </a:prstGeom>
            <a:noFill/>
            <a:ln w="14288">
              <a:solidFill>
                <a:srgbClr val="0F4D92"/>
              </a:solidFill>
              <a:prstDash val="solid"/>
            </a:ln>
          </p:spPr>
        </p:sp>
        <p:sp>
          <p:nvSpPr>
            <p:cNvPr id="100" name="panel1__line_99"/>
            <p:cNvSpPr/>
            <p:nvPr/>
          </p:nvSpPr>
          <p:spPr>
            <a:xfrm>
              <a:off x="1242409" y="1674950"/>
              <a:ext cx="18782" cy="24842"/>
            </a:xfrm>
            <a:prstGeom prst="line">
              <a:avLst/>
            </a:prstGeom>
            <a:noFill/>
            <a:ln w="14288">
              <a:solidFill>
                <a:srgbClr val="0F4D92"/>
              </a:solidFill>
              <a:prstDash val="solid"/>
            </a:ln>
          </p:spPr>
        </p:sp>
        <p:sp>
          <p:nvSpPr>
            <p:cNvPr id="101" name="panel1__line_100"/>
            <p:cNvSpPr/>
            <p:nvPr/>
          </p:nvSpPr>
          <p:spPr>
            <a:xfrm>
              <a:off x="1261190" y="1699792"/>
              <a:ext cx="18782" cy="14467"/>
            </a:xfrm>
            <a:prstGeom prst="line">
              <a:avLst/>
            </a:prstGeom>
            <a:noFill/>
            <a:ln w="14288">
              <a:solidFill>
                <a:srgbClr val="0F4D92"/>
              </a:solidFill>
              <a:prstDash val="solid"/>
            </a:ln>
          </p:spPr>
        </p:sp>
        <p:sp>
          <p:nvSpPr>
            <p:cNvPr id="102" name="panel1__line_101"/>
            <p:cNvSpPr/>
            <p:nvPr/>
          </p:nvSpPr>
          <p:spPr>
            <a:xfrm flipV="1">
              <a:off x="1279972" y="1709452"/>
              <a:ext cx="18782" cy="4806"/>
            </a:xfrm>
            <a:prstGeom prst="line">
              <a:avLst/>
            </a:prstGeom>
            <a:noFill/>
            <a:ln w="14288">
              <a:solidFill>
                <a:srgbClr val="0F4D92"/>
              </a:solidFill>
              <a:prstDash val="solid"/>
            </a:ln>
          </p:spPr>
        </p:sp>
        <p:sp>
          <p:nvSpPr>
            <p:cNvPr id="103" name="panel1__line_102"/>
            <p:cNvSpPr/>
            <p:nvPr/>
          </p:nvSpPr>
          <p:spPr>
            <a:xfrm flipV="1">
              <a:off x="1298754" y="1696486"/>
              <a:ext cx="18782" cy="12967"/>
            </a:xfrm>
            <a:prstGeom prst="line">
              <a:avLst/>
            </a:prstGeom>
            <a:noFill/>
            <a:ln w="14288">
              <a:solidFill>
                <a:srgbClr val="0F4D92"/>
              </a:solidFill>
              <a:prstDash val="solid"/>
            </a:ln>
          </p:spPr>
        </p:sp>
        <p:sp>
          <p:nvSpPr>
            <p:cNvPr id="104" name="panel1__line_103"/>
            <p:cNvSpPr/>
            <p:nvPr/>
          </p:nvSpPr>
          <p:spPr>
            <a:xfrm flipV="1">
              <a:off x="1317536" y="1695301"/>
              <a:ext cx="18782" cy="1185"/>
            </a:xfrm>
            <a:prstGeom prst="line">
              <a:avLst/>
            </a:prstGeom>
            <a:noFill/>
            <a:ln w="14288">
              <a:solidFill>
                <a:srgbClr val="0F4D92"/>
              </a:solidFill>
              <a:prstDash val="solid"/>
            </a:ln>
          </p:spPr>
        </p:sp>
        <p:sp>
          <p:nvSpPr>
            <p:cNvPr id="105" name="panel1__line_104"/>
            <p:cNvSpPr/>
            <p:nvPr/>
          </p:nvSpPr>
          <p:spPr>
            <a:xfrm>
              <a:off x="1336317" y="1695301"/>
              <a:ext cx="18782" cy="19752"/>
            </a:xfrm>
            <a:prstGeom prst="line">
              <a:avLst/>
            </a:prstGeom>
            <a:noFill/>
            <a:ln w="14288">
              <a:solidFill>
                <a:srgbClr val="0F4D92"/>
              </a:solidFill>
              <a:prstDash val="solid"/>
            </a:ln>
          </p:spPr>
        </p:sp>
        <p:sp>
          <p:nvSpPr>
            <p:cNvPr id="106" name="panel1__line_105"/>
            <p:cNvSpPr/>
            <p:nvPr/>
          </p:nvSpPr>
          <p:spPr>
            <a:xfrm>
              <a:off x="1355099" y="1715053"/>
              <a:ext cx="18782" cy="29671"/>
            </a:xfrm>
            <a:prstGeom prst="line">
              <a:avLst/>
            </a:prstGeom>
            <a:noFill/>
            <a:ln w="14288">
              <a:solidFill>
                <a:srgbClr val="0F4D92"/>
              </a:solidFill>
              <a:prstDash val="solid"/>
            </a:ln>
          </p:spPr>
        </p:sp>
        <p:sp>
          <p:nvSpPr>
            <p:cNvPr id="107" name="panel1__line_106"/>
            <p:cNvSpPr/>
            <p:nvPr/>
          </p:nvSpPr>
          <p:spPr>
            <a:xfrm>
              <a:off x="1373881" y="1744724"/>
              <a:ext cx="18782" cy="18188"/>
            </a:xfrm>
            <a:prstGeom prst="line">
              <a:avLst/>
            </a:prstGeom>
            <a:noFill/>
            <a:ln w="14288">
              <a:solidFill>
                <a:srgbClr val="0F4D92"/>
              </a:solidFill>
              <a:prstDash val="solid"/>
            </a:ln>
          </p:spPr>
        </p:sp>
        <p:sp>
          <p:nvSpPr>
            <p:cNvPr id="108" name="panel1__line_107"/>
            <p:cNvSpPr/>
            <p:nvPr/>
          </p:nvSpPr>
          <p:spPr>
            <a:xfrm flipV="1">
              <a:off x="1392662" y="1757542"/>
              <a:ext cx="18782" cy="5369"/>
            </a:xfrm>
            <a:prstGeom prst="line">
              <a:avLst/>
            </a:prstGeom>
            <a:noFill/>
            <a:ln w="14288">
              <a:solidFill>
                <a:srgbClr val="0F4D92"/>
              </a:solidFill>
              <a:prstDash val="solid"/>
            </a:ln>
          </p:spPr>
        </p:sp>
        <p:sp>
          <p:nvSpPr>
            <p:cNvPr id="109" name="panel1__line_108"/>
            <p:cNvSpPr/>
            <p:nvPr/>
          </p:nvSpPr>
          <p:spPr>
            <a:xfrm flipV="1">
              <a:off x="1411444" y="1736828"/>
              <a:ext cx="18782" cy="20714"/>
            </a:xfrm>
            <a:prstGeom prst="line">
              <a:avLst/>
            </a:prstGeom>
            <a:noFill/>
            <a:ln w="14288">
              <a:solidFill>
                <a:srgbClr val="0F4D92"/>
              </a:solidFill>
              <a:prstDash val="solid"/>
            </a:ln>
          </p:spPr>
        </p:sp>
        <p:sp>
          <p:nvSpPr>
            <p:cNvPr id="110" name="panel1__line_109"/>
            <p:cNvSpPr/>
            <p:nvPr/>
          </p:nvSpPr>
          <p:spPr>
            <a:xfrm flipV="1">
              <a:off x="1430226" y="1721105"/>
              <a:ext cx="18782" cy="15724"/>
            </a:xfrm>
            <a:prstGeom prst="line">
              <a:avLst/>
            </a:prstGeom>
            <a:noFill/>
            <a:ln w="14288">
              <a:solidFill>
                <a:srgbClr val="0F4D92"/>
              </a:solidFill>
              <a:prstDash val="solid"/>
            </a:ln>
          </p:spPr>
        </p:sp>
        <p:sp>
          <p:nvSpPr>
            <p:cNvPr id="111" name="panel1__line_110"/>
            <p:cNvSpPr/>
            <p:nvPr/>
          </p:nvSpPr>
          <p:spPr>
            <a:xfrm>
              <a:off x="1449007" y="1721105"/>
              <a:ext cx="18782" cy="2235"/>
            </a:xfrm>
            <a:prstGeom prst="line">
              <a:avLst/>
            </a:prstGeom>
            <a:noFill/>
            <a:ln w="14288">
              <a:solidFill>
                <a:srgbClr val="0F4D92"/>
              </a:solidFill>
              <a:prstDash val="solid"/>
            </a:ln>
          </p:spPr>
        </p:sp>
        <p:sp>
          <p:nvSpPr>
            <p:cNvPr id="112" name="panel1__line_111"/>
            <p:cNvSpPr/>
            <p:nvPr/>
          </p:nvSpPr>
          <p:spPr>
            <a:xfrm>
              <a:off x="1467789" y="1723340"/>
              <a:ext cx="18782" cy="13516"/>
            </a:xfrm>
            <a:prstGeom prst="line">
              <a:avLst/>
            </a:prstGeom>
            <a:noFill/>
            <a:ln w="14288">
              <a:solidFill>
                <a:srgbClr val="0F4D92"/>
              </a:solidFill>
              <a:prstDash val="solid"/>
            </a:ln>
          </p:spPr>
        </p:sp>
        <p:sp>
          <p:nvSpPr>
            <p:cNvPr id="113" name="panel1__line_112"/>
            <p:cNvSpPr/>
            <p:nvPr/>
          </p:nvSpPr>
          <p:spPr>
            <a:xfrm>
              <a:off x="1486571" y="1736856"/>
              <a:ext cx="18782" cy="5082"/>
            </a:xfrm>
            <a:prstGeom prst="line">
              <a:avLst/>
            </a:prstGeom>
            <a:noFill/>
            <a:ln w="14288">
              <a:solidFill>
                <a:srgbClr val="0F4D92"/>
              </a:solidFill>
              <a:prstDash val="solid"/>
            </a:ln>
          </p:spPr>
        </p:sp>
        <p:sp>
          <p:nvSpPr>
            <p:cNvPr id="114" name="panel1__line_113"/>
            <p:cNvSpPr/>
            <p:nvPr/>
          </p:nvSpPr>
          <p:spPr>
            <a:xfrm flipV="1">
              <a:off x="1505352" y="1725076"/>
              <a:ext cx="18782" cy="16863"/>
            </a:xfrm>
            <a:prstGeom prst="line">
              <a:avLst/>
            </a:prstGeom>
            <a:noFill/>
            <a:ln w="14288">
              <a:solidFill>
                <a:srgbClr val="0F4D92"/>
              </a:solidFill>
              <a:prstDash val="solid"/>
            </a:ln>
          </p:spPr>
        </p:sp>
        <p:sp>
          <p:nvSpPr>
            <p:cNvPr id="115" name="panel1__line_114"/>
            <p:cNvSpPr/>
            <p:nvPr/>
          </p:nvSpPr>
          <p:spPr>
            <a:xfrm flipV="1">
              <a:off x="1524134" y="1692536"/>
              <a:ext cx="18782" cy="32540"/>
            </a:xfrm>
            <a:prstGeom prst="line">
              <a:avLst/>
            </a:prstGeom>
            <a:noFill/>
            <a:ln w="14288">
              <a:solidFill>
                <a:srgbClr val="0F4D92"/>
              </a:solidFill>
              <a:prstDash val="solid"/>
            </a:ln>
          </p:spPr>
        </p:sp>
        <p:sp>
          <p:nvSpPr>
            <p:cNvPr id="116" name="panel1__line_115"/>
            <p:cNvSpPr/>
            <p:nvPr/>
          </p:nvSpPr>
          <p:spPr>
            <a:xfrm flipV="1">
              <a:off x="1542916" y="1665346"/>
              <a:ext cx="18782" cy="27189"/>
            </a:xfrm>
            <a:prstGeom prst="line">
              <a:avLst/>
            </a:prstGeom>
            <a:noFill/>
            <a:ln w="14288">
              <a:solidFill>
                <a:srgbClr val="0F4D92"/>
              </a:solidFill>
              <a:prstDash val="solid"/>
            </a:ln>
          </p:spPr>
        </p:sp>
        <p:sp>
          <p:nvSpPr>
            <p:cNvPr id="117" name="panel1__line_116"/>
            <p:cNvSpPr/>
            <p:nvPr/>
          </p:nvSpPr>
          <p:spPr>
            <a:xfrm flipV="1">
              <a:off x="1561698" y="1660364"/>
              <a:ext cx="18782" cy="4982"/>
            </a:xfrm>
            <a:prstGeom prst="line">
              <a:avLst/>
            </a:prstGeom>
            <a:noFill/>
            <a:ln w="14288">
              <a:solidFill>
                <a:srgbClr val="0F4D92"/>
              </a:solidFill>
              <a:prstDash val="solid"/>
            </a:ln>
          </p:spPr>
        </p:sp>
        <p:sp>
          <p:nvSpPr>
            <p:cNvPr id="118" name="panel1__line_117"/>
            <p:cNvSpPr/>
            <p:nvPr/>
          </p:nvSpPr>
          <p:spPr>
            <a:xfrm>
              <a:off x="1580479" y="1660364"/>
              <a:ext cx="18782" cy="14934"/>
            </a:xfrm>
            <a:prstGeom prst="line">
              <a:avLst/>
            </a:prstGeom>
            <a:noFill/>
            <a:ln w="14288">
              <a:solidFill>
                <a:srgbClr val="0F4D92"/>
              </a:solidFill>
              <a:prstDash val="solid"/>
            </a:ln>
          </p:spPr>
        </p:sp>
        <p:sp>
          <p:nvSpPr>
            <p:cNvPr id="119" name="panel1__line_118"/>
            <p:cNvSpPr/>
            <p:nvPr/>
          </p:nvSpPr>
          <p:spPr>
            <a:xfrm>
              <a:off x="1599261" y="1675298"/>
              <a:ext cx="18782" cy="16487"/>
            </a:xfrm>
            <a:prstGeom prst="line">
              <a:avLst/>
            </a:prstGeom>
            <a:noFill/>
            <a:ln w="14288">
              <a:solidFill>
                <a:srgbClr val="0F4D92"/>
              </a:solidFill>
              <a:prstDash val="solid"/>
            </a:ln>
          </p:spPr>
        </p:sp>
        <p:sp>
          <p:nvSpPr>
            <p:cNvPr id="120" name="panel1__line_119"/>
            <p:cNvSpPr/>
            <p:nvPr/>
          </p:nvSpPr>
          <p:spPr>
            <a:xfrm>
              <a:off x="1618043" y="1691785"/>
              <a:ext cx="18782" cy="1696"/>
            </a:xfrm>
            <a:prstGeom prst="line">
              <a:avLst/>
            </a:prstGeom>
            <a:noFill/>
            <a:ln w="14288">
              <a:solidFill>
                <a:srgbClr val="0F4D92"/>
              </a:solidFill>
              <a:prstDash val="solid"/>
            </a:ln>
          </p:spPr>
        </p:sp>
        <p:sp>
          <p:nvSpPr>
            <p:cNvPr id="121" name="panel1__line_120"/>
            <p:cNvSpPr/>
            <p:nvPr/>
          </p:nvSpPr>
          <p:spPr>
            <a:xfrm flipV="1">
              <a:off x="1636824" y="1681888"/>
              <a:ext cx="18782" cy="11593"/>
            </a:xfrm>
            <a:prstGeom prst="line">
              <a:avLst/>
            </a:prstGeom>
            <a:noFill/>
            <a:ln w="14288">
              <a:solidFill>
                <a:srgbClr val="0F4D92"/>
              </a:solidFill>
              <a:prstDash val="solid"/>
            </a:ln>
          </p:spPr>
        </p:sp>
        <p:sp>
          <p:nvSpPr>
            <p:cNvPr id="122" name="panel1__line_121"/>
            <p:cNvSpPr/>
            <p:nvPr/>
          </p:nvSpPr>
          <p:spPr>
            <a:xfrm flipV="1">
              <a:off x="1655606" y="1674823"/>
              <a:ext cx="18782" cy="7066"/>
            </a:xfrm>
            <a:prstGeom prst="line">
              <a:avLst/>
            </a:prstGeom>
            <a:noFill/>
            <a:ln w="14288">
              <a:solidFill>
                <a:srgbClr val="0F4D92"/>
              </a:solidFill>
              <a:prstDash val="solid"/>
            </a:ln>
          </p:spPr>
        </p:sp>
        <p:sp>
          <p:nvSpPr>
            <p:cNvPr id="123" name="panel1__line_122"/>
            <p:cNvSpPr/>
            <p:nvPr/>
          </p:nvSpPr>
          <p:spPr>
            <a:xfrm>
              <a:off x="1674388" y="1674823"/>
              <a:ext cx="18782" cy="14144"/>
            </a:xfrm>
            <a:prstGeom prst="line">
              <a:avLst/>
            </a:prstGeom>
            <a:noFill/>
            <a:ln w="14288">
              <a:solidFill>
                <a:srgbClr val="0F4D92"/>
              </a:solidFill>
              <a:prstDash val="solid"/>
            </a:ln>
          </p:spPr>
        </p:sp>
        <p:sp>
          <p:nvSpPr>
            <p:cNvPr id="124" name="panel1__line_123"/>
            <p:cNvSpPr/>
            <p:nvPr/>
          </p:nvSpPr>
          <p:spPr>
            <a:xfrm>
              <a:off x="1693169" y="1688967"/>
              <a:ext cx="18782" cy="34126"/>
            </a:xfrm>
            <a:prstGeom prst="line">
              <a:avLst/>
            </a:prstGeom>
            <a:noFill/>
            <a:ln w="14288">
              <a:solidFill>
                <a:srgbClr val="0F4D92"/>
              </a:solidFill>
              <a:prstDash val="solid"/>
            </a:ln>
          </p:spPr>
        </p:sp>
        <p:sp>
          <p:nvSpPr>
            <p:cNvPr id="125" name="panel1__line_124"/>
            <p:cNvSpPr/>
            <p:nvPr/>
          </p:nvSpPr>
          <p:spPr>
            <a:xfrm>
              <a:off x="1711951" y="1723093"/>
              <a:ext cx="18782" cy="34893"/>
            </a:xfrm>
            <a:prstGeom prst="line">
              <a:avLst/>
            </a:prstGeom>
            <a:noFill/>
            <a:ln w="14288">
              <a:solidFill>
                <a:srgbClr val="0F4D92"/>
              </a:solidFill>
              <a:prstDash val="solid"/>
            </a:ln>
          </p:spPr>
        </p:sp>
        <p:sp>
          <p:nvSpPr>
            <p:cNvPr id="126" name="panel1__line_125"/>
            <p:cNvSpPr/>
            <p:nvPr/>
          </p:nvSpPr>
          <p:spPr>
            <a:xfrm>
              <a:off x="1730733" y="1757986"/>
              <a:ext cx="18782" cy="15284"/>
            </a:xfrm>
            <a:prstGeom prst="line">
              <a:avLst/>
            </a:prstGeom>
            <a:noFill/>
            <a:ln w="14288">
              <a:solidFill>
                <a:srgbClr val="0F4D92"/>
              </a:solidFill>
              <a:prstDash val="solid"/>
            </a:ln>
          </p:spPr>
        </p:sp>
        <p:sp>
          <p:nvSpPr>
            <p:cNvPr id="127" name="panel1__line_126"/>
            <p:cNvSpPr/>
            <p:nvPr/>
          </p:nvSpPr>
          <p:spPr>
            <a:xfrm flipV="1">
              <a:off x="1749514" y="1765332"/>
              <a:ext cx="18782" cy="7939"/>
            </a:xfrm>
            <a:prstGeom prst="line">
              <a:avLst/>
            </a:prstGeom>
            <a:noFill/>
            <a:ln w="14288">
              <a:solidFill>
                <a:srgbClr val="0F4D92"/>
              </a:solidFill>
              <a:prstDash val="solid"/>
            </a:ln>
          </p:spPr>
        </p:sp>
        <p:sp>
          <p:nvSpPr>
            <p:cNvPr id="128" name="panel1__line_127"/>
            <p:cNvSpPr/>
            <p:nvPr/>
          </p:nvSpPr>
          <p:spPr>
            <a:xfrm flipV="1">
              <a:off x="1768296" y="1749499"/>
              <a:ext cx="18782" cy="15833"/>
            </a:xfrm>
            <a:prstGeom prst="line">
              <a:avLst/>
            </a:prstGeom>
            <a:noFill/>
            <a:ln w="14288">
              <a:solidFill>
                <a:srgbClr val="0F4D92"/>
              </a:solidFill>
              <a:prstDash val="solid"/>
            </a:ln>
          </p:spPr>
        </p:sp>
        <p:sp>
          <p:nvSpPr>
            <p:cNvPr id="129" name="panel1__line_128"/>
            <p:cNvSpPr/>
            <p:nvPr/>
          </p:nvSpPr>
          <p:spPr>
            <a:xfrm flipV="1">
              <a:off x="1787078" y="1744571"/>
              <a:ext cx="18782" cy="4928"/>
            </a:xfrm>
            <a:prstGeom prst="line">
              <a:avLst/>
            </a:prstGeom>
            <a:noFill/>
            <a:ln w="14288">
              <a:solidFill>
                <a:srgbClr val="0F4D92"/>
              </a:solidFill>
              <a:prstDash val="solid"/>
            </a:ln>
          </p:spPr>
        </p:sp>
        <p:sp>
          <p:nvSpPr>
            <p:cNvPr id="130" name="panel1__line_129"/>
            <p:cNvSpPr/>
            <p:nvPr/>
          </p:nvSpPr>
          <p:spPr>
            <a:xfrm>
              <a:off x="1805860" y="1744571"/>
              <a:ext cx="18782" cy="9925"/>
            </a:xfrm>
            <a:prstGeom prst="line">
              <a:avLst/>
            </a:prstGeom>
            <a:noFill/>
            <a:ln w="14288">
              <a:solidFill>
                <a:srgbClr val="0F4D92"/>
              </a:solidFill>
              <a:prstDash val="solid"/>
            </a:ln>
          </p:spPr>
        </p:sp>
        <p:sp>
          <p:nvSpPr>
            <p:cNvPr id="131" name="panel1__line_130"/>
            <p:cNvSpPr/>
            <p:nvPr/>
          </p:nvSpPr>
          <p:spPr>
            <a:xfrm>
              <a:off x="1824641" y="1754496"/>
              <a:ext cx="18782" cy="10175"/>
            </a:xfrm>
            <a:prstGeom prst="line">
              <a:avLst/>
            </a:prstGeom>
            <a:noFill/>
            <a:ln w="14288">
              <a:solidFill>
                <a:srgbClr val="0F4D92"/>
              </a:solidFill>
              <a:prstDash val="solid"/>
            </a:ln>
          </p:spPr>
        </p:sp>
        <p:sp>
          <p:nvSpPr>
            <p:cNvPr id="132" name="panel1__line_131"/>
            <p:cNvSpPr/>
            <p:nvPr/>
          </p:nvSpPr>
          <p:spPr>
            <a:xfrm flipV="1">
              <a:off x="1843423" y="1756359"/>
              <a:ext cx="18782" cy="8312"/>
            </a:xfrm>
            <a:prstGeom prst="line">
              <a:avLst/>
            </a:prstGeom>
            <a:noFill/>
            <a:ln w="14288">
              <a:solidFill>
                <a:srgbClr val="0F4D92"/>
              </a:solidFill>
              <a:prstDash val="solid"/>
            </a:ln>
          </p:spPr>
        </p:sp>
        <p:sp>
          <p:nvSpPr>
            <p:cNvPr id="133" name="panel1__line_132"/>
            <p:cNvSpPr/>
            <p:nvPr/>
          </p:nvSpPr>
          <p:spPr>
            <a:xfrm flipV="1">
              <a:off x="1862205" y="1725484"/>
              <a:ext cx="18782" cy="30874"/>
            </a:xfrm>
            <a:prstGeom prst="line">
              <a:avLst/>
            </a:prstGeom>
            <a:noFill/>
            <a:ln w="14288">
              <a:solidFill>
                <a:srgbClr val="0F4D92"/>
              </a:solidFill>
              <a:prstDash val="solid"/>
            </a:ln>
          </p:spPr>
        </p:sp>
        <p:sp>
          <p:nvSpPr>
            <p:cNvPr id="134" name="panel1__line_133"/>
            <p:cNvSpPr/>
            <p:nvPr/>
          </p:nvSpPr>
          <p:spPr>
            <a:xfrm flipV="1">
              <a:off x="1880986" y="1687829"/>
              <a:ext cx="18782" cy="37656"/>
            </a:xfrm>
            <a:prstGeom prst="line">
              <a:avLst/>
            </a:prstGeom>
            <a:noFill/>
            <a:ln w="14288">
              <a:solidFill>
                <a:srgbClr val="0F4D92"/>
              </a:solidFill>
              <a:prstDash val="solid"/>
            </a:ln>
          </p:spPr>
        </p:sp>
        <p:sp>
          <p:nvSpPr>
            <p:cNvPr id="135" name="panel1__line_134"/>
            <p:cNvSpPr/>
            <p:nvPr/>
          </p:nvSpPr>
          <p:spPr>
            <a:xfrm flipV="1">
              <a:off x="1899768" y="1665534"/>
              <a:ext cx="18782" cy="22295"/>
            </a:xfrm>
            <a:prstGeom prst="line">
              <a:avLst/>
            </a:prstGeom>
            <a:noFill/>
            <a:ln w="14288">
              <a:solidFill>
                <a:srgbClr val="0F4D92"/>
              </a:solidFill>
              <a:prstDash val="solid"/>
            </a:ln>
          </p:spPr>
        </p:sp>
        <p:sp>
          <p:nvSpPr>
            <p:cNvPr id="136" name="panel1__line_135"/>
            <p:cNvSpPr/>
            <p:nvPr/>
          </p:nvSpPr>
          <p:spPr>
            <a:xfrm>
              <a:off x="1918550" y="1665534"/>
              <a:ext cx="18782" cy="2009"/>
            </a:xfrm>
            <a:prstGeom prst="line">
              <a:avLst/>
            </a:prstGeom>
            <a:noFill/>
            <a:ln w="14288">
              <a:solidFill>
                <a:srgbClr val="0F4D92"/>
              </a:solidFill>
              <a:prstDash val="solid"/>
            </a:ln>
          </p:spPr>
        </p:sp>
        <p:sp>
          <p:nvSpPr>
            <p:cNvPr id="137" name="panel1__line_136"/>
            <p:cNvSpPr/>
            <p:nvPr/>
          </p:nvSpPr>
          <p:spPr>
            <a:xfrm>
              <a:off x="1937331" y="1667543"/>
              <a:ext cx="18782" cy="14832"/>
            </a:xfrm>
            <a:prstGeom prst="line">
              <a:avLst/>
            </a:prstGeom>
            <a:noFill/>
            <a:ln w="14288">
              <a:solidFill>
                <a:srgbClr val="0F4D92"/>
              </a:solidFill>
              <a:prstDash val="solid"/>
            </a:ln>
          </p:spPr>
        </p:sp>
        <p:sp>
          <p:nvSpPr>
            <p:cNvPr id="138" name="panel1__line_137"/>
            <p:cNvSpPr/>
            <p:nvPr/>
          </p:nvSpPr>
          <p:spPr>
            <a:xfrm>
              <a:off x="1956113" y="1682375"/>
              <a:ext cx="18782" cy="7569"/>
            </a:xfrm>
            <a:prstGeom prst="line">
              <a:avLst/>
            </a:prstGeom>
            <a:noFill/>
            <a:ln w="14288">
              <a:solidFill>
                <a:srgbClr val="0F4D92"/>
              </a:solidFill>
              <a:prstDash val="solid"/>
            </a:ln>
          </p:spPr>
        </p:sp>
        <p:sp>
          <p:nvSpPr>
            <p:cNvPr id="139" name="panel1__line_138"/>
            <p:cNvSpPr/>
            <p:nvPr/>
          </p:nvSpPr>
          <p:spPr>
            <a:xfrm flipV="1">
              <a:off x="1974895" y="1681115"/>
              <a:ext cx="18782" cy="8829"/>
            </a:xfrm>
            <a:prstGeom prst="line">
              <a:avLst/>
            </a:prstGeom>
            <a:noFill/>
            <a:ln w="14288">
              <a:solidFill>
                <a:srgbClr val="0F4D92"/>
              </a:solidFill>
              <a:prstDash val="solid"/>
            </a:ln>
          </p:spPr>
        </p:sp>
        <p:sp>
          <p:nvSpPr>
            <p:cNvPr id="140" name="panel1__line_139"/>
            <p:cNvSpPr/>
            <p:nvPr/>
          </p:nvSpPr>
          <p:spPr>
            <a:xfrm flipV="1">
              <a:off x="1993676" y="1666388"/>
              <a:ext cx="18782" cy="14727"/>
            </a:xfrm>
            <a:prstGeom prst="line">
              <a:avLst/>
            </a:prstGeom>
            <a:noFill/>
            <a:ln w="14288">
              <a:solidFill>
                <a:srgbClr val="0F4D92"/>
              </a:solidFill>
              <a:prstDash val="solid"/>
            </a:ln>
          </p:spPr>
        </p:sp>
        <p:sp>
          <p:nvSpPr>
            <p:cNvPr id="141" name="panel1__line_140"/>
            <p:cNvSpPr/>
            <p:nvPr/>
          </p:nvSpPr>
          <p:spPr>
            <a:xfrm flipV="1">
              <a:off x="2012458" y="1665495"/>
              <a:ext cx="18782" cy="893"/>
            </a:xfrm>
            <a:prstGeom prst="line">
              <a:avLst/>
            </a:prstGeom>
            <a:noFill/>
            <a:ln w="14288">
              <a:solidFill>
                <a:srgbClr val="0F4D92"/>
              </a:solidFill>
              <a:prstDash val="solid"/>
            </a:ln>
          </p:spPr>
        </p:sp>
        <p:sp>
          <p:nvSpPr>
            <p:cNvPr id="142" name="panel1__line_141"/>
            <p:cNvSpPr/>
            <p:nvPr/>
          </p:nvSpPr>
          <p:spPr>
            <a:xfrm>
              <a:off x="2031240" y="1665495"/>
              <a:ext cx="18782" cy="22368"/>
            </a:xfrm>
            <a:prstGeom prst="line">
              <a:avLst/>
            </a:prstGeom>
            <a:noFill/>
            <a:ln w="14288">
              <a:solidFill>
                <a:srgbClr val="0F4D92"/>
              </a:solidFill>
              <a:prstDash val="solid"/>
            </a:ln>
          </p:spPr>
        </p:sp>
        <p:sp>
          <p:nvSpPr>
            <p:cNvPr id="143" name="panel1__line_142"/>
            <p:cNvSpPr/>
            <p:nvPr/>
          </p:nvSpPr>
          <p:spPr>
            <a:xfrm>
              <a:off x="2050021" y="1687863"/>
              <a:ext cx="18782" cy="34745"/>
            </a:xfrm>
            <a:prstGeom prst="line">
              <a:avLst/>
            </a:prstGeom>
            <a:noFill/>
            <a:ln w="14288">
              <a:solidFill>
                <a:srgbClr val="0F4D92"/>
              </a:solidFill>
              <a:prstDash val="solid"/>
            </a:ln>
          </p:spPr>
        </p:sp>
        <p:sp>
          <p:nvSpPr>
            <p:cNvPr id="144" name="panel1__line_143"/>
            <p:cNvSpPr/>
            <p:nvPr/>
          </p:nvSpPr>
          <p:spPr>
            <a:xfrm>
              <a:off x="2068803" y="1722608"/>
              <a:ext cx="18782" cy="25087"/>
            </a:xfrm>
            <a:prstGeom prst="line">
              <a:avLst/>
            </a:prstGeom>
            <a:noFill/>
            <a:ln w="14288">
              <a:solidFill>
                <a:srgbClr val="0F4D92"/>
              </a:solidFill>
              <a:prstDash val="solid"/>
            </a:ln>
          </p:spPr>
        </p:sp>
        <p:sp>
          <p:nvSpPr>
            <p:cNvPr id="145" name="panel1__line_144"/>
            <p:cNvSpPr/>
            <p:nvPr/>
          </p:nvSpPr>
          <p:spPr>
            <a:xfrm>
              <a:off x="2087585" y="1747695"/>
              <a:ext cx="18782" cy="2016"/>
            </a:xfrm>
            <a:prstGeom prst="line">
              <a:avLst/>
            </a:prstGeom>
            <a:noFill/>
            <a:ln w="14288">
              <a:solidFill>
                <a:srgbClr val="0F4D92"/>
              </a:solidFill>
              <a:prstDash val="solid"/>
            </a:ln>
          </p:spPr>
        </p:sp>
        <p:sp>
          <p:nvSpPr>
            <p:cNvPr id="146" name="panel1__line_145"/>
            <p:cNvSpPr/>
            <p:nvPr/>
          </p:nvSpPr>
          <p:spPr>
            <a:xfrm flipV="1">
              <a:off x="2106367" y="1735598"/>
              <a:ext cx="18782" cy="14113"/>
            </a:xfrm>
            <a:prstGeom prst="line">
              <a:avLst/>
            </a:prstGeom>
            <a:noFill/>
            <a:ln w="14288">
              <a:solidFill>
                <a:srgbClr val="0F4D92"/>
              </a:solidFill>
              <a:prstDash val="solid"/>
            </a:ln>
          </p:spPr>
        </p:sp>
        <p:sp>
          <p:nvSpPr>
            <p:cNvPr id="147" name="panel1__line_146"/>
            <p:cNvSpPr/>
            <p:nvPr/>
          </p:nvSpPr>
          <p:spPr>
            <a:xfrm flipV="1">
              <a:off x="2125148" y="1725300"/>
              <a:ext cx="18782" cy="10298"/>
            </a:xfrm>
            <a:prstGeom prst="line">
              <a:avLst/>
            </a:prstGeom>
            <a:noFill/>
            <a:ln w="14288">
              <a:solidFill>
                <a:srgbClr val="0F4D92"/>
              </a:solidFill>
              <a:prstDash val="solid"/>
            </a:ln>
          </p:spPr>
        </p:sp>
        <p:sp>
          <p:nvSpPr>
            <p:cNvPr id="148" name="panel1__line_147"/>
            <p:cNvSpPr/>
            <p:nvPr/>
          </p:nvSpPr>
          <p:spPr>
            <a:xfrm>
              <a:off x="2143930" y="1725300"/>
              <a:ext cx="18782" cy="7059"/>
            </a:xfrm>
            <a:prstGeom prst="line">
              <a:avLst/>
            </a:prstGeom>
            <a:noFill/>
            <a:ln w="14288">
              <a:solidFill>
                <a:srgbClr val="0F4D92"/>
              </a:solidFill>
              <a:prstDash val="solid"/>
            </a:ln>
          </p:spPr>
        </p:sp>
        <p:sp>
          <p:nvSpPr>
            <p:cNvPr id="149" name="panel1__line_148"/>
            <p:cNvSpPr/>
            <p:nvPr/>
          </p:nvSpPr>
          <p:spPr>
            <a:xfrm>
              <a:off x="2162712" y="1732359"/>
              <a:ext cx="18782" cy="18537"/>
            </a:xfrm>
            <a:prstGeom prst="line">
              <a:avLst/>
            </a:prstGeom>
            <a:noFill/>
            <a:ln w="14288">
              <a:solidFill>
                <a:srgbClr val="0F4D92"/>
              </a:solidFill>
              <a:prstDash val="solid"/>
            </a:ln>
          </p:spPr>
        </p:sp>
        <p:sp>
          <p:nvSpPr>
            <p:cNvPr id="150" name="panel1__line_149"/>
            <p:cNvSpPr/>
            <p:nvPr/>
          </p:nvSpPr>
          <p:spPr>
            <a:xfrm>
              <a:off x="2181493" y="1750896"/>
              <a:ext cx="18782" cy="10418"/>
            </a:xfrm>
            <a:prstGeom prst="line">
              <a:avLst/>
            </a:prstGeom>
            <a:noFill/>
            <a:ln w="14288">
              <a:solidFill>
                <a:srgbClr val="0F4D92"/>
              </a:solidFill>
              <a:prstDash val="solid"/>
            </a:ln>
          </p:spPr>
        </p:sp>
        <p:sp>
          <p:nvSpPr>
            <p:cNvPr id="151" name="panel1__text_150"/>
            <p:cNvSpPr/>
            <p:nvPr/>
          </p:nvSpPr>
          <p:spPr>
            <a:xfrm>
              <a:off x="400050" y="1885950"/>
              <a:ext cx="447675" cy="247650"/>
            </a:xfrm>
            <a:prstGeom prst="rect">
              <a:avLst/>
            </a:prstGeom>
            <a:noFill/>
            <a:ln/>
          </p:spPr>
          <p:txBody>
            <a:bodyPr wrap="none" lIns="0" tIns="0" rIns="0" bIns="0" rtlCol="0" anchor="ctr"/>
            <a:lstStyle/>
            <a:p>
              <a:pPr algn="l" indent="0" marL="0">
                <a:buNone/>
              </a:pPr>
              <a:r>
                <a:rPr lang="en-US" sz="1350" dirty="0">
                  <a:solidFill>
                    <a:srgbClr val="242B32"/>
                  </a:solidFill>
                  <a:latin typeface="Times New Roman" pitchFamily="34" charset="0"/>
                  <a:ea typeface="Times New Roman" pitchFamily="34" charset="-122"/>
                  <a:cs typeface="Times New Roman" pitchFamily="34" charset="-120"/>
                </a:rPr>
                <a:t>ch </a:t>
              </a:r>
              <a:pPr algn="l" indent="0" marL="0">
                <a:buNone/>
              </a:pPr>
              <a:r>
                <a:rPr lang="en-US" sz="1350" i="1" dirty="0">
                  <a:solidFill>
                    <a:srgbClr val="242B32"/>
                  </a:solidFill>
                  <a:latin typeface="Times New Roman" pitchFamily="34" charset="0"/>
                  <a:ea typeface="Times New Roman" pitchFamily="34" charset="-122"/>
                  <a:cs typeface="Times New Roman" pitchFamily="34" charset="-120"/>
                </a:rPr>
                <a:t>C</a:t>
              </a:r>
              <a:endParaRPr lang="en-US" sz="1350" dirty="0"/>
            </a:p>
          </p:txBody>
        </p:sp>
        <p:sp>
          <p:nvSpPr>
            <p:cNvPr id="152" name="panel1__line_151"/>
            <p:cNvSpPr/>
            <p:nvPr/>
          </p:nvSpPr>
          <p:spPr>
            <a:xfrm>
              <a:off x="866775" y="2038350"/>
              <a:ext cx="1333500" cy="0"/>
            </a:xfrm>
            <a:prstGeom prst="line">
              <a:avLst/>
            </a:prstGeom>
            <a:noFill/>
            <a:ln w="6191">
              <a:solidFill>
                <a:srgbClr val="DDE2E6"/>
              </a:solidFill>
              <a:prstDash val="solid"/>
            </a:ln>
          </p:spPr>
        </p:sp>
        <p:sp>
          <p:nvSpPr>
            <p:cNvPr id="153" name="panel1__line_152"/>
            <p:cNvSpPr/>
            <p:nvPr/>
          </p:nvSpPr>
          <p:spPr>
            <a:xfrm>
              <a:off x="866775" y="1934799"/>
              <a:ext cx="18782" cy="19440"/>
            </a:xfrm>
            <a:prstGeom prst="line">
              <a:avLst/>
            </a:prstGeom>
            <a:noFill/>
            <a:ln w="14288">
              <a:solidFill>
                <a:srgbClr val="0F4D92"/>
              </a:solidFill>
              <a:prstDash val="solid"/>
            </a:ln>
          </p:spPr>
        </p:sp>
        <p:sp>
          <p:nvSpPr>
            <p:cNvPr id="154" name="panel1__line_153"/>
            <p:cNvSpPr/>
            <p:nvPr/>
          </p:nvSpPr>
          <p:spPr>
            <a:xfrm>
              <a:off x="885557" y="1954238"/>
              <a:ext cx="18782" cy="49286"/>
            </a:xfrm>
            <a:prstGeom prst="line">
              <a:avLst/>
            </a:prstGeom>
            <a:noFill/>
            <a:ln w="14288">
              <a:solidFill>
                <a:srgbClr val="0F4D92"/>
              </a:solidFill>
              <a:prstDash val="solid"/>
            </a:ln>
          </p:spPr>
        </p:sp>
        <p:sp>
          <p:nvSpPr>
            <p:cNvPr id="155" name="panel1__line_154"/>
            <p:cNvSpPr/>
            <p:nvPr/>
          </p:nvSpPr>
          <p:spPr>
            <a:xfrm>
              <a:off x="904338" y="2003524"/>
              <a:ext cx="18782" cy="48226"/>
            </a:xfrm>
            <a:prstGeom prst="line">
              <a:avLst/>
            </a:prstGeom>
            <a:noFill/>
            <a:ln w="14288">
              <a:solidFill>
                <a:srgbClr val="0F4D92"/>
              </a:solidFill>
              <a:prstDash val="solid"/>
            </a:ln>
          </p:spPr>
        </p:sp>
        <p:sp>
          <p:nvSpPr>
            <p:cNvPr id="156" name="panel1__line_155"/>
            <p:cNvSpPr/>
            <p:nvPr/>
          </p:nvSpPr>
          <p:spPr>
            <a:xfrm>
              <a:off x="923120" y="2051751"/>
              <a:ext cx="18782" cy="20189"/>
            </a:xfrm>
            <a:prstGeom prst="line">
              <a:avLst/>
            </a:prstGeom>
            <a:noFill/>
            <a:ln w="14288">
              <a:solidFill>
                <a:srgbClr val="0F4D92"/>
              </a:solidFill>
              <a:prstDash val="solid"/>
            </a:ln>
          </p:spPr>
        </p:sp>
        <p:sp>
          <p:nvSpPr>
            <p:cNvPr id="157" name="panel1__line_156"/>
            <p:cNvSpPr/>
            <p:nvPr/>
          </p:nvSpPr>
          <p:spPr>
            <a:xfrm flipV="1">
              <a:off x="941902" y="2062092"/>
              <a:ext cx="18782" cy="9847"/>
            </a:xfrm>
            <a:prstGeom prst="line">
              <a:avLst/>
            </a:prstGeom>
            <a:noFill/>
            <a:ln w="14288">
              <a:solidFill>
                <a:srgbClr val="0F4D92"/>
              </a:solidFill>
              <a:prstDash val="solid"/>
            </a:ln>
          </p:spPr>
        </p:sp>
        <p:sp>
          <p:nvSpPr>
            <p:cNvPr id="158" name="panel1__line_157"/>
            <p:cNvSpPr/>
            <p:nvPr/>
          </p:nvSpPr>
          <p:spPr>
            <a:xfrm flipV="1">
              <a:off x="960683" y="2043861"/>
              <a:ext cx="18782" cy="18231"/>
            </a:xfrm>
            <a:prstGeom prst="line">
              <a:avLst/>
            </a:prstGeom>
            <a:noFill/>
            <a:ln w="14288">
              <a:solidFill>
                <a:srgbClr val="0F4D92"/>
              </a:solidFill>
              <a:prstDash val="solid"/>
            </a:ln>
          </p:spPr>
        </p:sp>
        <p:sp>
          <p:nvSpPr>
            <p:cNvPr id="159" name="panel1__line_158"/>
            <p:cNvSpPr/>
            <p:nvPr/>
          </p:nvSpPr>
          <p:spPr>
            <a:xfrm flipV="1">
              <a:off x="979465" y="2040988"/>
              <a:ext cx="18782" cy="2873"/>
            </a:xfrm>
            <a:prstGeom prst="line">
              <a:avLst/>
            </a:prstGeom>
            <a:noFill/>
            <a:ln w="14288">
              <a:solidFill>
                <a:srgbClr val="0F4D92"/>
              </a:solidFill>
              <a:prstDash val="solid"/>
            </a:ln>
          </p:spPr>
        </p:sp>
        <p:sp>
          <p:nvSpPr>
            <p:cNvPr id="160" name="panel1__line_159"/>
            <p:cNvSpPr/>
            <p:nvPr/>
          </p:nvSpPr>
          <p:spPr>
            <a:xfrm>
              <a:off x="998247" y="2040988"/>
              <a:ext cx="18782" cy="16994"/>
            </a:xfrm>
            <a:prstGeom prst="line">
              <a:avLst/>
            </a:prstGeom>
            <a:noFill/>
            <a:ln w="14288">
              <a:solidFill>
                <a:srgbClr val="0F4D92"/>
              </a:solidFill>
              <a:prstDash val="solid"/>
            </a:ln>
          </p:spPr>
        </p:sp>
        <p:sp>
          <p:nvSpPr>
            <p:cNvPr id="161" name="panel1__line_160"/>
            <p:cNvSpPr/>
            <p:nvPr/>
          </p:nvSpPr>
          <p:spPr>
            <a:xfrm>
              <a:off x="1017029" y="2057982"/>
              <a:ext cx="18782" cy="20432"/>
            </a:xfrm>
            <a:prstGeom prst="line">
              <a:avLst/>
            </a:prstGeom>
            <a:noFill/>
            <a:ln w="14288">
              <a:solidFill>
                <a:srgbClr val="0F4D92"/>
              </a:solidFill>
              <a:prstDash val="solid"/>
            </a:ln>
          </p:spPr>
        </p:sp>
        <p:sp>
          <p:nvSpPr>
            <p:cNvPr id="162" name="panel1__line_161"/>
            <p:cNvSpPr/>
            <p:nvPr/>
          </p:nvSpPr>
          <p:spPr>
            <a:xfrm>
              <a:off x="1035810" y="2078414"/>
              <a:ext cx="18782" cy="4712"/>
            </a:xfrm>
            <a:prstGeom prst="line">
              <a:avLst/>
            </a:prstGeom>
            <a:noFill/>
            <a:ln w="14288">
              <a:solidFill>
                <a:srgbClr val="0F4D92"/>
              </a:solidFill>
              <a:prstDash val="solid"/>
            </a:ln>
          </p:spPr>
        </p:sp>
        <p:sp>
          <p:nvSpPr>
            <p:cNvPr id="163" name="panel1__line_162"/>
            <p:cNvSpPr/>
            <p:nvPr/>
          </p:nvSpPr>
          <p:spPr>
            <a:xfrm flipV="1">
              <a:off x="1054592" y="2069817"/>
              <a:ext cx="18782" cy="13309"/>
            </a:xfrm>
            <a:prstGeom prst="line">
              <a:avLst/>
            </a:prstGeom>
            <a:noFill/>
            <a:ln w="14288">
              <a:solidFill>
                <a:srgbClr val="0F4D92"/>
              </a:solidFill>
              <a:prstDash val="solid"/>
            </a:ln>
          </p:spPr>
        </p:sp>
        <p:sp>
          <p:nvSpPr>
            <p:cNvPr id="164" name="panel1__line_163"/>
            <p:cNvSpPr/>
            <p:nvPr/>
          </p:nvSpPr>
          <p:spPr>
            <a:xfrm flipV="1">
              <a:off x="1073374" y="2054758"/>
              <a:ext cx="18782" cy="15059"/>
            </a:xfrm>
            <a:prstGeom prst="line">
              <a:avLst/>
            </a:prstGeom>
            <a:noFill/>
            <a:ln w="14288">
              <a:solidFill>
                <a:srgbClr val="0F4D92"/>
              </a:solidFill>
              <a:prstDash val="solid"/>
            </a:ln>
          </p:spPr>
        </p:sp>
        <p:sp>
          <p:nvSpPr>
            <p:cNvPr id="165" name="panel1__line_164"/>
            <p:cNvSpPr/>
            <p:nvPr/>
          </p:nvSpPr>
          <p:spPr>
            <a:xfrm>
              <a:off x="1092155" y="2054758"/>
              <a:ext cx="18782" cy="450"/>
            </a:xfrm>
            <a:prstGeom prst="line">
              <a:avLst/>
            </a:prstGeom>
            <a:noFill/>
            <a:ln w="14288">
              <a:solidFill>
                <a:srgbClr val="0F4D92"/>
              </a:solidFill>
              <a:prstDash val="solid"/>
            </a:ln>
          </p:spPr>
        </p:sp>
        <p:sp>
          <p:nvSpPr>
            <p:cNvPr id="166" name="panel1__line_165"/>
            <p:cNvSpPr/>
            <p:nvPr/>
          </p:nvSpPr>
          <p:spPr>
            <a:xfrm>
              <a:off x="1110937" y="2055208"/>
              <a:ext cx="18782" cy="14983"/>
            </a:xfrm>
            <a:prstGeom prst="line">
              <a:avLst/>
            </a:prstGeom>
            <a:noFill/>
            <a:ln w="14288">
              <a:solidFill>
                <a:srgbClr val="0F4D92"/>
              </a:solidFill>
              <a:prstDash val="solid"/>
            </a:ln>
          </p:spPr>
        </p:sp>
        <p:sp>
          <p:nvSpPr>
            <p:cNvPr id="167" name="panel1__line_166"/>
            <p:cNvSpPr/>
            <p:nvPr/>
          </p:nvSpPr>
          <p:spPr>
            <a:xfrm>
              <a:off x="1129719" y="2070191"/>
              <a:ext cx="18782" cy="9025"/>
            </a:xfrm>
            <a:prstGeom prst="line">
              <a:avLst/>
            </a:prstGeom>
            <a:noFill/>
            <a:ln w="14288">
              <a:solidFill>
                <a:srgbClr val="0F4D92"/>
              </a:solidFill>
              <a:prstDash val="solid"/>
            </a:ln>
          </p:spPr>
        </p:sp>
        <p:sp>
          <p:nvSpPr>
            <p:cNvPr id="168" name="panel1__line_167"/>
            <p:cNvSpPr/>
            <p:nvPr/>
          </p:nvSpPr>
          <p:spPr>
            <a:xfrm flipV="1">
              <a:off x="1148500" y="2061306"/>
              <a:ext cx="18782" cy="17910"/>
            </a:xfrm>
            <a:prstGeom prst="line">
              <a:avLst/>
            </a:prstGeom>
            <a:noFill/>
            <a:ln w="14288">
              <a:solidFill>
                <a:srgbClr val="0F4D92"/>
              </a:solidFill>
              <a:prstDash val="solid"/>
            </a:ln>
          </p:spPr>
        </p:sp>
        <p:sp>
          <p:nvSpPr>
            <p:cNvPr id="169" name="panel1__line_168"/>
            <p:cNvSpPr/>
            <p:nvPr/>
          </p:nvSpPr>
          <p:spPr>
            <a:xfrm flipV="1">
              <a:off x="1167282" y="2016750"/>
              <a:ext cx="18782" cy="44556"/>
            </a:xfrm>
            <a:prstGeom prst="line">
              <a:avLst/>
            </a:prstGeom>
            <a:noFill/>
            <a:ln w="14288">
              <a:solidFill>
                <a:srgbClr val="0F4D92"/>
              </a:solidFill>
              <a:prstDash val="solid"/>
            </a:ln>
          </p:spPr>
        </p:sp>
        <p:sp>
          <p:nvSpPr>
            <p:cNvPr id="170" name="panel1__line_169"/>
            <p:cNvSpPr/>
            <p:nvPr/>
          </p:nvSpPr>
          <p:spPr>
            <a:xfrm flipV="1">
              <a:off x="1186064" y="1970512"/>
              <a:ext cx="18782" cy="46238"/>
            </a:xfrm>
            <a:prstGeom prst="line">
              <a:avLst/>
            </a:prstGeom>
            <a:noFill/>
            <a:ln w="14288">
              <a:solidFill>
                <a:srgbClr val="0F4D92"/>
              </a:solidFill>
              <a:prstDash val="solid"/>
            </a:ln>
          </p:spPr>
        </p:sp>
        <p:sp>
          <p:nvSpPr>
            <p:cNvPr id="171" name="panel1__line_170"/>
            <p:cNvSpPr/>
            <p:nvPr/>
          </p:nvSpPr>
          <p:spPr>
            <a:xfrm flipV="1">
              <a:off x="1204845" y="1952891"/>
              <a:ext cx="18782" cy="17621"/>
            </a:xfrm>
            <a:prstGeom prst="line">
              <a:avLst/>
            </a:prstGeom>
            <a:noFill/>
            <a:ln w="14288">
              <a:solidFill>
                <a:srgbClr val="0F4D92"/>
              </a:solidFill>
              <a:prstDash val="solid"/>
            </a:ln>
          </p:spPr>
        </p:sp>
        <p:sp>
          <p:nvSpPr>
            <p:cNvPr id="172" name="panel1__line_171"/>
            <p:cNvSpPr/>
            <p:nvPr/>
          </p:nvSpPr>
          <p:spPr>
            <a:xfrm>
              <a:off x="1223627" y="1952891"/>
              <a:ext cx="18782" cy="21403"/>
            </a:xfrm>
            <a:prstGeom prst="line">
              <a:avLst/>
            </a:prstGeom>
            <a:noFill/>
            <a:ln w="14288">
              <a:solidFill>
                <a:srgbClr val="0F4D92"/>
              </a:solidFill>
              <a:prstDash val="solid"/>
            </a:ln>
          </p:spPr>
        </p:sp>
        <p:sp>
          <p:nvSpPr>
            <p:cNvPr id="173" name="panel1__line_172"/>
            <p:cNvSpPr/>
            <p:nvPr/>
          </p:nvSpPr>
          <p:spPr>
            <a:xfrm>
              <a:off x="1242409" y="1974294"/>
              <a:ext cx="18782" cy="42527"/>
            </a:xfrm>
            <a:prstGeom prst="line">
              <a:avLst/>
            </a:prstGeom>
            <a:noFill/>
            <a:ln w="14288">
              <a:solidFill>
                <a:srgbClr val="0F4D92"/>
              </a:solidFill>
              <a:prstDash val="solid"/>
            </a:ln>
          </p:spPr>
        </p:sp>
        <p:sp>
          <p:nvSpPr>
            <p:cNvPr id="174" name="panel1__line_173"/>
            <p:cNvSpPr/>
            <p:nvPr/>
          </p:nvSpPr>
          <p:spPr>
            <a:xfrm>
              <a:off x="1261190" y="2016821"/>
              <a:ext cx="18782" cy="33315"/>
            </a:xfrm>
            <a:prstGeom prst="line">
              <a:avLst/>
            </a:prstGeom>
            <a:noFill/>
            <a:ln w="14288">
              <a:solidFill>
                <a:srgbClr val="0F4D92"/>
              </a:solidFill>
              <a:prstDash val="solid"/>
            </a:ln>
          </p:spPr>
        </p:sp>
        <p:sp>
          <p:nvSpPr>
            <p:cNvPr id="175" name="panel1__line_174"/>
            <p:cNvSpPr/>
            <p:nvPr/>
          </p:nvSpPr>
          <p:spPr>
            <a:xfrm>
              <a:off x="1279972" y="2050135"/>
              <a:ext cx="18782" cy="6837"/>
            </a:xfrm>
            <a:prstGeom prst="line">
              <a:avLst/>
            </a:prstGeom>
            <a:noFill/>
            <a:ln w="14288">
              <a:solidFill>
                <a:srgbClr val="0F4D92"/>
              </a:solidFill>
              <a:prstDash val="solid"/>
            </a:ln>
          </p:spPr>
        </p:sp>
        <p:sp>
          <p:nvSpPr>
            <p:cNvPr id="176" name="panel1__line_175"/>
            <p:cNvSpPr/>
            <p:nvPr/>
          </p:nvSpPr>
          <p:spPr>
            <a:xfrm flipV="1">
              <a:off x="1298754" y="2045263"/>
              <a:ext cx="18782" cy="11709"/>
            </a:xfrm>
            <a:prstGeom prst="line">
              <a:avLst/>
            </a:prstGeom>
            <a:noFill/>
            <a:ln w="14288">
              <a:solidFill>
                <a:srgbClr val="0F4D92"/>
              </a:solidFill>
              <a:prstDash val="solid"/>
            </a:ln>
          </p:spPr>
        </p:sp>
        <p:sp>
          <p:nvSpPr>
            <p:cNvPr id="177" name="panel1__line_176"/>
            <p:cNvSpPr/>
            <p:nvPr/>
          </p:nvSpPr>
          <p:spPr>
            <a:xfrm flipV="1">
              <a:off x="1317536" y="2036885"/>
              <a:ext cx="18782" cy="8378"/>
            </a:xfrm>
            <a:prstGeom prst="line">
              <a:avLst/>
            </a:prstGeom>
            <a:noFill/>
            <a:ln w="14288">
              <a:solidFill>
                <a:srgbClr val="0F4D92"/>
              </a:solidFill>
              <a:prstDash val="solid"/>
            </a:ln>
          </p:spPr>
        </p:sp>
        <p:sp>
          <p:nvSpPr>
            <p:cNvPr id="178" name="panel1__line_177"/>
            <p:cNvSpPr/>
            <p:nvPr/>
          </p:nvSpPr>
          <p:spPr>
            <a:xfrm>
              <a:off x="1336317" y="2036885"/>
              <a:ext cx="18782" cy="8097"/>
            </a:xfrm>
            <a:prstGeom prst="line">
              <a:avLst/>
            </a:prstGeom>
            <a:noFill/>
            <a:ln w="14288">
              <a:solidFill>
                <a:srgbClr val="0F4D92"/>
              </a:solidFill>
              <a:prstDash val="solid"/>
            </a:ln>
          </p:spPr>
        </p:sp>
        <p:sp>
          <p:nvSpPr>
            <p:cNvPr id="179" name="panel1__line_178"/>
            <p:cNvSpPr/>
            <p:nvPr/>
          </p:nvSpPr>
          <p:spPr>
            <a:xfrm>
              <a:off x="1355099" y="2044982"/>
              <a:ext cx="18782" cy="16921"/>
            </a:xfrm>
            <a:prstGeom prst="line">
              <a:avLst/>
            </a:prstGeom>
            <a:noFill/>
            <a:ln w="14288">
              <a:solidFill>
                <a:srgbClr val="0F4D92"/>
              </a:solidFill>
              <a:prstDash val="solid"/>
            </a:ln>
          </p:spPr>
        </p:sp>
        <p:sp>
          <p:nvSpPr>
            <p:cNvPr id="180" name="panel1__line_179"/>
            <p:cNvSpPr/>
            <p:nvPr/>
          </p:nvSpPr>
          <p:spPr>
            <a:xfrm>
              <a:off x="1373881" y="2061903"/>
              <a:ext cx="18782" cy="6915"/>
            </a:xfrm>
            <a:prstGeom prst="line">
              <a:avLst/>
            </a:prstGeom>
            <a:noFill/>
            <a:ln w="14288">
              <a:solidFill>
                <a:srgbClr val="0F4D92"/>
              </a:solidFill>
              <a:prstDash val="solid"/>
            </a:ln>
          </p:spPr>
        </p:sp>
        <p:sp>
          <p:nvSpPr>
            <p:cNvPr id="181" name="panel1__line_180"/>
            <p:cNvSpPr/>
            <p:nvPr/>
          </p:nvSpPr>
          <p:spPr>
            <a:xfrm flipV="1">
              <a:off x="1392662" y="2056729"/>
              <a:ext cx="18782" cy="12089"/>
            </a:xfrm>
            <a:prstGeom prst="line">
              <a:avLst/>
            </a:prstGeom>
            <a:noFill/>
            <a:ln w="14288">
              <a:solidFill>
                <a:srgbClr val="0F4D92"/>
              </a:solidFill>
              <a:prstDash val="solid"/>
            </a:ln>
          </p:spPr>
        </p:sp>
        <p:sp>
          <p:nvSpPr>
            <p:cNvPr id="182" name="panel1__line_181"/>
            <p:cNvSpPr/>
            <p:nvPr/>
          </p:nvSpPr>
          <p:spPr>
            <a:xfrm flipV="1">
              <a:off x="1411444" y="2037498"/>
              <a:ext cx="18782" cy="19230"/>
            </a:xfrm>
            <a:prstGeom prst="line">
              <a:avLst/>
            </a:prstGeom>
            <a:noFill/>
            <a:ln w="14288">
              <a:solidFill>
                <a:srgbClr val="0F4D92"/>
              </a:solidFill>
              <a:prstDash val="solid"/>
            </a:ln>
          </p:spPr>
        </p:sp>
        <p:sp>
          <p:nvSpPr>
            <p:cNvPr id="183" name="panel1__line_182"/>
            <p:cNvSpPr/>
            <p:nvPr/>
          </p:nvSpPr>
          <p:spPr>
            <a:xfrm flipV="1">
              <a:off x="1430226" y="2033295"/>
              <a:ext cx="18782" cy="4204"/>
            </a:xfrm>
            <a:prstGeom prst="line">
              <a:avLst/>
            </a:prstGeom>
            <a:noFill/>
            <a:ln w="14288">
              <a:solidFill>
                <a:srgbClr val="0F4D92"/>
              </a:solidFill>
              <a:prstDash val="solid"/>
            </a:ln>
          </p:spPr>
        </p:sp>
        <p:sp>
          <p:nvSpPr>
            <p:cNvPr id="184" name="panel1__line_183"/>
            <p:cNvSpPr/>
            <p:nvPr/>
          </p:nvSpPr>
          <p:spPr>
            <a:xfrm>
              <a:off x="1449007" y="2033295"/>
              <a:ext cx="18782" cy="20794"/>
            </a:xfrm>
            <a:prstGeom prst="line">
              <a:avLst/>
            </a:prstGeom>
            <a:noFill/>
            <a:ln w="14288">
              <a:solidFill>
                <a:srgbClr val="0F4D92"/>
              </a:solidFill>
              <a:prstDash val="solid"/>
            </a:ln>
          </p:spPr>
        </p:sp>
        <p:sp>
          <p:nvSpPr>
            <p:cNvPr id="185" name="panel1__line_184"/>
            <p:cNvSpPr/>
            <p:nvPr/>
          </p:nvSpPr>
          <p:spPr>
            <a:xfrm>
              <a:off x="1467789" y="2054088"/>
              <a:ext cx="18782" cy="31014"/>
            </a:xfrm>
            <a:prstGeom prst="line">
              <a:avLst/>
            </a:prstGeom>
            <a:noFill/>
            <a:ln w="14288">
              <a:solidFill>
                <a:srgbClr val="0F4D92"/>
              </a:solidFill>
              <a:prstDash val="solid"/>
            </a:ln>
          </p:spPr>
        </p:sp>
        <p:sp>
          <p:nvSpPr>
            <p:cNvPr id="186" name="panel1__line_185"/>
            <p:cNvSpPr/>
            <p:nvPr/>
          </p:nvSpPr>
          <p:spPr>
            <a:xfrm>
              <a:off x="1486571" y="2085102"/>
              <a:ext cx="18782" cy="12275"/>
            </a:xfrm>
            <a:prstGeom prst="line">
              <a:avLst/>
            </a:prstGeom>
            <a:noFill/>
            <a:ln w="14288">
              <a:solidFill>
                <a:srgbClr val="0F4D92"/>
              </a:solidFill>
              <a:prstDash val="solid"/>
            </a:ln>
          </p:spPr>
        </p:sp>
        <p:sp>
          <p:nvSpPr>
            <p:cNvPr id="187" name="panel1__line_186"/>
            <p:cNvSpPr/>
            <p:nvPr/>
          </p:nvSpPr>
          <p:spPr>
            <a:xfrm flipV="1">
              <a:off x="1505352" y="2072895"/>
              <a:ext cx="18782" cy="24482"/>
            </a:xfrm>
            <a:prstGeom prst="line">
              <a:avLst/>
            </a:prstGeom>
            <a:noFill/>
            <a:ln w="14288">
              <a:solidFill>
                <a:srgbClr val="0F4D92"/>
              </a:solidFill>
              <a:prstDash val="solid"/>
            </a:ln>
          </p:spPr>
        </p:sp>
        <p:sp>
          <p:nvSpPr>
            <p:cNvPr id="188" name="panel1__line_187"/>
            <p:cNvSpPr/>
            <p:nvPr/>
          </p:nvSpPr>
          <p:spPr>
            <a:xfrm flipV="1">
              <a:off x="1524134" y="2021522"/>
              <a:ext cx="18782" cy="51373"/>
            </a:xfrm>
            <a:prstGeom prst="line">
              <a:avLst/>
            </a:prstGeom>
            <a:noFill/>
            <a:ln w="14288">
              <a:solidFill>
                <a:srgbClr val="0F4D92"/>
              </a:solidFill>
              <a:prstDash val="solid"/>
            </a:ln>
          </p:spPr>
        </p:sp>
        <p:sp>
          <p:nvSpPr>
            <p:cNvPr id="189" name="panel1__line_188"/>
            <p:cNvSpPr/>
            <p:nvPr/>
          </p:nvSpPr>
          <p:spPr>
            <a:xfrm flipV="1">
              <a:off x="1542916" y="1974002"/>
              <a:ext cx="18782" cy="47520"/>
            </a:xfrm>
            <a:prstGeom prst="line">
              <a:avLst/>
            </a:prstGeom>
            <a:noFill/>
            <a:ln w="14288">
              <a:solidFill>
                <a:srgbClr val="0F4D92"/>
              </a:solidFill>
              <a:prstDash val="solid"/>
            </a:ln>
          </p:spPr>
        </p:sp>
        <p:sp>
          <p:nvSpPr>
            <p:cNvPr id="190" name="panel1__line_189"/>
            <p:cNvSpPr/>
            <p:nvPr/>
          </p:nvSpPr>
          <p:spPr>
            <a:xfrm flipV="1">
              <a:off x="1561698" y="1957003"/>
              <a:ext cx="18782" cy="17000"/>
            </a:xfrm>
            <a:prstGeom prst="line">
              <a:avLst/>
            </a:prstGeom>
            <a:noFill/>
            <a:ln w="14288">
              <a:solidFill>
                <a:srgbClr val="0F4D92"/>
              </a:solidFill>
              <a:prstDash val="solid"/>
            </a:ln>
          </p:spPr>
        </p:sp>
        <p:sp>
          <p:nvSpPr>
            <p:cNvPr id="191" name="panel1__line_190"/>
            <p:cNvSpPr/>
            <p:nvPr/>
          </p:nvSpPr>
          <p:spPr>
            <a:xfrm>
              <a:off x="1580479" y="1957003"/>
              <a:ext cx="18782" cy="15547"/>
            </a:xfrm>
            <a:prstGeom prst="line">
              <a:avLst/>
            </a:prstGeom>
            <a:noFill/>
            <a:ln w="14288">
              <a:solidFill>
                <a:srgbClr val="0F4D92"/>
              </a:solidFill>
              <a:prstDash val="solid"/>
            </a:ln>
          </p:spPr>
        </p:sp>
        <p:sp>
          <p:nvSpPr>
            <p:cNvPr id="192" name="panel1__line_191"/>
            <p:cNvSpPr/>
            <p:nvPr/>
          </p:nvSpPr>
          <p:spPr>
            <a:xfrm>
              <a:off x="1599261" y="1972550"/>
              <a:ext cx="18782" cy="27238"/>
            </a:xfrm>
            <a:prstGeom prst="line">
              <a:avLst/>
            </a:prstGeom>
            <a:noFill/>
            <a:ln w="14288">
              <a:solidFill>
                <a:srgbClr val="0F4D92"/>
              </a:solidFill>
              <a:prstDash val="solid"/>
            </a:ln>
          </p:spPr>
        </p:sp>
        <p:sp>
          <p:nvSpPr>
            <p:cNvPr id="193" name="panel1__line_192"/>
            <p:cNvSpPr/>
            <p:nvPr/>
          </p:nvSpPr>
          <p:spPr>
            <a:xfrm>
              <a:off x="1618043" y="1999788"/>
              <a:ext cx="18782" cy="16400"/>
            </a:xfrm>
            <a:prstGeom prst="line">
              <a:avLst/>
            </a:prstGeom>
            <a:noFill/>
            <a:ln w="14288">
              <a:solidFill>
                <a:srgbClr val="0F4D92"/>
              </a:solidFill>
              <a:prstDash val="solid"/>
            </a:ln>
          </p:spPr>
        </p:sp>
        <p:sp>
          <p:nvSpPr>
            <p:cNvPr id="194" name="panel1__line_193"/>
            <p:cNvSpPr/>
            <p:nvPr/>
          </p:nvSpPr>
          <p:spPr>
            <a:xfrm>
              <a:off x="1636824" y="2016188"/>
              <a:ext cx="18782" cy="1477"/>
            </a:xfrm>
            <a:prstGeom prst="line">
              <a:avLst/>
            </a:prstGeom>
            <a:noFill/>
            <a:ln w="14288">
              <a:solidFill>
                <a:srgbClr val="0F4D92"/>
              </a:solidFill>
              <a:prstDash val="solid"/>
            </a:ln>
          </p:spPr>
        </p:sp>
        <p:sp>
          <p:nvSpPr>
            <p:cNvPr id="195" name="panel1__line_194"/>
            <p:cNvSpPr/>
            <p:nvPr/>
          </p:nvSpPr>
          <p:spPr>
            <a:xfrm>
              <a:off x="1655606" y="2017665"/>
              <a:ext cx="18782" cy="1404"/>
            </a:xfrm>
            <a:prstGeom prst="line">
              <a:avLst/>
            </a:prstGeom>
            <a:noFill/>
            <a:ln w="14288">
              <a:solidFill>
                <a:srgbClr val="0F4D92"/>
              </a:solidFill>
              <a:prstDash val="solid"/>
            </a:ln>
          </p:spPr>
        </p:sp>
        <p:sp>
          <p:nvSpPr>
            <p:cNvPr id="196" name="panel1__line_195"/>
            <p:cNvSpPr/>
            <p:nvPr/>
          </p:nvSpPr>
          <p:spPr>
            <a:xfrm>
              <a:off x="1674388" y="2019069"/>
              <a:ext cx="18782" cy="16775"/>
            </a:xfrm>
            <a:prstGeom prst="line">
              <a:avLst/>
            </a:prstGeom>
            <a:noFill/>
            <a:ln w="14288">
              <a:solidFill>
                <a:srgbClr val="0F4D92"/>
              </a:solidFill>
              <a:prstDash val="solid"/>
            </a:ln>
          </p:spPr>
        </p:sp>
        <p:sp>
          <p:nvSpPr>
            <p:cNvPr id="197" name="panel1__line_196"/>
            <p:cNvSpPr/>
            <p:nvPr/>
          </p:nvSpPr>
          <p:spPr>
            <a:xfrm>
              <a:off x="1693169" y="2035843"/>
              <a:ext cx="18782" cy="29916"/>
            </a:xfrm>
            <a:prstGeom prst="line">
              <a:avLst/>
            </a:prstGeom>
            <a:noFill/>
            <a:ln w="14288">
              <a:solidFill>
                <a:srgbClr val="0F4D92"/>
              </a:solidFill>
              <a:prstDash val="solid"/>
            </a:ln>
          </p:spPr>
        </p:sp>
        <p:sp>
          <p:nvSpPr>
            <p:cNvPr id="198" name="panel1__line_197"/>
            <p:cNvSpPr/>
            <p:nvPr/>
          </p:nvSpPr>
          <p:spPr>
            <a:xfrm>
              <a:off x="1711951" y="2065759"/>
              <a:ext cx="18782" cy="23440"/>
            </a:xfrm>
            <a:prstGeom prst="line">
              <a:avLst/>
            </a:prstGeom>
            <a:noFill/>
            <a:ln w="14288">
              <a:solidFill>
                <a:srgbClr val="0F4D92"/>
              </a:solidFill>
              <a:prstDash val="solid"/>
            </a:ln>
          </p:spPr>
        </p:sp>
        <p:sp>
          <p:nvSpPr>
            <p:cNvPr id="199" name="panel1__line_198"/>
            <p:cNvSpPr/>
            <p:nvPr/>
          </p:nvSpPr>
          <p:spPr>
            <a:xfrm flipV="1">
              <a:off x="1730733" y="2088094"/>
              <a:ext cx="18782" cy="1106"/>
            </a:xfrm>
            <a:prstGeom prst="line">
              <a:avLst/>
            </a:prstGeom>
            <a:noFill/>
            <a:ln w="14288">
              <a:solidFill>
                <a:srgbClr val="0F4D92"/>
              </a:solidFill>
              <a:prstDash val="solid"/>
            </a:ln>
          </p:spPr>
        </p:sp>
        <p:sp>
          <p:nvSpPr>
            <p:cNvPr id="200" name="panel1__line_199"/>
            <p:cNvSpPr/>
            <p:nvPr/>
          </p:nvSpPr>
          <p:spPr>
            <a:xfrm flipV="1">
              <a:off x="1749514" y="2065016"/>
              <a:ext cx="18782" cy="23079"/>
            </a:xfrm>
            <a:prstGeom prst="line">
              <a:avLst/>
            </a:prstGeom>
            <a:noFill/>
            <a:ln w="14288">
              <a:solidFill>
                <a:srgbClr val="0F4D92"/>
              </a:solidFill>
              <a:prstDash val="solid"/>
            </a:ln>
          </p:spPr>
        </p:sp>
        <p:sp>
          <p:nvSpPr>
            <p:cNvPr id="201" name="panel1__line_200"/>
            <p:cNvSpPr/>
            <p:nvPr/>
          </p:nvSpPr>
          <p:spPr>
            <a:xfrm flipV="1">
              <a:off x="1768296" y="2043166"/>
              <a:ext cx="18782" cy="21850"/>
            </a:xfrm>
            <a:prstGeom prst="line">
              <a:avLst/>
            </a:prstGeom>
            <a:noFill/>
            <a:ln w="14288">
              <a:solidFill>
                <a:srgbClr val="0F4D92"/>
              </a:solidFill>
              <a:prstDash val="solid"/>
            </a:ln>
          </p:spPr>
        </p:sp>
        <p:sp>
          <p:nvSpPr>
            <p:cNvPr id="202" name="panel1__line_201"/>
            <p:cNvSpPr/>
            <p:nvPr/>
          </p:nvSpPr>
          <p:spPr>
            <a:xfrm>
              <a:off x="1787078" y="2043166"/>
              <a:ext cx="18782" cy="2812"/>
            </a:xfrm>
            <a:prstGeom prst="line">
              <a:avLst/>
            </a:prstGeom>
            <a:noFill/>
            <a:ln w="14288">
              <a:solidFill>
                <a:srgbClr val="0F4D92"/>
              </a:solidFill>
              <a:prstDash val="solid"/>
            </a:ln>
          </p:spPr>
        </p:sp>
        <p:sp>
          <p:nvSpPr>
            <p:cNvPr id="203" name="panel1__line_202"/>
            <p:cNvSpPr/>
            <p:nvPr/>
          </p:nvSpPr>
          <p:spPr>
            <a:xfrm>
              <a:off x="1805860" y="2045977"/>
              <a:ext cx="18782" cy="28844"/>
            </a:xfrm>
            <a:prstGeom prst="line">
              <a:avLst/>
            </a:prstGeom>
            <a:noFill/>
            <a:ln w="14288">
              <a:solidFill>
                <a:srgbClr val="0F4D92"/>
              </a:solidFill>
              <a:prstDash val="solid"/>
            </a:ln>
          </p:spPr>
        </p:sp>
        <p:sp>
          <p:nvSpPr>
            <p:cNvPr id="204" name="panel1__line_203"/>
            <p:cNvSpPr/>
            <p:nvPr/>
          </p:nvSpPr>
          <p:spPr>
            <a:xfrm>
              <a:off x="1824641" y="2074821"/>
              <a:ext cx="18782" cy="31055"/>
            </a:xfrm>
            <a:prstGeom prst="line">
              <a:avLst/>
            </a:prstGeom>
            <a:noFill/>
            <a:ln w="14288">
              <a:solidFill>
                <a:srgbClr val="0F4D92"/>
              </a:solidFill>
              <a:prstDash val="solid"/>
            </a:ln>
          </p:spPr>
        </p:sp>
        <p:sp>
          <p:nvSpPr>
            <p:cNvPr id="205" name="panel1__line_204"/>
            <p:cNvSpPr/>
            <p:nvPr/>
          </p:nvSpPr>
          <p:spPr>
            <a:xfrm>
              <a:off x="1843423" y="2105876"/>
              <a:ext cx="18782" cy="3994"/>
            </a:xfrm>
            <a:prstGeom prst="line">
              <a:avLst/>
            </a:prstGeom>
            <a:noFill/>
            <a:ln w="14288">
              <a:solidFill>
                <a:srgbClr val="0F4D92"/>
              </a:solidFill>
              <a:prstDash val="solid"/>
            </a:ln>
          </p:spPr>
        </p:sp>
        <p:sp>
          <p:nvSpPr>
            <p:cNvPr id="206" name="panel1__line_205"/>
            <p:cNvSpPr/>
            <p:nvPr/>
          </p:nvSpPr>
          <p:spPr>
            <a:xfrm flipV="1">
              <a:off x="1862205" y="2077230"/>
              <a:ext cx="18782" cy="32639"/>
            </a:xfrm>
            <a:prstGeom prst="line">
              <a:avLst/>
            </a:prstGeom>
            <a:noFill/>
            <a:ln w="14288">
              <a:solidFill>
                <a:srgbClr val="0F4D92"/>
              </a:solidFill>
              <a:prstDash val="solid"/>
            </a:ln>
          </p:spPr>
        </p:sp>
        <p:sp>
          <p:nvSpPr>
            <p:cNvPr id="207" name="panel1__line_206"/>
            <p:cNvSpPr/>
            <p:nvPr/>
          </p:nvSpPr>
          <p:spPr>
            <a:xfrm flipV="1">
              <a:off x="1880986" y="2026072"/>
              <a:ext cx="18782" cy="51158"/>
            </a:xfrm>
            <a:prstGeom prst="line">
              <a:avLst/>
            </a:prstGeom>
            <a:noFill/>
            <a:ln w="14288">
              <a:solidFill>
                <a:srgbClr val="0F4D92"/>
              </a:solidFill>
              <a:prstDash val="solid"/>
            </a:ln>
          </p:spPr>
        </p:sp>
        <p:sp>
          <p:nvSpPr>
            <p:cNvPr id="208" name="panel1__line_207"/>
            <p:cNvSpPr/>
            <p:nvPr/>
          </p:nvSpPr>
          <p:spPr>
            <a:xfrm flipV="1">
              <a:off x="1899768" y="1986226"/>
              <a:ext cx="18782" cy="39846"/>
            </a:xfrm>
            <a:prstGeom prst="line">
              <a:avLst/>
            </a:prstGeom>
            <a:noFill/>
            <a:ln w="14288">
              <a:solidFill>
                <a:srgbClr val="0F4D92"/>
              </a:solidFill>
              <a:prstDash val="solid"/>
            </a:ln>
          </p:spPr>
        </p:sp>
        <p:sp>
          <p:nvSpPr>
            <p:cNvPr id="209" name="panel1__line_208"/>
            <p:cNvSpPr/>
            <p:nvPr/>
          </p:nvSpPr>
          <p:spPr>
            <a:xfrm flipV="1">
              <a:off x="1918550" y="1974396"/>
              <a:ext cx="18782" cy="11831"/>
            </a:xfrm>
            <a:prstGeom prst="line">
              <a:avLst/>
            </a:prstGeom>
            <a:noFill/>
            <a:ln w="14288">
              <a:solidFill>
                <a:srgbClr val="0F4D92"/>
              </a:solidFill>
              <a:prstDash val="solid"/>
            </a:ln>
          </p:spPr>
        </p:sp>
        <p:sp>
          <p:nvSpPr>
            <p:cNvPr id="210" name="panel1__line_209"/>
            <p:cNvSpPr/>
            <p:nvPr/>
          </p:nvSpPr>
          <p:spPr>
            <a:xfrm>
              <a:off x="1937331" y="1974396"/>
              <a:ext cx="18782" cy="8659"/>
            </a:xfrm>
            <a:prstGeom prst="line">
              <a:avLst/>
            </a:prstGeom>
            <a:noFill/>
            <a:ln w="14288">
              <a:solidFill>
                <a:srgbClr val="0F4D92"/>
              </a:solidFill>
              <a:prstDash val="solid"/>
            </a:ln>
          </p:spPr>
        </p:sp>
        <p:sp>
          <p:nvSpPr>
            <p:cNvPr id="211" name="panel1__line_210"/>
            <p:cNvSpPr/>
            <p:nvPr/>
          </p:nvSpPr>
          <p:spPr>
            <a:xfrm>
              <a:off x="1956113" y="1983055"/>
              <a:ext cx="18782" cy="9064"/>
            </a:xfrm>
            <a:prstGeom prst="line">
              <a:avLst/>
            </a:prstGeom>
            <a:noFill/>
            <a:ln w="14288">
              <a:solidFill>
                <a:srgbClr val="0F4D92"/>
              </a:solidFill>
              <a:prstDash val="solid"/>
            </a:ln>
          </p:spPr>
        </p:sp>
        <p:sp>
          <p:nvSpPr>
            <p:cNvPr id="212" name="panel1__line_211"/>
            <p:cNvSpPr/>
            <p:nvPr/>
          </p:nvSpPr>
          <p:spPr>
            <a:xfrm flipV="1">
              <a:off x="1974895" y="1990798"/>
              <a:ext cx="18782" cy="1321"/>
            </a:xfrm>
            <a:prstGeom prst="line">
              <a:avLst/>
            </a:prstGeom>
            <a:noFill/>
            <a:ln w="14288">
              <a:solidFill>
                <a:srgbClr val="0F4D92"/>
              </a:solidFill>
              <a:prstDash val="solid"/>
            </a:ln>
          </p:spPr>
        </p:sp>
        <p:sp>
          <p:nvSpPr>
            <p:cNvPr id="213" name="panel1__line_212"/>
            <p:cNvSpPr/>
            <p:nvPr/>
          </p:nvSpPr>
          <p:spPr>
            <a:xfrm flipV="1">
              <a:off x="1993676" y="1987943"/>
              <a:ext cx="18782" cy="2855"/>
            </a:xfrm>
            <a:prstGeom prst="line">
              <a:avLst/>
            </a:prstGeom>
            <a:noFill/>
            <a:ln w="14288">
              <a:solidFill>
                <a:srgbClr val="0F4D92"/>
              </a:solidFill>
              <a:prstDash val="solid"/>
            </a:ln>
          </p:spPr>
        </p:sp>
        <p:sp>
          <p:nvSpPr>
            <p:cNvPr id="214" name="panel1__line_213"/>
            <p:cNvSpPr/>
            <p:nvPr/>
          </p:nvSpPr>
          <p:spPr>
            <a:xfrm>
              <a:off x="2012458" y="1987943"/>
              <a:ext cx="18782" cy="13117"/>
            </a:xfrm>
            <a:prstGeom prst="line">
              <a:avLst/>
            </a:prstGeom>
            <a:noFill/>
            <a:ln w="14288">
              <a:solidFill>
                <a:srgbClr val="0F4D92"/>
              </a:solidFill>
              <a:prstDash val="solid"/>
            </a:ln>
          </p:spPr>
        </p:sp>
        <p:sp>
          <p:nvSpPr>
            <p:cNvPr id="215" name="panel1__line_214"/>
            <p:cNvSpPr/>
            <p:nvPr/>
          </p:nvSpPr>
          <p:spPr>
            <a:xfrm>
              <a:off x="2031240" y="2001060"/>
              <a:ext cx="18782" cy="34277"/>
            </a:xfrm>
            <a:prstGeom prst="line">
              <a:avLst/>
            </a:prstGeom>
            <a:noFill/>
            <a:ln w="14288">
              <a:solidFill>
                <a:srgbClr val="0F4D92"/>
              </a:solidFill>
              <a:prstDash val="solid"/>
            </a:ln>
          </p:spPr>
        </p:sp>
        <p:sp>
          <p:nvSpPr>
            <p:cNvPr id="216" name="panel1__line_215"/>
            <p:cNvSpPr/>
            <p:nvPr/>
          </p:nvSpPr>
          <p:spPr>
            <a:xfrm>
              <a:off x="2050021" y="2035337"/>
              <a:ext cx="18782" cy="38767"/>
            </a:xfrm>
            <a:prstGeom prst="line">
              <a:avLst/>
            </a:prstGeom>
            <a:noFill/>
            <a:ln w="14288">
              <a:solidFill>
                <a:srgbClr val="0F4D92"/>
              </a:solidFill>
              <a:prstDash val="solid"/>
            </a:ln>
          </p:spPr>
        </p:sp>
        <p:sp>
          <p:nvSpPr>
            <p:cNvPr id="217" name="panel1__line_216"/>
            <p:cNvSpPr/>
            <p:nvPr/>
          </p:nvSpPr>
          <p:spPr>
            <a:xfrm>
              <a:off x="2068803" y="2074104"/>
              <a:ext cx="18782" cy="17219"/>
            </a:xfrm>
            <a:prstGeom prst="line">
              <a:avLst/>
            </a:prstGeom>
            <a:noFill/>
            <a:ln w="14288">
              <a:solidFill>
                <a:srgbClr val="0F4D92"/>
              </a:solidFill>
              <a:prstDash val="solid"/>
            </a:ln>
          </p:spPr>
        </p:sp>
        <p:sp>
          <p:nvSpPr>
            <p:cNvPr id="218" name="panel1__line_217"/>
            <p:cNvSpPr/>
            <p:nvPr/>
          </p:nvSpPr>
          <p:spPr>
            <a:xfrm flipV="1">
              <a:off x="2087585" y="2075231"/>
              <a:ext cx="18782" cy="16092"/>
            </a:xfrm>
            <a:prstGeom prst="line">
              <a:avLst/>
            </a:prstGeom>
            <a:noFill/>
            <a:ln w="14288">
              <a:solidFill>
                <a:srgbClr val="0F4D92"/>
              </a:solidFill>
              <a:prstDash val="solid"/>
            </a:ln>
          </p:spPr>
        </p:sp>
        <p:sp>
          <p:nvSpPr>
            <p:cNvPr id="219" name="panel1__line_218"/>
            <p:cNvSpPr/>
            <p:nvPr/>
          </p:nvSpPr>
          <p:spPr>
            <a:xfrm flipV="1">
              <a:off x="2106367" y="2040792"/>
              <a:ext cx="18782" cy="34439"/>
            </a:xfrm>
            <a:prstGeom prst="line">
              <a:avLst/>
            </a:prstGeom>
            <a:noFill/>
            <a:ln w="14288">
              <a:solidFill>
                <a:srgbClr val="0F4D92"/>
              </a:solidFill>
              <a:prstDash val="solid"/>
            </a:ln>
          </p:spPr>
        </p:sp>
        <p:sp>
          <p:nvSpPr>
            <p:cNvPr id="220" name="panel1__line_219"/>
            <p:cNvSpPr/>
            <p:nvPr/>
          </p:nvSpPr>
          <p:spPr>
            <a:xfrm flipV="1">
              <a:off x="2125148" y="2018326"/>
              <a:ext cx="18782" cy="22466"/>
            </a:xfrm>
            <a:prstGeom prst="line">
              <a:avLst/>
            </a:prstGeom>
            <a:noFill/>
            <a:ln w="14288">
              <a:solidFill>
                <a:srgbClr val="0F4D92"/>
              </a:solidFill>
              <a:prstDash val="solid"/>
            </a:ln>
          </p:spPr>
        </p:sp>
        <p:sp>
          <p:nvSpPr>
            <p:cNvPr id="221" name="panel1__line_220"/>
            <p:cNvSpPr/>
            <p:nvPr/>
          </p:nvSpPr>
          <p:spPr>
            <a:xfrm>
              <a:off x="2143930" y="2018326"/>
              <a:ext cx="18782" cy="9429"/>
            </a:xfrm>
            <a:prstGeom prst="line">
              <a:avLst/>
            </a:prstGeom>
            <a:noFill/>
            <a:ln w="14288">
              <a:solidFill>
                <a:srgbClr val="0F4D92"/>
              </a:solidFill>
              <a:prstDash val="solid"/>
            </a:ln>
          </p:spPr>
        </p:sp>
        <p:sp>
          <p:nvSpPr>
            <p:cNvPr id="222" name="panel1__line_221"/>
            <p:cNvSpPr/>
            <p:nvPr/>
          </p:nvSpPr>
          <p:spPr>
            <a:xfrm>
              <a:off x="2162712" y="2027755"/>
              <a:ext cx="18782" cy="33802"/>
            </a:xfrm>
            <a:prstGeom prst="line">
              <a:avLst/>
            </a:prstGeom>
            <a:noFill/>
            <a:ln w="14288">
              <a:solidFill>
                <a:srgbClr val="0F4D92"/>
              </a:solidFill>
              <a:prstDash val="solid"/>
            </a:ln>
          </p:spPr>
        </p:sp>
        <p:sp>
          <p:nvSpPr>
            <p:cNvPr id="223" name="panel1__line_222"/>
            <p:cNvSpPr/>
            <p:nvPr/>
          </p:nvSpPr>
          <p:spPr>
            <a:xfrm>
              <a:off x="2181493" y="2061557"/>
              <a:ext cx="18782" cy="30234"/>
            </a:xfrm>
            <a:prstGeom prst="line">
              <a:avLst/>
            </a:prstGeom>
            <a:noFill/>
            <a:ln w="14288">
              <a:solidFill>
                <a:srgbClr val="0F4D92"/>
              </a:solidFill>
              <a:prstDash val="solid"/>
            </a:ln>
          </p:spPr>
        </p:sp>
        <p:sp>
          <p:nvSpPr>
            <p:cNvPr id="224" name="panel1__text_223"/>
            <p:cNvSpPr/>
            <p:nvPr/>
          </p:nvSpPr>
          <p:spPr>
            <a:xfrm>
              <a:off x="2524125" y="866775"/>
              <a:ext cx="1666875" cy="247650"/>
            </a:xfrm>
            <a:prstGeom prst="rect">
              <a:avLst/>
            </a:prstGeom>
            <a:noFill/>
            <a:ln/>
          </p:spPr>
          <p:txBody>
            <a:bodyPr wrap="none" lIns="0" tIns="0" rIns="0" bIns="0" rtlCol="0" anchor="ctr"/>
            <a:lstStyle/>
            <a:p>
              <a:pPr algn="ctr" indent="0" marL="0">
                <a:buNone/>
              </a:pPr>
              <a:r>
                <a:rPr lang="en-US" sz="1575" dirty="0">
                  <a:solidFill>
                    <a:srgbClr val="242B32"/>
                  </a:solidFill>
                  <a:latin typeface="Times New Roman" pitchFamily="34" charset="0"/>
                  <a:ea typeface="Times New Roman" pitchFamily="34" charset="-122"/>
                  <a:cs typeface="Times New Roman" pitchFamily="34" charset="-120"/>
                </a:rPr>
                <a:t>Candidate domain</a:t>
              </a:r>
              <a:endParaRPr lang="en-US" sz="1575" dirty="0"/>
            </a:p>
          </p:txBody>
        </p:sp>
        <p:sp>
          <p:nvSpPr>
            <p:cNvPr id="225" name="panel1__text_224"/>
            <p:cNvSpPr/>
            <p:nvPr/>
          </p:nvSpPr>
          <p:spPr>
            <a:xfrm>
              <a:off x="3181350" y="1095375"/>
              <a:ext cx="209550" cy="190500"/>
            </a:xfrm>
            <a:prstGeom prst="rect">
              <a:avLst/>
            </a:prstGeom>
            <a:noFill/>
            <a:ln/>
          </p:spPr>
          <p:txBody>
            <a:bodyPr wrap="none" lIns="0" tIns="0" rIns="0" bIns="0" rtlCol="0" anchor="ctr"/>
            <a:lstStyle/>
            <a:p>
              <a:pPr algn="ctr" indent="0" marL="0">
                <a:buNone/>
              </a:pPr>
              <a:r>
                <a:rPr lang="en-US" sz="1650" i="1" dirty="0">
                  <a:solidFill>
                    <a:srgbClr val="242B32"/>
                  </a:solidFill>
                  <a:latin typeface="Times New Roman" pitchFamily="34" charset="0"/>
                  <a:ea typeface="Times New Roman" pitchFamily="34" charset="-122"/>
                  <a:cs typeface="Times New Roman" pitchFamily="34" charset="-120"/>
                </a:rPr>
                <a:t>p</a:t>
              </a:r>
              <a:endParaRPr lang="en-US" sz="1650" dirty="0"/>
            </a:p>
          </p:txBody>
        </p:sp>
        <p:sp>
          <p:nvSpPr>
            <p:cNvPr id="226" name="panel1__text_225"/>
            <p:cNvSpPr/>
            <p:nvPr/>
          </p:nvSpPr>
          <p:spPr>
            <a:xfrm>
              <a:off x="2552700" y="1552575"/>
              <a:ext cx="209550" cy="219075"/>
            </a:xfrm>
            <a:prstGeom prst="rect">
              <a:avLst/>
            </a:prstGeom>
            <a:noFill/>
            <a:ln/>
          </p:spPr>
          <p:txBody>
            <a:bodyPr wrap="none" lIns="0" tIns="0" rIns="0" bIns="0" rtlCol="0" anchor="ctr"/>
            <a:lstStyle/>
            <a:p>
              <a:pPr algn="ctr" indent="0" marL="0">
                <a:buNone/>
              </a:pPr>
              <a:r>
                <a:rPr lang="en-US" sz="1650" i="1" dirty="0">
                  <a:solidFill>
                    <a:srgbClr val="242B32"/>
                  </a:solidFill>
                  <a:latin typeface="Times New Roman" pitchFamily="34" charset="0"/>
                  <a:ea typeface="Times New Roman" pitchFamily="34" charset="-122"/>
                  <a:cs typeface="Times New Roman" pitchFamily="34" charset="-120"/>
                </a:rPr>
                <a:t>q</a:t>
              </a:r>
              <a:endParaRPr lang="en-US" sz="1650" dirty="0"/>
            </a:p>
          </p:txBody>
        </p:sp>
        <p:sp>
          <p:nvSpPr>
            <p:cNvPr id="227" name="panel1__rect_226"/>
            <p:cNvSpPr/>
            <p:nvPr/>
          </p:nvSpPr>
          <p:spPr>
            <a:xfrm>
              <a:off x="2876550" y="1314450"/>
              <a:ext cx="209550" cy="171450"/>
            </a:xfrm>
            <a:prstGeom prst="rect">
              <a:avLst>
                <a:gd name="adj" fmla="val 53333"/>
              </a:avLst>
            </a:prstGeom>
            <a:solidFill>
              <a:srgbClr val="E6E9EC"/>
            </a:solidFill>
            <a:ln w="6667">
              <a:solidFill>
                <a:srgbClr val="AEB7C0"/>
              </a:solidFill>
              <a:prstDash val="solid"/>
            </a:ln>
          </p:spPr>
        </p:sp>
        <p:sp>
          <p:nvSpPr>
            <p:cNvPr id="228" name="panel1__line_227"/>
            <p:cNvSpPr/>
            <p:nvPr/>
          </p:nvSpPr>
          <p:spPr>
            <a:xfrm>
              <a:off x="2905125" y="1343025"/>
              <a:ext cx="152400" cy="114300"/>
            </a:xfrm>
            <a:prstGeom prst="line">
              <a:avLst/>
            </a:prstGeom>
            <a:noFill/>
            <a:ln w="6667">
              <a:solidFill>
                <a:srgbClr val="A9B2BB"/>
              </a:solidFill>
              <a:prstDash val="solid"/>
            </a:ln>
          </p:spPr>
        </p:sp>
        <p:sp>
          <p:nvSpPr>
            <p:cNvPr id="229" name="panel1__line_228"/>
            <p:cNvSpPr/>
            <p:nvPr/>
          </p:nvSpPr>
          <p:spPr>
            <a:xfrm>
              <a:off x="2905125" y="1409700"/>
              <a:ext cx="66675" cy="47625"/>
            </a:xfrm>
            <a:prstGeom prst="line">
              <a:avLst/>
            </a:prstGeom>
            <a:noFill/>
            <a:ln w="6667">
              <a:solidFill>
                <a:srgbClr val="A9B2BB"/>
              </a:solidFill>
              <a:prstDash val="solid"/>
            </a:ln>
          </p:spPr>
        </p:sp>
        <p:sp>
          <p:nvSpPr>
            <p:cNvPr id="230" name="panel1__rect_229"/>
            <p:cNvSpPr/>
            <p:nvPr/>
          </p:nvSpPr>
          <p:spPr>
            <a:xfrm>
              <a:off x="3114675" y="1314450"/>
              <a:ext cx="209550" cy="171450"/>
            </a:xfrm>
            <a:prstGeom prst="rect">
              <a:avLst>
                <a:gd name="adj" fmla="val 53333"/>
              </a:avLst>
            </a:prstGeom>
            <a:solidFill>
              <a:srgbClr val="E6E9EC"/>
            </a:solidFill>
            <a:ln w="6667">
              <a:solidFill>
                <a:srgbClr val="AEB7C0"/>
              </a:solidFill>
              <a:prstDash val="solid"/>
            </a:ln>
          </p:spPr>
        </p:sp>
        <p:sp>
          <p:nvSpPr>
            <p:cNvPr id="231" name="panel1__line_230"/>
            <p:cNvSpPr/>
            <p:nvPr/>
          </p:nvSpPr>
          <p:spPr>
            <a:xfrm>
              <a:off x="3143250" y="1343025"/>
              <a:ext cx="152400" cy="114300"/>
            </a:xfrm>
            <a:prstGeom prst="line">
              <a:avLst/>
            </a:prstGeom>
            <a:noFill/>
            <a:ln w="6667">
              <a:solidFill>
                <a:srgbClr val="A9B2BB"/>
              </a:solidFill>
              <a:prstDash val="solid"/>
            </a:ln>
          </p:spPr>
        </p:sp>
        <p:sp>
          <p:nvSpPr>
            <p:cNvPr id="232" name="panel1__line_231"/>
            <p:cNvSpPr/>
            <p:nvPr/>
          </p:nvSpPr>
          <p:spPr>
            <a:xfrm>
              <a:off x="3143250" y="1409700"/>
              <a:ext cx="66675" cy="47625"/>
            </a:xfrm>
            <a:prstGeom prst="line">
              <a:avLst/>
            </a:prstGeom>
            <a:noFill/>
            <a:ln w="6667">
              <a:solidFill>
                <a:srgbClr val="A9B2BB"/>
              </a:solidFill>
              <a:prstDash val="solid"/>
            </a:ln>
          </p:spPr>
        </p:sp>
        <p:sp>
          <p:nvSpPr>
            <p:cNvPr id="233" name="panel1__rect_232"/>
            <p:cNvSpPr/>
            <p:nvPr/>
          </p:nvSpPr>
          <p:spPr>
            <a:xfrm>
              <a:off x="3352800" y="1314450"/>
              <a:ext cx="209550" cy="171450"/>
            </a:xfrm>
            <a:prstGeom prst="rect">
              <a:avLst>
                <a:gd name="adj" fmla="val 53333"/>
              </a:avLst>
            </a:prstGeom>
            <a:solidFill>
              <a:srgbClr val="E6E9EC"/>
            </a:solidFill>
            <a:ln w="6667">
              <a:solidFill>
                <a:srgbClr val="AEB7C0"/>
              </a:solidFill>
              <a:prstDash val="solid"/>
            </a:ln>
          </p:spPr>
        </p:sp>
        <p:sp>
          <p:nvSpPr>
            <p:cNvPr id="234" name="panel1__line_233"/>
            <p:cNvSpPr/>
            <p:nvPr/>
          </p:nvSpPr>
          <p:spPr>
            <a:xfrm>
              <a:off x="3381375" y="1343025"/>
              <a:ext cx="152400" cy="114300"/>
            </a:xfrm>
            <a:prstGeom prst="line">
              <a:avLst/>
            </a:prstGeom>
            <a:noFill/>
            <a:ln w="6667">
              <a:solidFill>
                <a:srgbClr val="A9B2BB"/>
              </a:solidFill>
              <a:prstDash val="solid"/>
            </a:ln>
          </p:spPr>
        </p:sp>
        <p:sp>
          <p:nvSpPr>
            <p:cNvPr id="235" name="panel1__line_234"/>
            <p:cNvSpPr/>
            <p:nvPr/>
          </p:nvSpPr>
          <p:spPr>
            <a:xfrm>
              <a:off x="3381375" y="1409700"/>
              <a:ext cx="66675" cy="47625"/>
            </a:xfrm>
            <a:prstGeom prst="line">
              <a:avLst/>
            </a:prstGeom>
            <a:noFill/>
            <a:ln w="6667">
              <a:solidFill>
                <a:srgbClr val="A9B2BB"/>
              </a:solidFill>
              <a:prstDash val="solid"/>
            </a:ln>
          </p:spPr>
        </p:sp>
        <p:sp>
          <p:nvSpPr>
            <p:cNvPr id="236" name="panel1__rect_235"/>
            <p:cNvSpPr/>
            <p:nvPr/>
          </p:nvSpPr>
          <p:spPr>
            <a:xfrm>
              <a:off x="3590925" y="1314450"/>
              <a:ext cx="209550" cy="171450"/>
            </a:xfrm>
            <a:prstGeom prst="rect">
              <a:avLst>
                <a:gd name="adj" fmla="val 53333"/>
              </a:avLst>
            </a:prstGeom>
            <a:solidFill>
              <a:srgbClr val="EAF1F8"/>
            </a:solidFill>
            <a:ln w="6667">
              <a:solidFill>
                <a:srgbClr val="8FAAC4"/>
              </a:solidFill>
              <a:prstDash val="solid"/>
            </a:ln>
          </p:spPr>
        </p:sp>
        <p:sp>
          <p:nvSpPr>
            <p:cNvPr id="237" name="panel1__rect_236"/>
            <p:cNvSpPr/>
            <p:nvPr/>
          </p:nvSpPr>
          <p:spPr>
            <a:xfrm>
              <a:off x="2876550" y="1514475"/>
              <a:ext cx="209550" cy="171450"/>
            </a:xfrm>
            <a:prstGeom prst="rect">
              <a:avLst>
                <a:gd name="adj" fmla="val 53333"/>
              </a:avLst>
            </a:prstGeom>
            <a:solidFill>
              <a:srgbClr val="E6E9EC"/>
            </a:solidFill>
            <a:ln w="6667">
              <a:solidFill>
                <a:srgbClr val="AEB7C0"/>
              </a:solidFill>
              <a:prstDash val="solid"/>
            </a:ln>
          </p:spPr>
        </p:sp>
        <p:sp>
          <p:nvSpPr>
            <p:cNvPr id="238" name="panel1__line_237"/>
            <p:cNvSpPr/>
            <p:nvPr/>
          </p:nvSpPr>
          <p:spPr>
            <a:xfrm>
              <a:off x="2905125" y="1543050"/>
              <a:ext cx="152400" cy="114300"/>
            </a:xfrm>
            <a:prstGeom prst="line">
              <a:avLst/>
            </a:prstGeom>
            <a:noFill/>
            <a:ln w="6667">
              <a:solidFill>
                <a:srgbClr val="A9B2BB"/>
              </a:solidFill>
              <a:prstDash val="solid"/>
            </a:ln>
          </p:spPr>
        </p:sp>
        <p:sp>
          <p:nvSpPr>
            <p:cNvPr id="239" name="panel1__line_238"/>
            <p:cNvSpPr/>
            <p:nvPr/>
          </p:nvSpPr>
          <p:spPr>
            <a:xfrm>
              <a:off x="2905125" y="1609725"/>
              <a:ext cx="66675" cy="47625"/>
            </a:xfrm>
            <a:prstGeom prst="line">
              <a:avLst/>
            </a:prstGeom>
            <a:noFill/>
            <a:ln w="6667">
              <a:solidFill>
                <a:srgbClr val="A9B2BB"/>
              </a:solidFill>
              <a:prstDash val="solid"/>
            </a:ln>
          </p:spPr>
        </p:sp>
        <p:sp>
          <p:nvSpPr>
            <p:cNvPr id="240" name="panel1__rect_239"/>
            <p:cNvSpPr/>
            <p:nvPr/>
          </p:nvSpPr>
          <p:spPr>
            <a:xfrm>
              <a:off x="3114675" y="1514475"/>
              <a:ext cx="209550" cy="171450"/>
            </a:xfrm>
            <a:prstGeom prst="rect">
              <a:avLst>
                <a:gd name="adj" fmla="val 53333"/>
              </a:avLst>
            </a:prstGeom>
            <a:solidFill>
              <a:srgbClr val="E6E9EC"/>
            </a:solidFill>
            <a:ln w="6667">
              <a:solidFill>
                <a:srgbClr val="AEB7C0"/>
              </a:solidFill>
              <a:prstDash val="solid"/>
            </a:ln>
          </p:spPr>
        </p:sp>
        <p:sp>
          <p:nvSpPr>
            <p:cNvPr id="241" name="panel1__line_240"/>
            <p:cNvSpPr/>
            <p:nvPr/>
          </p:nvSpPr>
          <p:spPr>
            <a:xfrm>
              <a:off x="3143250" y="1543050"/>
              <a:ext cx="152400" cy="114300"/>
            </a:xfrm>
            <a:prstGeom prst="line">
              <a:avLst/>
            </a:prstGeom>
            <a:noFill/>
            <a:ln w="6667">
              <a:solidFill>
                <a:srgbClr val="A9B2BB"/>
              </a:solidFill>
              <a:prstDash val="solid"/>
            </a:ln>
          </p:spPr>
        </p:sp>
        <p:sp>
          <p:nvSpPr>
            <p:cNvPr id="242" name="panel1__line_241"/>
            <p:cNvSpPr/>
            <p:nvPr/>
          </p:nvSpPr>
          <p:spPr>
            <a:xfrm>
              <a:off x="3143250" y="1609725"/>
              <a:ext cx="66675" cy="47625"/>
            </a:xfrm>
            <a:prstGeom prst="line">
              <a:avLst/>
            </a:prstGeom>
            <a:noFill/>
            <a:ln w="6667">
              <a:solidFill>
                <a:srgbClr val="A9B2BB"/>
              </a:solidFill>
              <a:prstDash val="solid"/>
            </a:ln>
          </p:spPr>
        </p:sp>
        <p:sp>
          <p:nvSpPr>
            <p:cNvPr id="243" name="panel1__rect_242"/>
            <p:cNvSpPr/>
            <p:nvPr/>
          </p:nvSpPr>
          <p:spPr>
            <a:xfrm>
              <a:off x="3352800" y="1514475"/>
              <a:ext cx="209550" cy="171450"/>
            </a:xfrm>
            <a:prstGeom prst="rect">
              <a:avLst>
                <a:gd name="adj" fmla="val 53333"/>
              </a:avLst>
            </a:prstGeom>
            <a:solidFill>
              <a:srgbClr val="EAF1F8"/>
            </a:solidFill>
            <a:ln w="6667">
              <a:solidFill>
                <a:srgbClr val="8FAAC4"/>
              </a:solidFill>
              <a:prstDash val="solid"/>
            </a:ln>
          </p:spPr>
        </p:sp>
        <p:sp>
          <p:nvSpPr>
            <p:cNvPr id="244" name="panel1__rect_243"/>
            <p:cNvSpPr/>
            <p:nvPr/>
          </p:nvSpPr>
          <p:spPr>
            <a:xfrm>
              <a:off x="3590925" y="1514475"/>
              <a:ext cx="209550" cy="171450"/>
            </a:xfrm>
            <a:prstGeom prst="rect">
              <a:avLst>
                <a:gd name="adj" fmla="val 53333"/>
              </a:avLst>
            </a:prstGeom>
            <a:solidFill>
              <a:srgbClr val="EAF1F8"/>
            </a:solidFill>
            <a:ln w="6667">
              <a:solidFill>
                <a:srgbClr val="8FAAC4"/>
              </a:solidFill>
              <a:prstDash val="solid"/>
            </a:ln>
          </p:spPr>
        </p:sp>
        <p:sp>
          <p:nvSpPr>
            <p:cNvPr id="245" name="panel1__rect_244"/>
            <p:cNvSpPr/>
            <p:nvPr/>
          </p:nvSpPr>
          <p:spPr>
            <a:xfrm>
              <a:off x="2876550" y="1714500"/>
              <a:ext cx="209550" cy="171450"/>
            </a:xfrm>
            <a:prstGeom prst="rect">
              <a:avLst>
                <a:gd name="adj" fmla="val 53333"/>
              </a:avLst>
            </a:prstGeom>
            <a:solidFill>
              <a:srgbClr val="E6E9EC"/>
            </a:solidFill>
            <a:ln w="6667">
              <a:solidFill>
                <a:srgbClr val="AEB7C0"/>
              </a:solidFill>
              <a:prstDash val="solid"/>
            </a:ln>
          </p:spPr>
        </p:sp>
        <p:sp>
          <p:nvSpPr>
            <p:cNvPr id="246" name="panel1__line_245"/>
            <p:cNvSpPr/>
            <p:nvPr/>
          </p:nvSpPr>
          <p:spPr>
            <a:xfrm>
              <a:off x="2905125" y="1743075"/>
              <a:ext cx="152400" cy="114300"/>
            </a:xfrm>
            <a:prstGeom prst="line">
              <a:avLst/>
            </a:prstGeom>
            <a:noFill/>
            <a:ln w="6667">
              <a:solidFill>
                <a:srgbClr val="A9B2BB"/>
              </a:solidFill>
              <a:prstDash val="solid"/>
            </a:ln>
          </p:spPr>
        </p:sp>
        <p:sp>
          <p:nvSpPr>
            <p:cNvPr id="247" name="panel1__line_246"/>
            <p:cNvSpPr/>
            <p:nvPr/>
          </p:nvSpPr>
          <p:spPr>
            <a:xfrm>
              <a:off x="2905125" y="1809750"/>
              <a:ext cx="66675" cy="47625"/>
            </a:xfrm>
            <a:prstGeom prst="line">
              <a:avLst/>
            </a:prstGeom>
            <a:noFill/>
            <a:ln w="6667">
              <a:solidFill>
                <a:srgbClr val="A9B2BB"/>
              </a:solidFill>
              <a:prstDash val="solid"/>
            </a:ln>
          </p:spPr>
        </p:sp>
        <p:sp>
          <p:nvSpPr>
            <p:cNvPr id="248" name="panel1__rect_247"/>
            <p:cNvSpPr/>
            <p:nvPr/>
          </p:nvSpPr>
          <p:spPr>
            <a:xfrm>
              <a:off x="3114675" y="1714500"/>
              <a:ext cx="209550" cy="171450"/>
            </a:xfrm>
            <a:prstGeom prst="rect">
              <a:avLst>
                <a:gd name="adj" fmla="val 53333"/>
              </a:avLst>
            </a:prstGeom>
            <a:solidFill>
              <a:srgbClr val="EAF1F8"/>
            </a:solidFill>
            <a:ln w="6667">
              <a:solidFill>
                <a:srgbClr val="8FAAC4"/>
              </a:solidFill>
              <a:prstDash val="solid"/>
            </a:ln>
          </p:spPr>
        </p:sp>
        <p:sp>
          <p:nvSpPr>
            <p:cNvPr id="249" name="panel1__rect_248"/>
            <p:cNvSpPr/>
            <p:nvPr/>
          </p:nvSpPr>
          <p:spPr>
            <a:xfrm>
              <a:off x="3352800" y="1714500"/>
              <a:ext cx="209550" cy="171450"/>
            </a:xfrm>
            <a:prstGeom prst="rect">
              <a:avLst>
                <a:gd name="adj" fmla="val 53333"/>
              </a:avLst>
            </a:prstGeom>
            <a:solidFill>
              <a:srgbClr val="EAF1F8"/>
            </a:solidFill>
            <a:ln w="6667">
              <a:solidFill>
                <a:srgbClr val="8FAAC4"/>
              </a:solidFill>
              <a:prstDash val="solid"/>
            </a:ln>
          </p:spPr>
        </p:sp>
        <p:sp>
          <p:nvSpPr>
            <p:cNvPr id="250" name="panel1__rect_249"/>
            <p:cNvSpPr/>
            <p:nvPr/>
          </p:nvSpPr>
          <p:spPr>
            <a:xfrm>
              <a:off x="3590925" y="1714500"/>
              <a:ext cx="209550" cy="171450"/>
            </a:xfrm>
            <a:prstGeom prst="rect">
              <a:avLst>
                <a:gd name="adj" fmla="val 53333"/>
              </a:avLst>
            </a:prstGeom>
            <a:solidFill>
              <a:srgbClr val="EAF1F8"/>
            </a:solidFill>
            <a:ln w="6667">
              <a:solidFill>
                <a:srgbClr val="8FAAC4"/>
              </a:solidFill>
              <a:prstDash val="solid"/>
            </a:ln>
          </p:spPr>
        </p:sp>
        <p:sp>
          <p:nvSpPr>
            <p:cNvPr id="251" name="panel1__rect_250"/>
            <p:cNvSpPr/>
            <p:nvPr/>
          </p:nvSpPr>
          <p:spPr>
            <a:xfrm>
              <a:off x="2876550" y="1914525"/>
              <a:ext cx="209550" cy="171450"/>
            </a:xfrm>
            <a:prstGeom prst="rect">
              <a:avLst>
                <a:gd name="adj" fmla="val 53333"/>
              </a:avLst>
            </a:prstGeom>
            <a:solidFill>
              <a:srgbClr val="EAF1F8"/>
            </a:solidFill>
            <a:ln w="6667">
              <a:solidFill>
                <a:srgbClr val="8FAAC4"/>
              </a:solidFill>
              <a:prstDash val="solid"/>
            </a:ln>
          </p:spPr>
        </p:sp>
        <p:sp>
          <p:nvSpPr>
            <p:cNvPr id="252" name="panel1__rect_251"/>
            <p:cNvSpPr/>
            <p:nvPr/>
          </p:nvSpPr>
          <p:spPr>
            <a:xfrm>
              <a:off x="3114675" y="1914525"/>
              <a:ext cx="209550" cy="171450"/>
            </a:xfrm>
            <a:prstGeom prst="rect">
              <a:avLst>
                <a:gd name="adj" fmla="val 53333"/>
              </a:avLst>
            </a:prstGeom>
            <a:solidFill>
              <a:srgbClr val="EAF1F8"/>
            </a:solidFill>
            <a:ln w="6667">
              <a:solidFill>
                <a:srgbClr val="8FAAC4"/>
              </a:solidFill>
              <a:prstDash val="solid"/>
            </a:ln>
          </p:spPr>
        </p:sp>
        <p:sp>
          <p:nvSpPr>
            <p:cNvPr id="253" name="panel1__rect_252"/>
            <p:cNvSpPr/>
            <p:nvPr/>
          </p:nvSpPr>
          <p:spPr>
            <a:xfrm>
              <a:off x="3352800" y="1914525"/>
              <a:ext cx="209550" cy="171450"/>
            </a:xfrm>
            <a:prstGeom prst="rect">
              <a:avLst>
                <a:gd name="adj" fmla="val 53333"/>
              </a:avLst>
            </a:prstGeom>
            <a:solidFill>
              <a:srgbClr val="EAF1F8"/>
            </a:solidFill>
            <a:ln w="6667">
              <a:solidFill>
                <a:srgbClr val="8FAAC4"/>
              </a:solidFill>
              <a:prstDash val="solid"/>
            </a:ln>
          </p:spPr>
        </p:sp>
        <p:sp>
          <p:nvSpPr>
            <p:cNvPr id="254" name="panel1__rect_253"/>
            <p:cNvSpPr/>
            <p:nvPr/>
          </p:nvSpPr>
          <p:spPr>
            <a:xfrm>
              <a:off x="3590925" y="1914525"/>
              <a:ext cx="209550" cy="171450"/>
            </a:xfrm>
            <a:prstGeom prst="rect">
              <a:avLst>
                <a:gd name="adj" fmla="val 53333"/>
              </a:avLst>
            </a:prstGeom>
            <a:solidFill>
              <a:srgbClr val="EAF1F8"/>
            </a:solidFill>
            <a:ln w="6667">
              <a:solidFill>
                <a:srgbClr val="8FAAC4"/>
              </a:solidFill>
              <a:prstDash val="solid"/>
            </a:ln>
          </p:spPr>
        </p:sp>
        <p:sp>
          <p:nvSpPr>
            <p:cNvPr id="255" name="panel1__rect_254"/>
            <p:cNvSpPr/>
            <p:nvPr/>
          </p:nvSpPr>
          <p:spPr>
            <a:xfrm>
              <a:off x="2543175" y="2200275"/>
              <a:ext cx="114300" cy="95250"/>
            </a:xfrm>
            <a:prstGeom prst="rect">
              <a:avLst>
                <a:gd name="adj" fmla="val 96000"/>
              </a:avLst>
            </a:prstGeom>
            <a:solidFill>
              <a:srgbClr val="E6E9EC"/>
            </a:solidFill>
            <a:ln w="5715">
              <a:solidFill>
                <a:srgbClr val="B8C0C8"/>
              </a:solidFill>
              <a:prstDash val="solid"/>
            </a:ln>
          </p:spPr>
        </p:sp>
        <p:sp>
          <p:nvSpPr>
            <p:cNvPr id="256" name="panel1__line_255"/>
            <p:cNvSpPr/>
            <p:nvPr/>
          </p:nvSpPr>
          <p:spPr>
            <a:xfrm>
              <a:off x="2552700" y="2209800"/>
              <a:ext cx="85725" cy="76200"/>
            </a:xfrm>
            <a:prstGeom prst="line">
              <a:avLst/>
            </a:prstGeom>
            <a:noFill/>
            <a:ln w="6667">
              <a:solidFill>
                <a:srgbClr val="B8C0C8"/>
              </a:solidFill>
              <a:prstDash val="solid"/>
            </a:ln>
          </p:spPr>
        </p:sp>
        <p:sp>
          <p:nvSpPr>
            <p:cNvPr id="257" name="panel1__text_256"/>
            <p:cNvSpPr/>
            <p:nvPr/>
          </p:nvSpPr>
          <p:spPr>
            <a:xfrm>
              <a:off x="2714625" y="2133600"/>
              <a:ext cx="647700" cy="228600"/>
            </a:xfrm>
            <a:prstGeom prst="rect">
              <a:avLst/>
            </a:prstGeom>
            <a:noFill/>
            <a:ln/>
          </p:spPr>
          <p:txBody>
            <a:bodyPr wrap="none" lIns="0" tIns="0" rIns="0" bIns="0" rtlCol="0" anchor="ctr"/>
            <a:lstStyle/>
            <a:p>
              <a:pPr algn="l" indent="0" marL="0">
                <a:buNone/>
              </a:pPr>
              <a:r>
                <a:rPr lang="en-US" sz="1275" dirty="0">
                  <a:solidFill>
                    <a:srgbClr val="242B32"/>
                  </a:solidFill>
                  <a:latin typeface="Times New Roman" pitchFamily="34" charset="0"/>
                  <a:ea typeface="Times New Roman" pitchFamily="34" charset="-122"/>
                  <a:cs typeface="Times New Roman" pitchFamily="34" charset="-120"/>
                </a:rPr>
                <a:t>Excluded</a:t>
              </a:r>
              <a:endParaRPr lang="en-US" sz="1275" dirty="0"/>
            </a:p>
          </p:txBody>
        </p:sp>
        <p:sp>
          <p:nvSpPr>
            <p:cNvPr id="258" name="panel1__rect_257"/>
            <p:cNvSpPr/>
            <p:nvPr/>
          </p:nvSpPr>
          <p:spPr>
            <a:xfrm>
              <a:off x="3476625" y="2200275"/>
              <a:ext cx="114300" cy="95250"/>
            </a:xfrm>
            <a:prstGeom prst="rect">
              <a:avLst>
                <a:gd name="adj" fmla="val 96000"/>
              </a:avLst>
            </a:prstGeom>
            <a:solidFill>
              <a:srgbClr val="EAF1F8"/>
            </a:solidFill>
            <a:ln w="5715">
              <a:solidFill>
                <a:srgbClr val="8FAAC4"/>
              </a:solidFill>
              <a:prstDash val="solid"/>
            </a:ln>
          </p:spPr>
        </p:sp>
        <p:sp>
          <p:nvSpPr>
            <p:cNvPr id="259" name="panel1__text_258"/>
            <p:cNvSpPr/>
            <p:nvPr/>
          </p:nvSpPr>
          <p:spPr>
            <a:xfrm>
              <a:off x="3657600" y="2133600"/>
              <a:ext cx="514350" cy="228600"/>
            </a:xfrm>
            <a:prstGeom prst="rect">
              <a:avLst/>
            </a:prstGeom>
            <a:noFill/>
            <a:ln/>
          </p:spPr>
          <p:txBody>
            <a:bodyPr wrap="none" lIns="0" tIns="0" rIns="0" bIns="0" rtlCol="0" anchor="ctr"/>
            <a:lstStyle/>
            <a:p>
              <a:pPr algn="l" indent="0" marL="0">
                <a:buNone/>
              </a:pPr>
              <a:r>
                <a:rPr lang="en-US" sz="1350" dirty="0">
                  <a:solidFill>
                    <a:srgbClr val="242B32"/>
                  </a:solidFill>
                  <a:latin typeface="Times New Roman" pitchFamily="34" charset="0"/>
                  <a:ea typeface="Times New Roman" pitchFamily="34" charset="-122"/>
                  <a:cs typeface="Times New Roman" pitchFamily="34" charset="-120"/>
                </a:rPr>
                <a:t>Valid</a:t>
              </a:r>
              <a:endParaRPr lang="en-US" sz="1350" dirty="0"/>
            </a:p>
          </p:txBody>
        </p:sp>
        <p:sp>
          <p:nvSpPr>
            <p:cNvPr id="260" name="panel1__text_259"/>
            <p:cNvSpPr/>
            <p:nvPr/>
          </p:nvSpPr>
          <p:spPr>
            <a:xfrm>
              <a:off x="3305175" y="2343150"/>
              <a:ext cx="866775" cy="238125"/>
            </a:xfrm>
            <a:prstGeom prst="rect">
              <a:avLst/>
            </a:prstGeom>
            <a:noFill/>
            <a:ln/>
          </p:spPr>
          <p:txBody>
            <a:bodyPr wrap="none" lIns="0" tIns="0" rIns="0" bIns="0" rtlCol="0" anchor="ctr"/>
            <a:lstStyle/>
            <a:p>
              <a:pPr algn="ctr" indent="0" marL="0">
                <a:buNone/>
              </a:pPr>
              <a:r>
                <a:rPr lang="en-US" sz="1650" dirty="0">
                  <a:solidFill>
                    <a:srgbClr val="242B32"/>
                  </a:solidFill>
                  <a:latin typeface="Times New Roman" pitchFamily="34" charset="0"/>
                  <a:ea typeface="Times New Roman" pitchFamily="34" charset="-122"/>
                  <a:cs typeface="Times New Roman" pitchFamily="34" charset="-120"/>
                </a:rPr>
                <a:t>(</a:t>
              </a:r>
              <a:pPr algn="ctr" indent="0" marL="0">
                <a:buNone/>
              </a:pPr>
              <a:r>
                <a:rPr lang="en-US" sz="1650" i="1" dirty="0">
                  <a:solidFill>
                    <a:srgbClr val="242B32"/>
                  </a:solidFill>
                  <a:latin typeface="Times New Roman" pitchFamily="34" charset="0"/>
                  <a:ea typeface="Times New Roman" pitchFamily="34" charset="-122"/>
                  <a:cs typeface="Times New Roman" pitchFamily="34" charset="-120"/>
                </a:rPr>
                <a:t>p</a:t>
              </a:r>
              <a:pPr algn="ctr" indent="0" marL="0">
                <a:buNone/>
              </a:pPr>
              <a:r>
                <a:rPr lang="en-US" sz="1073" i="1" baseline="-40000" dirty="0">
                  <a:solidFill>
                    <a:srgbClr val="242B32"/>
                  </a:solidFill>
                  <a:latin typeface="Times New Roman" pitchFamily="34" charset="0"/>
                  <a:ea typeface="Times New Roman" pitchFamily="34" charset="-122"/>
                  <a:cs typeface="Times New Roman" pitchFamily="34" charset="-120"/>
                </a:rPr>
                <a:t>i</a:t>
              </a:r>
              <a:pPr algn="ctr" indent="0" marL="0">
                <a:buNone/>
              </a:pPr>
              <a:r>
                <a:rPr lang="en-US" sz="1650" dirty="0">
                  <a:solidFill>
                    <a:srgbClr val="242B32"/>
                  </a:solidFill>
                  <a:latin typeface="Times New Roman" pitchFamily="34" charset="0"/>
                  <a:ea typeface="Times New Roman" pitchFamily="34" charset="-122"/>
                  <a:cs typeface="Times New Roman" pitchFamily="34" charset="-120"/>
                </a:rPr>
                <a:t>, </a:t>
              </a:r>
              <a:pPr algn="ctr" indent="0" marL="0">
                <a:buNone/>
              </a:pPr>
              <a:r>
                <a:rPr lang="en-US" sz="1650" i="1" dirty="0">
                  <a:solidFill>
                    <a:srgbClr val="242B32"/>
                  </a:solidFill>
                  <a:latin typeface="Times New Roman" pitchFamily="34" charset="0"/>
                  <a:ea typeface="Times New Roman" pitchFamily="34" charset="-122"/>
                  <a:cs typeface="Times New Roman" pitchFamily="34" charset="-120"/>
                </a:rPr>
                <a:t>q</a:t>
              </a:r>
              <a:pPr algn="ctr" indent="0" marL="0">
                <a:buNone/>
              </a:pPr>
              <a:r>
                <a:rPr lang="en-US" sz="1073" i="1" baseline="-40000" dirty="0">
                  <a:solidFill>
                    <a:srgbClr val="242B32"/>
                  </a:solidFill>
                  <a:latin typeface="Times New Roman" pitchFamily="34" charset="0"/>
                  <a:ea typeface="Times New Roman" pitchFamily="34" charset="-122"/>
                  <a:cs typeface="Times New Roman" pitchFamily="34" charset="-120"/>
                </a:rPr>
                <a:t>i</a:t>
              </a:r>
              <a:pPr algn="ctr" indent="0" marL="0">
                <a:buNone/>
              </a:pPr>
              <a:r>
                <a:rPr lang="en-US" sz="1650" dirty="0">
                  <a:solidFill>
                    <a:srgbClr val="242B32"/>
                  </a:solidFill>
                  <a:latin typeface="Times New Roman" pitchFamily="34" charset="0"/>
                  <a:ea typeface="Times New Roman" pitchFamily="34" charset="-122"/>
                  <a:cs typeface="Times New Roman" pitchFamily="34" charset="-120"/>
                </a:rPr>
                <a:t>)</a:t>
              </a:r>
              <a:endParaRPr lang="en-US" sz="1650" dirty="0"/>
            </a:p>
          </p:txBody>
        </p:sp>
        <p:sp>
          <p:nvSpPr>
            <p:cNvPr id="261" name="panel1__rect_260"/>
            <p:cNvSpPr/>
            <p:nvPr/>
          </p:nvSpPr>
          <p:spPr>
            <a:xfrm>
              <a:off x="962025" y="2657475"/>
              <a:ext cx="2971800" cy="695325"/>
            </a:xfrm>
            <a:prstGeom prst="roundRect">
              <a:avLst>
                <a:gd name="adj" fmla="val 13151"/>
              </a:avLst>
            </a:prstGeom>
            <a:solidFill>
              <a:srgbClr val="EDF4EE"/>
            </a:solidFill>
            <a:ln w="10478">
              <a:solidFill>
                <a:srgbClr val="5D9F62"/>
              </a:solidFill>
              <a:prstDash val="solid"/>
            </a:ln>
          </p:spPr>
        </p:sp>
        <p:sp>
          <p:nvSpPr>
            <p:cNvPr id="262" name="panel1__rect_261"/>
            <p:cNvSpPr/>
            <p:nvPr/>
          </p:nvSpPr>
          <p:spPr>
            <a:xfrm>
              <a:off x="1209675" y="2809875"/>
              <a:ext cx="209550" cy="114300"/>
            </a:xfrm>
            <a:prstGeom prst="rect">
              <a:avLst>
                <a:gd name="adj" fmla="val 80000"/>
              </a:avLst>
            </a:prstGeom>
            <a:solidFill>
              <a:srgbClr val="8ABA8E"/>
            </a:solidFill>
            <a:ln w="5715">
              <a:solidFill>
                <a:srgbClr val="BCCDBE"/>
              </a:solidFill>
              <a:prstDash val="solid"/>
            </a:ln>
          </p:spPr>
        </p:sp>
        <p:sp>
          <p:nvSpPr>
            <p:cNvPr id="263" name="panel1__rect_262"/>
            <p:cNvSpPr/>
            <p:nvPr/>
          </p:nvSpPr>
          <p:spPr>
            <a:xfrm>
              <a:off x="1447800" y="2809875"/>
              <a:ext cx="209550" cy="114300"/>
            </a:xfrm>
            <a:prstGeom prst="rect">
              <a:avLst>
                <a:gd name="adj" fmla="val 80000"/>
              </a:avLst>
            </a:prstGeom>
            <a:solidFill>
              <a:srgbClr val="DAE9DB"/>
            </a:solidFill>
            <a:ln w="5715">
              <a:solidFill>
                <a:srgbClr val="BCCDBE"/>
              </a:solidFill>
              <a:prstDash val="solid"/>
            </a:ln>
          </p:spPr>
        </p:sp>
        <p:sp>
          <p:nvSpPr>
            <p:cNvPr id="264" name="panel1__rect_263"/>
            <p:cNvSpPr/>
            <p:nvPr/>
          </p:nvSpPr>
          <p:spPr>
            <a:xfrm>
              <a:off x="1685925" y="2809875"/>
              <a:ext cx="209550" cy="114300"/>
            </a:xfrm>
            <a:prstGeom prst="rect">
              <a:avLst>
                <a:gd name="adj" fmla="val 80000"/>
              </a:avLst>
            </a:prstGeom>
            <a:solidFill>
              <a:srgbClr val="F7FAF7"/>
            </a:solidFill>
            <a:ln w="5715">
              <a:solidFill>
                <a:srgbClr val="BCCDBE"/>
              </a:solidFill>
              <a:prstDash val="solid"/>
            </a:ln>
          </p:spPr>
        </p:sp>
        <p:sp>
          <p:nvSpPr>
            <p:cNvPr id="265" name="panel1__rect_264"/>
            <p:cNvSpPr/>
            <p:nvPr/>
          </p:nvSpPr>
          <p:spPr>
            <a:xfrm>
              <a:off x="1209675" y="2952750"/>
              <a:ext cx="209550" cy="114300"/>
            </a:xfrm>
            <a:prstGeom prst="rect">
              <a:avLst>
                <a:gd name="adj" fmla="val 80000"/>
              </a:avLst>
            </a:prstGeom>
            <a:solidFill>
              <a:srgbClr val="E2EEE3"/>
            </a:solidFill>
            <a:ln w="5715">
              <a:solidFill>
                <a:srgbClr val="BCCDBE"/>
              </a:solidFill>
              <a:prstDash val="solid"/>
            </a:ln>
          </p:spPr>
        </p:sp>
        <p:sp>
          <p:nvSpPr>
            <p:cNvPr id="266" name="panel1__rect_265"/>
            <p:cNvSpPr/>
            <p:nvPr/>
          </p:nvSpPr>
          <p:spPr>
            <a:xfrm>
              <a:off x="1447800" y="2952750"/>
              <a:ext cx="209550" cy="114300"/>
            </a:xfrm>
            <a:prstGeom prst="rect">
              <a:avLst>
                <a:gd name="adj" fmla="val 80000"/>
              </a:avLst>
            </a:prstGeom>
            <a:solidFill>
              <a:srgbClr val="89B98C"/>
            </a:solidFill>
            <a:ln w="5715">
              <a:solidFill>
                <a:srgbClr val="BCCDBE"/>
              </a:solidFill>
              <a:prstDash val="solid"/>
            </a:ln>
          </p:spPr>
        </p:sp>
        <p:sp>
          <p:nvSpPr>
            <p:cNvPr id="267" name="panel1__rect_266"/>
            <p:cNvSpPr/>
            <p:nvPr/>
          </p:nvSpPr>
          <p:spPr>
            <a:xfrm>
              <a:off x="1685925" y="2952750"/>
              <a:ext cx="209550" cy="114300"/>
            </a:xfrm>
            <a:prstGeom prst="rect">
              <a:avLst>
                <a:gd name="adj" fmla="val 80000"/>
              </a:avLst>
            </a:prstGeom>
            <a:solidFill>
              <a:srgbClr val="F0F6F1"/>
            </a:solidFill>
            <a:ln w="5715">
              <a:solidFill>
                <a:srgbClr val="BCCDBE"/>
              </a:solidFill>
              <a:prstDash val="solid"/>
            </a:ln>
          </p:spPr>
        </p:sp>
        <p:sp>
          <p:nvSpPr>
            <p:cNvPr id="268" name="panel1__rect_267"/>
            <p:cNvSpPr/>
            <p:nvPr/>
          </p:nvSpPr>
          <p:spPr>
            <a:xfrm>
              <a:off x="1209675" y="3095625"/>
              <a:ext cx="209550" cy="114300"/>
            </a:xfrm>
            <a:prstGeom prst="rect">
              <a:avLst>
                <a:gd name="adj" fmla="val 80000"/>
              </a:avLst>
            </a:prstGeom>
            <a:solidFill>
              <a:srgbClr val="F5F9F6"/>
            </a:solidFill>
            <a:ln w="5715">
              <a:solidFill>
                <a:srgbClr val="BCCDBE"/>
              </a:solidFill>
              <a:prstDash val="solid"/>
            </a:ln>
          </p:spPr>
        </p:sp>
        <p:sp>
          <p:nvSpPr>
            <p:cNvPr id="269" name="panel1__rect_268"/>
            <p:cNvSpPr/>
            <p:nvPr/>
          </p:nvSpPr>
          <p:spPr>
            <a:xfrm>
              <a:off x="1447800" y="3095625"/>
              <a:ext cx="209550" cy="114300"/>
            </a:xfrm>
            <a:prstGeom prst="rect">
              <a:avLst>
                <a:gd name="adj" fmla="val 80000"/>
              </a:avLst>
            </a:prstGeom>
            <a:solidFill>
              <a:srgbClr val="E3EFE4"/>
            </a:solidFill>
            <a:ln w="5715">
              <a:solidFill>
                <a:srgbClr val="BCCDBE"/>
              </a:solidFill>
              <a:prstDash val="solid"/>
            </a:ln>
          </p:spPr>
        </p:sp>
        <p:sp>
          <p:nvSpPr>
            <p:cNvPr id="270" name="panel1__rect_269"/>
            <p:cNvSpPr/>
            <p:nvPr/>
          </p:nvSpPr>
          <p:spPr>
            <a:xfrm>
              <a:off x="1685925" y="3095625"/>
              <a:ext cx="209550" cy="114300"/>
            </a:xfrm>
            <a:prstGeom prst="rect">
              <a:avLst>
                <a:gd name="adj" fmla="val 80000"/>
              </a:avLst>
            </a:prstGeom>
            <a:solidFill>
              <a:srgbClr val="82B586"/>
            </a:solidFill>
            <a:ln w="5715">
              <a:solidFill>
                <a:srgbClr val="BCCDBE"/>
              </a:solidFill>
              <a:prstDash val="solid"/>
            </a:ln>
          </p:spPr>
        </p:sp>
        <p:sp>
          <p:nvSpPr>
            <p:cNvPr id="271" name="panel1__text_270"/>
            <p:cNvSpPr/>
            <p:nvPr/>
          </p:nvSpPr>
          <p:spPr>
            <a:xfrm>
              <a:off x="2095500" y="2714625"/>
              <a:ext cx="1685925" cy="295275"/>
            </a:xfrm>
            <a:prstGeom prst="rect">
              <a:avLst/>
            </a:prstGeom>
            <a:noFill/>
            <a:ln/>
          </p:spPr>
          <p:txBody>
            <a:bodyPr wrap="none" lIns="0" tIns="0" rIns="0" bIns="0" rtlCol="0" anchor="ctr"/>
            <a:lstStyle/>
            <a:p>
              <a:pPr algn="ctr" indent="0" marL="0">
                <a:buNone/>
              </a:pPr>
              <a:r>
                <a:rPr lang="en-US" sz="1950" b="1" dirty="0">
                  <a:solidFill>
                    <a:srgbClr val="242B32"/>
                  </a:solidFill>
                  <a:latin typeface="Times New Roman" pitchFamily="34" charset="0"/>
                  <a:ea typeface="Times New Roman" pitchFamily="34" charset="-122"/>
                  <a:cs typeface="Times New Roman" pitchFamily="34" charset="-120"/>
                </a:rPr>
                <a:t>Model</a:t>
              </a:r>
              <a:endParaRPr lang="en-US" sz="1950" dirty="0"/>
            </a:p>
          </p:txBody>
        </p:sp>
        <p:sp>
          <p:nvSpPr>
            <p:cNvPr id="272" name="panel1__text_271"/>
            <p:cNvSpPr/>
            <p:nvPr/>
          </p:nvSpPr>
          <p:spPr>
            <a:xfrm>
              <a:off x="2085975" y="3019425"/>
              <a:ext cx="1704975" cy="238125"/>
            </a:xfrm>
            <a:prstGeom prst="rect">
              <a:avLst/>
            </a:prstGeom>
            <a:noFill/>
            <a:ln/>
          </p:spPr>
          <p:txBody>
            <a:bodyPr wrap="none" lIns="0" tIns="0" rIns="0" bIns="0" rtlCol="0" anchor="ctr"/>
            <a:lstStyle/>
            <a:p>
              <a:pPr algn="ctr" indent="0" marL="0">
                <a:buNone/>
              </a:pPr>
              <a:r>
                <a:rPr lang="en-US" sz="1425" dirty="0">
                  <a:solidFill>
                    <a:srgbClr val="242B32"/>
                  </a:solidFill>
                  <a:latin typeface="Times New Roman" pitchFamily="34" charset="0"/>
                  <a:ea typeface="Times New Roman" pitchFamily="34" charset="-122"/>
                  <a:cs typeface="Times New Roman" pitchFamily="34" charset="-120"/>
                </a:rPr>
                <a:t>Candidate fit</a:t>
              </a:r>
              <a:endParaRPr lang="en-US" sz="1425" dirty="0"/>
            </a:p>
          </p:txBody>
        </p:sp>
        <p:sp>
          <p:nvSpPr>
            <p:cNvPr id="273" name="panel1__text_272"/>
            <p:cNvSpPr/>
            <p:nvPr/>
          </p:nvSpPr>
          <p:spPr>
            <a:xfrm>
              <a:off x="971550" y="3419475"/>
              <a:ext cx="1638300" cy="257175"/>
            </a:xfrm>
            <a:prstGeom prst="rect">
              <a:avLst/>
            </a:prstGeom>
            <a:noFill/>
            <a:ln/>
          </p:spPr>
          <p:txBody>
            <a:bodyPr wrap="none" lIns="0" tIns="0" rIns="0" bIns="0" rtlCol="0" anchor="ctr"/>
            <a:lstStyle/>
            <a:p>
              <a:pPr algn="l" indent="0" marL="0">
                <a:buNone/>
              </a:pPr>
              <a:r>
                <a:rPr lang="en-US" sz="1575" dirty="0">
                  <a:solidFill>
                    <a:srgbClr val="242B32"/>
                  </a:solidFill>
                  <a:latin typeface="Times New Roman" pitchFamily="34" charset="0"/>
                  <a:ea typeface="Times New Roman" pitchFamily="34" charset="-122"/>
                  <a:cs typeface="Times New Roman" pitchFamily="34" charset="-120"/>
                </a:rPr>
                <a:t>Returned modes</a:t>
              </a:r>
              <a:endParaRPr lang="en-US" sz="1575" dirty="0"/>
            </a:p>
          </p:txBody>
        </p:sp>
        <p:sp>
          <p:nvSpPr>
            <p:cNvPr id="274" name="panel1__text_273"/>
            <p:cNvSpPr/>
            <p:nvPr/>
          </p:nvSpPr>
          <p:spPr>
            <a:xfrm>
              <a:off x="2676525" y="3419475"/>
              <a:ext cx="342900" cy="257175"/>
            </a:xfrm>
            <a:prstGeom prst="rect">
              <a:avLst/>
            </a:prstGeom>
            <a:noFill/>
            <a:ln/>
          </p:spPr>
          <p:txBody>
            <a:bodyPr wrap="none" lIns="0" tIns="0" rIns="0" bIns="0" rtlCol="0" anchor="ctr"/>
            <a:lstStyle/>
            <a:p>
              <a:pPr algn="ctr" indent="0" marL="0">
                <a:buNone/>
              </a:pPr>
              <a:r>
                <a:rPr lang="en-US" sz="1800" b="1" dirty="0">
                  <a:solidFill>
                    <a:srgbClr val="242B32"/>
                  </a:solidFill>
                  <a:latin typeface="Times New Roman" pitchFamily="34" charset="0"/>
                  <a:ea typeface="Times New Roman" pitchFamily="34" charset="-122"/>
                  <a:cs typeface="Times New Roman" pitchFamily="34" charset="-120"/>
                </a:rPr>
                <a:t>U</a:t>
              </a:r>
              <a:pPr algn="ctr" indent="0" marL="0">
                <a:buNone/>
              </a:pPr>
              <a:r>
                <a:rPr lang="en-US" sz="1170" baseline="-40000" dirty="0">
                  <a:solidFill>
                    <a:srgbClr val="242B32"/>
                  </a:solidFill>
                  <a:latin typeface="Times New Roman" pitchFamily="34" charset="0"/>
                  <a:ea typeface="Times New Roman" pitchFamily="34" charset="-122"/>
                  <a:cs typeface="Times New Roman" pitchFamily="34" charset="-120"/>
                </a:rPr>
                <a:t>i</a:t>
              </a:r>
              <a:endParaRPr lang="en-US" sz="1800" dirty="0"/>
            </a:p>
          </p:txBody>
        </p:sp>
        <p:sp>
          <p:nvSpPr>
            <p:cNvPr id="275" name="panel1__text_274"/>
            <p:cNvSpPr/>
            <p:nvPr/>
          </p:nvSpPr>
          <p:spPr>
            <a:xfrm>
              <a:off x="409575" y="3771900"/>
              <a:ext cx="447675" cy="247650"/>
            </a:xfrm>
            <a:prstGeom prst="rect">
              <a:avLst/>
            </a:prstGeom>
            <a:noFill/>
            <a:ln/>
          </p:spPr>
          <p:txBody>
            <a:bodyPr wrap="none" lIns="0" tIns="0" rIns="0" bIns="0" rtlCol="0" anchor="ctr"/>
            <a:lstStyle/>
            <a:p>
              <a:pPr algn="l" indent="0" marL="0">
                <a:buNone/>
              </a:pPr>
              <a:r>
                <a:rPr lang="en-US" sz="1350" dirty="0">
                  <a:solidFill>
                    <a:srgbClr val="242B32"/>
                  </a:solidFill>
                  <a:latin typeface="Times New Roman" pitchFamily="34" charset="0"/>
                  <a:ea typeface="Times New Roman" pitchFamily="34" charset="-122"/>
                  <a:cs typeface="Times New Roman" pitchFamily="34" charset="-120"/>
                </a:rPr>
                <a:t>ch </a:t>
              </a:r>
              <a:pPr algn="l" indent="0" marL="0">
                <a:buNone/>
              </a:pPr>
              <a:r>
                <a:rPr lang="en-US" sz="1350" dirty="0">
                  <a:solidFill>
                    <a:srgbClr val="242B32"/>
                  </a:solidFill>
                  <a:latin typeface="Times New Roman" pitchFamily="34" charset="0"/>
                  <a:ea typeface="Times New Roman" pitchFamily="34" charset="-122"/>
                  <a:cs typeface="Times New Roman" pitchFamily="34" charset="-120"/>
                </a:rPr>
                <a:t>1</a:t>
              </a:r>
              <a:endParaRPr lang="en-US" sz="1350" dirty="0"/>
            </a:p>
          </p:txBody>
        </p:sp>
        <p:sp>
          <p:nvSpPr>
            <p:cNvPr id="276" name="panel1__rect_275"/>
            <p:cNvSpPr/>
            <p:nvPr/>
          </p:nvSpPr>
          <p:spPr>
            <a:xfrm>
              <a:off x="981075" y="3790950"/>
              <a:ext cx="876300" cy="219075"/>
            </a:xfrm>
            <a:prstGeom prst="rect">
              <a:avLst>
                <a:gd name="adj" fmla="val 41739"/>
              </a:avLst>
            </a:prstGeom>
            <a:solidFill>
              <a:srgbClr val="F8FAFB"/>
            </a:solidFill>
            <a:ln w="6191">
              <a:solidFill>
                <a:srgbClr val="D3DADF"/>
              </a:solidFill>
              <a:prstDash val="solid"/>
            </a:ln>
          </p:spPr>
        </p:sp>
        <p:sp>
          <p:nvSpPr>
            <p:cNvPr id="277" name="panel1__line_276"/>
            <p:cNvSpPr/>
            <p:nvPr/>
          </p:nvSpPr>
          <p:spPr>
            <a:xfrm>
              <a:off x="1019175" y="3835037"/>
              <a:ext cx="11269" cy="3400"/>
            </a:xfrm>
            <a:prstGeom prst="line">
              <a:avLst/>
            </a:prstGeom>
            <a:noFill/>
            <a:ln w="12383">
              <a:solidFill>
                <a:srgbClr val="42949E"/>
              </a:solidFill>
              <a:prstDash val="solid"/>
            </a:ln>
          </p:spPr>
        </p:sp>
        <p:sp>
          <p:nvSpPr>
            <p:cNvPr id="278" name="panel1__line_277"/>
            <p:cNvSpPr/>
            <p:nvPr/>
          </p:nvSpPr>
          <p:spPr>
            <a:xfrm>
              <a:off x="1030444" y="3838437"/>
              <a:ext cx="11269" cy="9801"/>
            </a:xfrm>
            <a:prstGeom prst="line">
              <a:avLst/>
            </a:prstGeom>
            <a:noFill/>
            <a:ln w="12383">
              <a:solidFill>
                <a:srgbClr val="42949E"/>
              </a:solidFill>
              <a:prstDash val="solid"/>
            </a:ln>
          </p:spPr>
        </p:sp>
        <p:sp>
          <p:nvSpPr>
            <p:cNvPr id="279" name="panel1__line_278"/>
            <p:cNvSpPr/>
            <p:nvPr/>
          </p:nvSpPr>
          <p:spPr>
            <a:xfrm>
              <a:off x="1041713" y="3848239"/>
              <a:ext cx="11269" cy="15060"/>
            </a:xfrm>
            <a:prstGeom prst="line">
              <a:avLst/>
            </a:prstGeom>
            <a:noFill/>
            <a:ln w="12383">
              <a:solidFill>
                <a:srgbClr val="42949E"/>
              </a:solidFill>
              <a:prstDash val="solid"/>
            </a:ln>
          </p:spPr>
        </p:sp>
        <p:sp>
          <p:nvSpPr>
            <p:cNvPr id="280" name="panel1__line_279"/>
            <p:cNvSpPr/>
            <p:nvPr/>
          </p:nvSpPr>
          <p:spPr>
            <a:xfrm>
              <a:off x="1052982" y="3863299"/>
              <a:ext cx="11269" cy="18582"/>
            </a:xfrm>
            <a:prstGeom prst="line">
              <a:avLst/>
            </a:prstGeom>
            <a:noFill/>
            <a:ln w="12383">
              <a:solidFill>
                <a:srgbClr val="42949E"/>
              </a:solidFill>
              <a:prstDash val="solid"/>
            </a:ln>
          </p:spPr>
        </p:sp>
        <p:sp>
          <p:nvSpPr>
            <p:cNvPr id="281" name="panel1__line_280"/>
            <p:cNvSpPr/>
            <p:nvPr/>
          </p:nvSpPr>
          <p:spPr>
            <a:xfrm>
              <a:off x="1064251" y="3881881"/>
              <a:ext cx="11269" cy="19994"/>
            </a:xfrm>
            <a:prstGeom prst="line">
              <a:avLst/>
            </a:prstGeom>
            <a:noFill/>
            <a:ln w="12383">
              <a:solidFill>
                <a:srgbClr val="42949E"/>
              </a:solidFill>
              <a:prstDash val="solid"/>
            </a:ln>
          </p:spPr>
        </p:sp>
        <p:sp>
          <p:nvSpPr>
            <p:cNvPr id="282" name="panel1__line_281"/>
            <p:cNvSpPr/>
            <p:nvPr/>
          </p:nvSpPr>
          <p:spPr>
            <a:xfrm>
              <a:off x="1075520" y="3901875"/>
              <a:ext cx="11269" cy="19194"/>
            </a:xfrm>
            <a:prstGeom prst="line">
              <a:avLst/>
            </a:prstGeom>
            <a:noFill/>
            <a:ln w="12383">
              <a:solidFill>
                <a:srgbClr val="42949E"/>
              </a:solidFill>
              <a:prstDash val="solid"/>
            </a:ln>
          </p:spPr>
        </p:sp>
        <p:sp>
          <p:nvSpPr>
            <p:cNvPr id="283" name="panel1__line_282"/>
            <p:cNvSpPr/>
            <p:nvPr/>
          </p:nvSpPr>
          <p:spPr>
            <a:xfrm>
              <a:off x="1086789" y="3921069"/>
              <a:ext cx="11269" cy="16348"/>
            </a:xfrm>
            <a:prstGeom prst="line">
              <a:avLst/>
            </a:prstGeom>
            <a:noFill/>
            <a:ln w="12383">
              <a:solidFill>
                <a:srgbClr val="42949E"/>
              </a:solidFill>
              <a:prstDash val="solid"/>
            </a:ln>
          </p:spPr>
        </p:sp>
        <p:sp>
          <p:nvSpPr>
            <p:cNvPr id="284" name="panel1__line_283"/>
            <p:cNvSpPr/>
            <p:nvPr/>
          </p:nvSpPr>
          <p:spPr>
            <a:xfrm>
              <a:off x="1098058" y="3937417"/>
              <a:ext cx="11269" cy="11865"/>
            </a:xfrm>
            <a:prstGeom prst="line">
              <a:avLst/>
            </a:prstGeom>
            <a:noFill/>
            <a:ln w="12383">
              <a:solidFill>
                <a:srgbClr val="42949E"/>
              </a:solidFill>
              <a:prstDash val="solid"/>
            </a:ln>
          </p:spPr>
        </p:sp>
        <p:sp>
          <p:nvSpPr>
            <p:cNvPr id="285" name="panel1__line_284"/>
            <p:cNvSpPr/>
            <p:nvPr/>
          </p:nvSpPr>
          <p:spPr>
            <a:xfrm>
              <a:off x="1109327" y="3949282"/>
              <a:ext cx="11269" cy="6328"/>
            </a:xfrm>
            <a:prstGeom prst="line">
              <a:avLst/>
            </a:prstGeom>
            <a:noFill/>
            <a:ln w="12383">
              <a:solidFill>
                <a:srgbClr val="42949E"/>
              </a:solidFill>
              <a:prstDash val="solid"/>
            </a:ln>
          </p:spPr>
        </p:sp>
        <p:sp>
          <p:nvSpPr>
            <p:cNvPr id="286" name="panel1__line_285"/>
            <p:cNvSpPr/>
            <p:nvPr/>
          </p:nvSpPr>
          <p:spPr>
            <a:xfrm>
              <a:off x="1120596" y="3955610"/>
              <a:ext cx="11269" cy="415"/>
            </a:xfrm>
            <a:prstGeom prst="line">
              <a:avLst/>
            </a:prstGeom>
            <a:noFill/>
            <a:ln w="12383">
              <a:solidFill>
                <a:srgbClr val="42949E"/>
              </a:solidFill>
              <a:prstDash val="solid"/>
            </a:ln>
          </p:spPr>
        </p:sp>
        <p:sp>
          <p:nvSpPr>
            <p:cNvPr id="287" name="panel1__line_286"/>
            <p:cNvSpPr/>
            <p:nvPr/>
          </p:nvSpPr>
          <p:spPr>
            <a:xfrm flipV="1">
              <a:off x="1131865" y="3950829"/>
              <a:ext cx="11269" cy="5196"/>
            </a:xfrm>
            <a:prstGeom prst="line">
              <a:avLst/>
            </a:prstGeom>
            <a:noFill/>
            <a:ln w="12383">
              <a:solidFill>
                <a:srgbClr val="42949E"/>
              </a:solidFill>
              <a:prstDash val="solid"/>
            </a:ln>
          </p:spPr>
        </p:sp>
        <p:sp>
          <p:nvSpPr>
            <p:cNvPr id="288" name="panel1__line_287"/>
            <p:cNvSpPr/>
            <p:nvPr/>
          </p:nvSpPr>
          <p:spPr>
            <a:xfrm flipV="1">
              <a:off x="1143134" y="3940919"/>
              <a:ext cx="11269" cy="9911"/>
            </a:xfrm>
            <a:prstGeom prst="line">
              <a:avLst/>
            </a:prstGeom>
            <a:noFill/>
            <a:ln w="12383">
              <a:solidFill>
                <a:srgbClr val="42949E"/>
              </a:solidFill>
              <a:prstDash val="solid"/>
            </a:ln>
          </p:spPr>
        </p:sp>
        <p:sp>
          <p:nvSpPr>
            <p:cNvPr id="289" name="panel1__line_288"/>
            <p:cNvSpPr/>
            <p:nvPr/>
          </p:nvSpPr>
          <p:spPr>
            <a:xfrm flipV="1">
              <a:off x="1154403" y="3927636"/>
              <a:ext cx="11269" cy="13283"/>
            </a:xfrm>
            <a:prstGeom prst="line">
              <a:avLst/>
            </a:prstGeom>
            <a:noFill/>
            <a:ln w="12383">
              <a:solidFill>
                <a:srgbClr val="42949E"/>
              </a:solidFill>
              <a:prstDash val="solid"/>
            </a:ln>
          </p:spPr>
        </p:sp>
        <p:sp>
          <p:nvSpPr>
            <p:cNvPr id="290" name="panel1__line_289"/>
            <p:cNvSpPr/>
            <p:nvPr/>
          </p:nvSpPr>
          <p:spPr>
            <a:xfrm flipV="1">
              <a:off x="1165672" y="3912577"/>
              <a:ext cx="11269" cy="15059"/>
            </a:xfrm>
            <a:prstGeom prst="line">
              <a:avLst/>
            </a:prstGeom>
            <a:noFill/>
            <a:ln w="12383">
              <a:solidFill>
                <a:srgbClr val="42949E"/>
              </a:solidFill>
              <a:prstDash val="solid"/>
            </a:ln>
          </p:spPr>
        </p:sp>
        <p:sp>
          <p:nvSpPr>
            <p:cNvPr id="291" name="panel1__line_290"/>
            <p:cNvSpPr/>
            <p:nvPr/>
          </p:nvSpPr>
          <p:spPr>
            <a:xfrm flipV="1">
              <a:off x="1176941" y="3897392"/>
              <a:ext cx="11269" cy="15185"/>
            </a:xfrm>
            <a:prstGeom prst="line">
              <a:avLst/>
            </a:prstGeom>
            <a:noFill/>
            <a:ln w="12383">
              <a:solidFill>
                <a:srgbClr val="42949E"/>
              </a:solidFill>
              <a:prstDash val="solid"/>
            </a:ln>
          </p:spPr>
        </p:sp>
        <p:sp>
          <p:nvSpPr>
            <p:cNvPr id="292" name="panel1__line_291"/>
            <p:cNvSpPr/>
            <p:nvPr/>
          </p:nvSpPr>
          <p:spPr>
            <a:xfrm flipV="1">
              <a:off x="1188210" y="3883597"/>
              <a:ext cx="11269" cy="13795"/>
            </a:xfrm>
            <a:prstGeom prst="line">
              <a:avLst/>
            </a:prstGeom>
            <a:noFill/>
            <a:ln w="12383">
              <a:solidFill>
                <a:srgbClr val="42949E"/>
              </a:solidFill>
              <a:prstDash val="solid"/>
            </a:ln>
          </p:spPr>
        </p:sp>
        <p:sp>
          <p:nvSpPr>
            <p:cNvPr id="293" name="panel1__line_292"/>
            <p:cNvSpPr/>
            <p:nvPr/>
          </p:nvSpPr>
          <p:spPr>
            <a:xfrm flipV="1">
              <a:off x="1199479" y="3872432"/>
              <a:ext cx="11269" cy="11165"/>
            </a:xfrm>
            <a:prstGeom prst="line">
              <a:avLst/>
            </a:prstGeom>
            <a:noFill/>
            <a:ln w="12383">
              <a:solidFill>
                <a:srgbClr val="42949E"/>
              </a:solidFill>
              <a:prstDash val="solid"/>
            </a:ln>
          </p:spPr>
        </p:sp>
        <p:sp>
          <p:nvSpPr>
            <p:cNvPr id="294" name="panel1__line_293"/>
            <p:cNvSpPr/>
            <p:nvPr/>
          </p:nvSpPr>
          <p:spPr>
            <a:xfrm flipV="1">
              <a:off x="1210748" y="3864762"/>
              <a:ext cx="11269" cy="7670"/>
            </a:xfrm>
            <a:prstGeom prst="line">
              <a:avLst/>
            </a:prstGeom>
            <a:noFill/>
            <a:ln w="12383">
              <a:solidFill>
                <a:srgbClr val="42949E"/>
              </a:solidFill>
              <a:prstDash val="solid"/>
            </a:ln>
          </p:spPr>
        </p:sp>
        <p:sp>
          <p:nvSpPr>
            <p:cNvPr id="295" name="panel1__line_294"/>
            <p:cNvSpPr/>
            <p:nvPr/>
          </p:nvSpPr>
          <p:spPr>
            <a:xfrm flipV="1">
              <a:off x="1222017" y="3861043"/>
              <a:ext cx="11269" cy="3719"/>
            </a:xfrm>
            <a:prstGeom prst="line">
              <a:avLst/>
            </a:prstGeom>
            <a:noFill/>
            <a:ln w="12383">
              <a:solidFill>
                <a:srgbClr val="42949E"/>
              </a:solidFill>
              <a:prstDash val="solid"/>
            </a:ln>
          </p:spPr>
        </p:sp>
        <p:sp>
          <p:nvSpPr>
            <p:cNvPr id="296" name="panel1__line_295"/>
            <p:cNvSpPr/>
            <p:nvPr/>
          </p:nvSpPr>
          <p:spPr>
            <a:xfrm>
              <a:off x="1233286" y="3861043"/>
              <a:ext cx="11269" cy="288"/>
            </a:xfrm>
            <a:prstGeom prst="line">
              <a:avLst/>
            </a:prstGeom>
            <a:noFill/>
            <a:ln w="12383">
              <a:solidFill>
                <a:srgbClr val="42949E"/>
              </a:solidFill>
              <a:prstDash val="solid"/>
            </a:ln>
          </p:spPr>
        </p:sp>
        <p:sp>
          <p:nvSpPr>
            <p:cNvPr id="297" name="panel1__line_296"/>
            <p:cNvSpPr/>
            <p:nvPr/>
          </p:nvSpPr>
          <p:spPr>
            <a:xfrm>
              <a:off x="1244555" y="3861331"/>
              <a:ext cx="11269" cy="4000"/>
            </a:xfrm>
            <a:prstGeom prst="line">
              <a:avLst/>
            </a:prstGeom>
            <a:noFill/>
            <a:ln w="12383">
              <a:solidFill>
                <a:srgbClr val="42949E"/>
              </a:solidFill>
              <a:prstDash val="solid"/>
            </a:ln>
          </p:spPr>
        </p:sp>
        <p:sp>
          <p:nvSpPr>
            <p:cNvPr id="298" name="panel1__line_297"/>
            <p:cNvSpPr/>
            <p:nvPr/>
          </p:nvSpPr>
          <p:spPr>
            <a:xfrm>
              <a:off x="1255824" y="3865331"/>
              <a:ext cx="11269" cy="7140"/>
            </a:xfrm>
            <a:prstGeom prst="line">
              <a:avLst/>
            </a:prstGeom>
            <a:noFill/>
            <a:ln w="12383">
              <a:solidFill>
                <a:srgbClr val="42949E"/>
              </a:solidFill>
              <a:prstDash val="solid"/>
            </a:ln>
          </p:spPr>
        </p:sp>
        <p:sp>
          <p:nvSpPr>
            <p:cNvPr id="299" name="panel1__line_298"/>
            <p:cNvSpPr/>
            <p:nvPr/>
          </p:nvSpPr>
          <p:spPr>
            <a:xfrm>
              <a:off x="1267093" y="3872470"/>
              <a:ext cx="11269" cy="9510"/>
            </a:xfrm>
            <a:prstGeom prst="line">
              <a:avLst/>
            </a:prstGeom>
            <a:noFill/>
            <a:ln w="12383">
              <a:solidFill>
                <a:srgbClr val="42949E"/>
              </a:solidFill>
              <a:prstDash val="solid"/>
            </a:ln>
          </p:spPr>
        </p:sp>
        <p:sp>
          <p:nvSpPr>
            <p:cNvPr id="300" name="panel1__line_299"/>
            <p:cNvSpPr/>
            <p:nvPr/>
          </p:nvSpPr>
          <p:spPr>
            <a:xfrm>
              <a:off x="1278362" y="3881981"/>
              <a:ext cx="11269" cy="10989"/>
            </a:xfrm>
            <a:prstGeom prst="line">
              <a:avLst/>
            </a:prstGeom>
            <a:noFill/>
            <a:ln w="12383">
              <a:solidFill>
                <a:srgbClr val="42949E"/>
              </a:solidFill>
              <a:prstDash val="solid"/>
            </a:ln>
          </p:spPr>
        </p:sp>
        <p:sp>
          <p:nvSpPr>
            <p:cNvPr id="301" name="panel1__line_300"/>
            <p:cNvSpPr/>
            <p:nvPr/>
          </p:nvSpPr>
          <p:spPr>
            <a:xfrm>
              <a:off x="1289631" y="3892969"/>
              <a:ext cx="11269" cy="11517"/>
            </a:xfrm>
            <a:prstGeom prst="line">
              <a:avLst/>
            </a:prstGeom>
            <a:noFill/>
            <a:ln w="12383">
              <a:solidFill>
                <a:srgbClr val="42949E"/>
              </a:solidFill>
              <a:prstDash val="solid"/>
            </a:ln>
          </p:spPr>
        </p:sp>
        <p:sp>
          <p:nvSpPr>
            <p:cNvPr id="302" name="panel1__line_301"/>
            <p:cNvSpPr/>
            <p:nvPr/>
          </p:nvSpPr>
          <p:spPr>
            <a:xfrm>
              <a:off x="1300900" y="3904486"/>
              <a:ext cx="11269" cy="11088"/>
            </a:xfrm>
            <a:prstGeom prst="line">
              <a:avLst/>
            </a:prstGeom>
            <a:noFill/>
            <a:ln w="12383">
              <a:solidFill>
                <a:srgbClr val="42949E"/>
              </a:solidFill>
              <a:prstDash val="solid"/>
            </a:ln>
          </p:spPr>
        </p:sp>
        <p:sp>
          <p:nvSpPr>
            <p:cNvPr id="303" name="panel1__line_302"/>
            <p:cNvSpPr/>
            <p:nvPr/>
          </p:nvSpPr>
          <p:spPr>
            <a:xfrm>
              <a:off x="1312169" y="3915574"/>
              <a:ext cx="11269" cy="9740"/>
            </a:xfrm>
            <a:prstGeom prst="line">
              <a:avLst/>
            </a:prstGeom>
            <a:noFill/>
            <a:ln w="12383">
              <a:solidFill>
                <a:srgbClr val="42949E"/>
              </a:solidFill>
              <a:prstDash val="solid"/>
            </a:ln>
          </p:spPr>
        </p:sp>
        <p:sp>
          <p:nvSpPr>
            <p:cNvPr id="304" name="panel1__line_303"/>
            <p:cNvSpPr/>
            <p:nvPr/>
          </p:nvSpPr>
          <p:spPr>
            <a:xfrm>
              <a:off x="1323438" y="3925314"/>
              <a:ext cx="11269" cy="7551"/>
            </a:xfrm>
            <a:prstGeom prst="line">
              <a:avLst/>
            </a:prstGeom>
            <a:noFill/>
            <a:ln w="12383">
              <a:solidFill>
                <a:srgbClr val="42949E"/>
              </a:solidFill>
              <a:prstDash val="solid"/>
            </a:ln>
          </p:spPr>
        </p:sp>
        <p:sp>
          <p:nvSpPr>
            <p:cNvPr id="305" name="panel1__line_304"/>
            <p:cNvSpPr/>
            <p:nvPr/>
          </p:nvSpPr>
          <p:spPr>
            <a:xfrm>
              <a:off x="1334707" y="3932865"/>
              <a:ext cx="11269" cy="4645"/>
            </a:xfrm>
            <a:prstGeom prst="line">
              <a:avLst/>
            </a:prstGeom>
            <a:noFill/>
            <a:ln w="12383">
              <a:solidFill>
                <a:srgbClr val="42949E"/>
              </a:solidFill>
              <a:prstDash val="solid"/>
            </a:ln>
          </p:spPr>
        </p:sp>
        <p:sp>
          <p:nvSpPr>
            <p:cNvPr id="306" name="panel1__line_305"/>
            <p:cNvSpPr/>
            <p:nvPr/>
          </p:nvSpPr>
          <p:spPr>
            <a:xfrm>
              <a:off x="1345976" y="3937509"/>
              <a:ext cx="11269" cy="1198"/>
            </a:xfrm>
            <a:prstGeom prst="line">
              <a:avLst/>
            </a:prstGeom>
            <a:noFill/>
            <a:ln w="12383">
              <a:solidFill>
                <a:srgbClr val="42949E"/>
              </a:solidFill>
              <a:prstDash val="solid"/>
            </a:ln>
          </p:spPr>
        </p:sp>
        <p:sp>
          <p:nvSpPr>
            <p:cNvPr id="307" name="panel1__line_306"/>
            <p:cNvSpPr/>
            <p:nvPr/>
          </p:nvSpPr>
          <p:spPr>
            <a:xfrm flipV="1">
              <a:off x="1357245" y="3936155"/>
              <a:ext cx="11269" cy="2553"/>
            </a:xfrm>
            <a:prstGeom prst="line">
              <a:avLst/>
            </a:prstGeom>
            <a:noFill/>
            <a:ln w="12383">
              <a:solidFill>
                <a:srgbClr val="42949E"/>
              </a:solidFill>
              <a:prstDash val="solid"/>
            </a:ln>
          </p:spPr>
        </p:sp>
        <p:sp>
          <p:nvSpPr>
            <p:cNvPr id="308" name="panel1__line_307"/>
            <p:cNvSpPr/>
            <p:nvPr/>
          </p:nvSpPr>
          <p:spPr>
            <a:xfrm flipV="1">
              <a:off x="1368514" y="3929842"/>
              <a:ext cx="11269" cy="6313"/>
            </a:xfrm>
            <a:prstGeom prst="line">
              <a:avLst/>
            </a:prstGeom>
            <a:noFill/>
            <a:ln w="12383">
              <a:solidFill>
                <a:srgbClr val="42949E"/>
              </a:solidFill>
              <a:prstDash val="solid"/>
            </a:ln>
          </p:spPr>
        </p:sp>
        <p:sp>
          <p:nvSpPr>
            <p:cNvPr id="309" name="panel1__line_308"/>
            <p:cNvSpPr/>
            <p:nvPr/>
          </p:nvSpPr>
          <p:spPr>
            <a:xfrm flipV="1">
              <a:off x="1379783" y="3920101"/>
              <a:ext cx="11269" cy="9741"/>
            </a:xfrm>
            <a:prstGeom prst="line">
              <a:avLst/>
            </a:prstGeom>
            <a:noFill/>
            <a:ln w="12383">
              <a:solidFill>
                <a:srgbClr val="42949E"/>
              </a:solidFill>
              <a:prstDash val="solid"/>
            </a:ln>
          </p:spPr>
        </p:sp>
        <p:sp>
          <p:nvSpPr>
            <p:cNvPr id="310" name="panel1__line_309"/>
            <p:cNvSpPr/>
            <p:nvPr/>
          </p:nvSpPr>
          <p:spPr>
            <a:xfrm flipV="1">
              <a:off x="1391052" y="3907629"/>
              <a:ext cx="11269" cy="12471"/>
            </a:xfrm>
            <a:prstGeom prst="line">
              <a:avLst/>
            </a:prstGeom>
            <a:noFill/>
            <a:ln w="12383">
              <a:solidFill>
                <a:srgbClr val="42949E"/>
              </a:solidFill>
              <a:prstDash val="solid"/>
            </a:ln>
          </p:spPr>
        </p:sp>
        <p:sp>
          <p:nvSpPr>
            <p:cNvPr id="311" name="panel1__line_310"/>
            <p:cNvSpPr/>
            <p:nvPr/>
          </p:nvSpPr>
          <p:spPr>
            <a:xfrm flipV="1">
              <a:off x="1402321" y="3893476"/>
              <a:ext cx="11269" cy="14154"/>
            </a:xfrm>
            <a:prstGeom prst="line">
              <a:avLst/>
            </a:prstGeom>
            <a:noFill/>
            <a:ln w="12383">
              <a:solidFill>
                <a:srgbClr val="42949E"/>
              </a:solidFill>
              <a:prstDash val="solid"/>
            </a:ln>
          </p:spPr>
        </p:sp>
        <p:sp>
          <p:nvSpPr>
            <p:cNvPr id="312" name="panel1__line_311"/>
            <p:cNvSpPr/>
            <p:nvPr/>
          </p:nvSpPr>
          <p:spPr>
            <a:xfrm flipV="1">
              <a:off x="1413590" y="3878976"/>
              <a:ext cx="11269" cy="14500"/>
            </a:xfrm>
            <a:prstGeom prst="line">
              <a:avLst/>
            </a:prstGeom>
            <a:noFill/>
            <a:ln w="12383">
              <a:solidFill>
                <a:srgbClr val="42949E"/>
              </a:solidFill>
              <a:prstDash val="solid"/>
            </a:ln>
          </p:spPr>
        </p:sp>
        <p:sp>
          <p:nvSpPr>
            <p:cNvPr id="313" name="panel1__line_312"/>
            <p:cNvSpPr/>
            <p:nvPr/>
          </p:nvSpPr>
          <p:spPr>
            <a:xfrm flipV="1">
              <a:off x="1424860" y="3865641"/>
              <a:ext cx="11269" cy="13335"/>
            </a:xfrm>
            <a:prstGeom prst="line">
              <a:avLst/>
            </a:prstGeom>
            <a:noFill/>
            <a:ln w="12383">
              <a:solidFill>
                <a:srgbClr val="42949E"/>
              </a:solidFill>
              <a:prstDash val="solid"/>
            </a:ln>
          </p:spPr>
        </p:sp>
        <p:sp>
          <p:nvSpPr>
            <p:cNvPr id="314" name="panel1__line_313"/>
            <p:cNvSpPr/>
            <p:nvPr/>
          </p:nvSpPr>
          <p:spPr>
            <a:xfrm flipV="1">
              <a:off x="1436129" y="3855005"/>
              <a:ext cx="11269" cy="10636"/>
            </a:xfrm>
            <a:prstGeom prst="line">
              <a:avLst/>
            </a:prstGeom>
            <a:noFill/>
            <a:ln w="12383">
              <a:solidFill>
                <a:srgbClr val="42949E"/>
              </a:solidFill>
              <a:prstDash val="solid"/>
            </a:ln>
          </p:spPr>
        </p:sp>
        <p:sp>
          <p:nvSpPr>
            <p:cNvPr id="315" name="panel1__line_314"/>
            <p:cNvSpPr/>
            <p:nvPr/>
          </p:nvSpPr>
          <p:spPr>
            <a:xfrm flipV="1">
              <a:off x="1447398" y="3848443"/>
              <a:ext cx="11269" cy="6562"/>
            </a:xfrm>
            <a:prstGeom prst="line">
              <a:avLst/>
            </a:prstGeom>
            <a:noFill/>
            <a:ln w="12383">
              <a:solidFill>
                <a:srgbClr val="42949E"/>
              </a:solidFill>
              <a:prstDash val="solid"/>
            </a:ln>
          </p:spPr>
        </p:sp>
        <p:sp>
          <p:nvSpPr>
            <p:cNvPr id="316" name="panel1__line_315"/>
            <p:cNvSpPr/>
            <p:nvPr/>
          </p:nvSpPr>
          <p:spPr>
            <a:xfrm flipV="1">
              <a:off x="1458667" y="3846985"/>
              <a:ext cx="11269" cy="1458"/>
            </a:xfrm>
            <a:prstGeom prst="line">
              <a:avLst/>
            </a:prstGeom>
            <a:noFill/>
            <a:ln w="12383">
              <a:solidFill>
                <a:srgbClr val="42949E"/>
              </a:solidFill>
              <a:prstDash val="solid"/>
            </a:ln>
          </p:spPr>
        </p:sp>
        <p:sp>
          <p:nvSpPr>
            <p:cNvPr id="317" name="panel1__line_316"/>
            <p:cNvSpPr/>
            <p:nvPr/>
          </p:nvSpPr>
          <p:spPr>
            <a:xfrm>
              <a:off x="1469936" y="3846985"/>
              <a:ext cx="11269" cy="4171"/>
            </a:xfrm>
            <a:prstGeom prst="line">
              <a:avLst/>
            </a:prstGeom>
            <a:noFill/>
            <a:ln w="12383">
              <a:solidFill>
                <a:srgbClr val="42949E"/>
              </a:solidFill>
              <a:prstDash val="solid"/>
            </a:ln>
          </p:spPr>
        </p:sp>
        <p:sp>
          <p:nvSpPr>
            <p:cNvPr id="318" name="panel1__line_317"/>
            <p:cNvSpPr/>
            <p:nvPr/>
          </p:nvSpPr>
          <p:spPr>
            <a:xfrm>
              <a:off x="1481205" y="3851156"/>
              <a:ext cx="11269" cy="9705"/>
            </a:xfrm>
            <a:prstGeom prst="line">
              <a:avLst/>
            </a:prstGeom>
            <a:noFill/>
            <a:ln w="12383">
              <a:solidFill>
                <a:srgbClr val="42949E"/>
              </a:solidFill>
              <a:prstDash val="solid"/>
            </a:ln>
          </p:spPr>
        </p:sp>
        <p:sp>
          <p:nvSpPr>
            <p:cNvPr id="319" name="panel1__line_318"/>
            <p:cNvSpPr/>
            <p:nvPr/>
          </p:nvSpPr>
          <p:spPr>
            <a:xfrm>
              <a:off x="1492474" y="3860861"/>
              <a:ext cx="11269" cy="14488"/>
            </a:xfrm>
            <a:prstGeom prst="line">
              <a:avLst/>
            </a:prstGeom>
            <a:noFill/>
            <a:ln w="12383">
              <a:solidFill>
                <a:srgbClr val="42949E"/>
              </a:solidFill>
              <a:prstDash val="solid"/>
            </a:ln>
          </p:spPr>
        </p:sp>
        <p:sp>
          <p:nvSpPr>
            <p:cNvPr id="320" name="panel1__line_319"/>
            <p:cNvSpPr/>
            <p:nvPr/>
          </p:nvSpPr>
          <p:spPr>
            <a:xfrm>
              <a:off x="1503743" y="3875349"/>
              <a:ext cx="11269" cy="17907"/>
            </a:xfrm>
            <a:prstGeom prst="line">
              <a:avLst/>
            </a:prstGeom>
            <a:noFill/>
            <a:ln w="12383">
              <a:solidFill>
                <a:srgbClr val="42949E"/>
              </a:solidFill>
              <a:prstDash val="solid"/>
            </a:ln>
          </p:spPr>
        </p:sp>
        <p:sp>
          <p:nvSpPr>
            <p:cNvPr id="321" name="panel1__line_320"/>
            <p:cNvSpPr/>
            <p:nvPr/>
          </p:nvSpPr>
          <p:spPr>
            <a:xfrm>
              <a:off x="1515012" y="3893256"/>
              <a:ext cx="11269" cy="19483"/>
            </a:xfrm>
            <a:prstGeom prst="line">
              <a:avLst/>
            </a:prstGeom>
            <a:noFill/>
            <a:ln w="12383">
              <a:solidFill>
                <a:srgbClr val="42949E"/>
              </a:solidFill>
              <a:prstDash val="solid"/>
            </a:ln>
          </p:spPr>
        </p:sp>
        <p:sp>
          <p:nvSpPr>
            <p:cNvPr id="322" name="panel1__line_321"/>
            <p:cNvSpPr/>
            <p:nvPr/>
          </p:nvSpPr>
          <p:spPr>
            <a:xfrm>
              <a:off x="1526281" y="3912739"/>
              <a:ext cx="11269" cy="18939"/>
            </a:xfrm>
            <a:prstGeom prst="line">
              <a:avLst/>
            </a:prstGeom>
            <a:noFill/>
            <a:ln w="12383">
              <a:solidFill>
                <a:srgbClr val="42949E"/>
              </a:solidFill>
              <a:prstDash val="solid"/>
            </a:ln>
          </p:spPr>
        </p:sp>
        <p:sp>
          <p:nvSpPr>
            <p:cNvPr id="323" name="panel1__line_322"/>
            <p:cNvSpPr/>
            <p:nvPr/>
          </p:nvSpPr>
          <p:spPr>
            <a:xfrm>
              <a:off x="1537550" y="3931678"/>
              <a:ext cx="11269" cy="16255"/>
            </a:xfrm>
            <a:prstGeom prst="line">
              <a:avLst/>
            </a:prstGeom>
            <a:noFill/>
            <a:ln w="12383">
              <a:solidFill>
                <a:srgbClr val="42949E"/>
              </a:solidFill>
              <a:prstDash val="solid"/>
            </a:ln>
          </p:spPr>
        </p:sp>
        <p:sp>
          <p:nvSpPr>
            <p:cNvPr id="324" name="panel1__line_323"/>
            <p:cNvSpPr/>
            <p:nvPr/>
          </p:nvSpPr>
          <p:spPr>
            <a:xfrm>
              <a:off x="1548819" y="3947933"/>
              <a:ext cx="11269" cy="11675"/>
            </a:xfrm>
            <a:prstGeom prst="line">
              <a:avLst/>
            </a:prstGeom>
            <a:noFill/>
            <a:ln w="12383">
              <a:solidFill>
                <a:srgbClr val="42949E"/>
              </a:solidFill>
              <a:prstDash val="solid"/>
            </a:ln>
          </p:spPr>
        </p:sp>
        <p:sp>
          <p:nvSpPr>
            <p:cNvPr id="325" name="panel1__line_324"/>
            <p:cNvSpPr/>
            <p:nvPr/>
          </p:nvSpPr>
          <p:spPr>
            <a:xfrm>
              <a:off x="1560088" y="3959608"/>
              <a:ext cx="11269" cy="5693"/>
            </a:xfrm>
            <a:prstGeom prst="line">
              <a:avLst/>
            </a:prstGeom>
            <a:noFill/>
            <a:ln w="12383">
              <a:solidFill>
                <a:srgbClr val="42949E"/>
              </a:solidFill>
              <a:prstDash val="solid"/>
            </a:ln>
          </p:spPr>
        </p:sp>
        <p:sp>
          <p:nvSpPr>
            <p:cNvPr id="326" name="panel1__line_325"/>
            <p:cNvSpPr/>
            <p:nvPr/>
          </p:nvSpPr>
          <p:spPr>
            <a:xfrm flipV="1">
              <a:off x="1571357" y="3964287"/>
              <a:ext cx="11269" cy="1014"/>
            </a:xfrm>
            <a:prstGeom prst="line">
              <a:avLst/>
            </a:prstGeom>
            <a:noFill/>
            <a:ln w="12383">
              <a:solidFill>
                <a:srgbClr val="42949E"/>
              </a:solidFill>
              <a:prstDash val="solid"/>
            </a:ln>
          </p:spPr>
        </p:sp>
        <p:sp>
          <p:nvSpPr>
            <p:cNvPr id="327" name="panel1__line_326"/>
            <p:cNvSpPr/>
            <p:nvPr/>
          </p:nvSpPr>
          <p:spPr>
            <a:xfrm flipV="1">
              <a:off x="1582626" y="3956623"/>
              <a:ext cx="11269" cy="7664"/>
            </a:xfrm>
            <a:prstGeom prst="line">
              <a:avLst/>
            </a:prstGeom>
            <a:noFill/>
            <a:ln w="12383">
              <a:solidFill>
                <a:srgbClr val="42949E"/>
              </a:solidFill>
              <a:prstDash val="solid"/>
            </a:ln>
          </p:spPr>
        </p:sp>
        <p:sp>
          <p:nvSpPr>
            <p:cNvPr id="328" name="panel1__line_327"/>
            <p:cNvSpPr/>
            <p:nvPr/>
          </p:nvSpPr>
          <p:spPr>
            <a:xfrm flipV="1">
              <a:off x="1593895" y="3943148"/>
              <a:ext cx="11269" cy="13475"/>
            </a:xfrm>
            <a:prstGeom prst="line">
              <a:avLst/>
            </a:prstGeom>
            <a:noFill/>
            <a:ln w="12383">
              <a:solidFill>
                <a:srgbClr val="42949E"/>
              </a:solidFill>
              <a:prstDash val="solid"/>
            </a:ln>
          </p:spPr>
        </p:sp>
        <p:sp>
          <p:nvSpPr>
            <p:cNvPr id="329" name="panel1__line_328"/>
            <p:cNvSpPr/>
            <p:nvPr/>
          </p:nvSpPr>
          <p:spPr>
            <a:xfrm flipV="1">
              <a:off x="1605164" y="3925378"/>
              <a:ext cx="11269" cy="17770"/>
            </a:xfrm>
            <a:prstGeom prst="line">
              <a:avLst/>
            </a:prstGeom>
            <a:noFill/>
            <a:ln w="12383">
              <a:solidFill>
                <a:srgbClr val="42949E"/>
              </a:solidFill>
              <a:prstDash val="solid"/>
            </a:ln>
          </p:spPr>
        </p:sp>
        <p:sp>
          <p:nvSpPr>
            <p:cNvPr id="330" name="panel1__line_329"/>
            <p:cNvSpPr/>
            <p:nvPr/>
          </p:nvSpPr>
          <p:spPr>
            <a:xfrm flipV="1">
              <a:off x="1616433" y="3905316"/>
              <a:ext cx="11269" cy="20061"/>
            </a:xfrm>
            <a:prstGeom prst="line">
              <a:avLst/>
            </a:prstGeom>
            <a:noFill/>
            <a:ln w="12383">
              <a:solidFill>
                <a:srgbClr val="42949E"/>
              </a:solidFill>
              <a:prstDash val="solid"/>
            </a:ln>
          </p:spPr>
        </p:sp>
        <p:sp>
          <p:nvSpPr>
            <p:cNvPr id="331" name="panel1__line_330"/>
            <p:cNvSpPr/>
            <p:nvPr/>
          </p:nvSpPr>
          <p:spPr>
            <a:xfrm flipV="1">
              <a:off x="1627702" y="3885201"/>
              <a:ext cx="11269" cy="20115"/>
            </a:xfrm>
            <a:prstGeom prst="line">
              <a:avLst/>
            </a:prstGeom>
            <a:noFill/>
            <a:ln w="12383">
              <a:solidFill>
                <a:srgbClr val="42949E"/>
              </a:solidFill>
              <a:prstDash val="solid"/>
            </a:ln>
          </p:spPr>
        </p:sp>
        <p:sp>
          <p:nvSpPr>
            <p:cNvPr id="332" name="panel1__line_331"/>
            <p:cNvSpPr/>
            <p:nvPr/>
          </p:nvSpPr>
          <p:spPr>
            <a:xfrm flipV="1">
              <a:off x="1638971" y="3867225"/>
              <a:ext cx="11269" cy="17976"/>
            </a:xfrm>
            <a:prstGeom prst="line">
              <a:avLst/>
            </a:prstGeom>
            <a:noFill/>
            <a:ln w="12383">
              <a:solidFill>
                <a:srgbClr val="42949E"/>
              </a:solidFill>
              <a:prstDash val="solid"/>
            </a:ln>
          </p:spPr>
        </p:sp>
        <p:sp>
          <p:nvSpPr>
            <p:cNvPr id="333" name="panel1__line_332"/>
            <p:cNvSpPr/>
            <p:nvPr/>
          </p:nvSpPr>
          <p:spPr>
            <a:xfrm flipV="1">
              <a:off x="1650240" y="3853270"/>
              <a:ext cx="11269" cy="13955"/>
            </a:xfrm>
            <a:prstGeom prst="line">
              <a:avLst/>
            </a:prstGeom>
            <a:noFill/>
            <a:ln w="12383">
              <a:solidFill>
                <a:srgbClr val="42949E"/>
              </a:solidFill>
              <a:prstDash val="solid"/>
            </a:ln>
          </p:spPr>
        </p:sp>
        <p:sp>
          <p:nvSpPr>
            <p:cNvPr id="334" name="panel1__line_333"/>
            <p:cNvSpPr/>
            <p:nvPr/>
          </p:nvSpPr>
          <p:spPr>
            <a:xfrm flipV="1">
              <a:off x="1661509" y="3844690"/>
              <a:ext cx="11269" cy="8580"/>
            </a:xfrm>
            <a:prstGeom prst="line">
              <a:avLst/>
            </a:prstGeom>
            <a:noFill/>
            <a:ln w="12383">
              <a:solidFill>
                <a:srgbClr val="42949E"/>
              </a:solidFill>
              <a:prstDash val="solid"/>
            </a:ln>
          </p:spPr>
        </p:sp>
        <p:sp>
          <p:nvSpPr>
            <p:cNvPr id="335" name="panel1__line_334"/>
            <p:cNvSpPr/>
            <p:nvPr/>
          </p:nvSpPr>
          <p:spPr>
            <a:xfrm flipV="1">
              <a:off x="1672778" y="3842171"/>
              <a:ext cx="11269" cy="2519"/>
            </a:xfrm>
            <a:prstGeom prst="line">
              <a:avLst/>
            </a:prstGeom>
            <a:noFill/>
            <a:ln w="12383">
              <a:solidFill>
                <a:srgbClr val="42949E"/>
              </a:solidFill>
              <a:prstDash val="solid"/>
            </a:ln>
          </p:spPr>
        </p:sp>
        <p:sp>
          <p:nvSpPr>
            <p:cNvPr id="336" name="panel1__line_335"/>
            <p:cNvSpPr/>
            <p:nvPr/>
          </p:nvSpPr>
          <p:spPr>
            <a:xfrm>
              <a:off x="1684047" y="3842171"/>
              <a:ext cx="11269" cy="3511"/>
            </a:xfrm>
            <a:prstGeom prst="line">
              <a:avLst/>
            </a:prstGeom>
            <a:noFill/>
            <a:ln w="12383">
              <a:solidFill>
                <a:srgbClr val="42949E"/>
              </a:solidFill>
              <a:prstDash val="solid"/>
            </a:ln>
          </p:spPr>
        </p:sp>
        <p:sp>
          <p:nvSpPr>
            <p:cNvPr id="337" name="panel1__line_336"/>
            <p:cNvSpPr/>
            <p:nvPr/>
          </p:nvSpPr>
          <p:spPr>
            <a:xfrm>
              <a:off x="1695316" y="3845682"/>
              <a:ext cx="11269" cy="8840"/>
            </a:xfrm>
            <a:prstGeom prst="line">
              <a:avLst/>
            </a:prstGeom>
            <a:noFill/>
            <a:ln w="12383">
              <a:solidFill>
                <a:srgbClr val="42949E"/>
              </a:solidFill>
              <a:prstDash val="solid"/>
            </a:ln>
          </p:spPr>
        </p:sp>
        <p:sp>
          <p:nvSpPr>
            <p:cNvPr id="338" name="panel1__line_337"/>
            <p:cNvSpPr/>
            <p:nvPr/>
          </p:nvSpPr>
          <p:spPr>
            <a:xfrm>
              <a:off x="1706585" y="3854522"/>
              <a:ext cx="11269" cy="12921"/>
            </a:xfrm>
            <a:prstGeom prst="line">
              <a:avLst/>
            </a:prstGeom>
            <a:noFill/>
            <a:ln w="12383">
              <a:solidFill>
                <a:srgbClr val="42949E"/>
              </a:solidFill>
              <a:prstDash val="solid"/>
            </a:ln>
          </p:spPr>
        </p:sp>
        <p:sp>
          <p:nvSpPr>
            <p:cNvPr id="339" name="panel1__line_338"/>
            <p:cNvSpPr/>
            <p:nvPr/>
          </p:nvSpPr>
          <p:spPr>
            <a:xfrm>
              <a:off x="1717854" y="3867442"/>
              <a:ext cx="11269" cy="15394"/>
            </a:xfrm>
            <a:prstGeom prst="line">
              <a:avLst/>
            </a:prstGeom>
            <a:noFill/>
            <a:ln w="12383">
              <a:solidFill>
                <a:srgbClr val="42949E"/>
              </a:solidFill>
              <a:prstDash val="solid"/>
            </a:ln>
          </p:spPr>
        </p:sp>
        <p:sp>
          <p:nvSpPr>
            <p:cNvPr id="340" name="panel1__line_339"/>
            <p:cNvSpPr/>
            <p:nvPr/>
          </p:nvSpPr>
          <p:spPr>
            <a:xfrm>
              <a:off x="1729123" y="3882836"/>
              <a:ext cx="11269" cy="16111"/>
            </a:xfrm>
            <a:prstGeom prst="line">
              <a:avLst/>
            </a:prstGeom>
            <a:noFill/>
            <a:ln w="12383">
              <a:solidFill>
                <a:srgbClr val="42949E"/>
              </a:solidFill>
              <a:prstDash val="solid"/>
            </a:ln>
          </p:spPr>
        </p:sp>
        <p:sp>
          <p:nvSpPr>
            <p:cNvPr id="341" name="panel1__line_340"/>
            <p:cNvSpPr/>
            <p:nvPr/>
          </p:nvSpPr>
          <p:spPr>
            <a:xfrm>
              <a:off x="1740392" y="3898947"/>
              <a:ext cx="11269" cy="15138"/>
            </a:xfrm>
            <a:prstGeom prst="line">
              <a:avLst/>
            </a:prstGeom>
            <a:noFill/>
            <a:ln w="12383">
              <a:solidFill>
                <a:srgbClr val="42949E"/>
              </a:solidFill>
              <a:prstDash val="solid"/>
            </a:ln>
          </p:spPr>
        </p:sp>
        <p:sp>
          <p:nvSpPr>
            <p:cNvPr id="342" name="panel1__line_341"/>
            <p:cNvSpPr/>
            <p:nvPr/>
          </p:nvSpPr>
          <p:spPr>
            <a:xfrm>
              <a:off x="1751661" y="3914085"/>
              <a:ext cx="11269" cy="12717"/>
            </a:xfrm>
            <a:prstGeom prst="line">
              <a:avLst/>
            </a:prstGeom>
            <a:noFill/>
            <a:ln w="12383">
              <a:solidFill>
                <a:srgbClr val="42949E"/>
              </a:solidFill>
              <a:prstDash val="solid"/>
            </a:ln>
          </p:spPr>
        </p:sp>
        <p:sp>
          <p:nvSpPr>
            <p:cNvPr id="343" name="panel1__line_342"/>
            <p:cNvSpPr/>
            <p:nvPr/>
          </p:nvSpPr>
          <p:spPr>
            <a:xfrm>
              <a:off x="1762930" y="3926802"/>
              <a:ext cx="11269" cy="9225"/>
            </a:xfrm>
            <a:prstGeom prst="line">
              <a:avLst/>
            </a:prstGeom>
            <a:noFill/>
            <a:ln w="12383">
              <a:solidFill>
                <a:srgbClr val="42949E"/>
              </a:solidFill>
              <a:prstDash val="solid"/>
            </a:ln>
          </p:spPr>
        </p:sp>
        <p:sp>
          <p:nvSpPr>
            <p:cNvPr id="344" name="panel1__line_343"/>
            <p:cNvSpPr/>
            <p:nvPr/>
          </p:nvSpPr>
          <p:spPr>
            <a:xfrm>
              <a:off x="1774199" y="3936027"/>
              <a:ext cx="11269" cy="5107"/>
            </a:xfrm>
            <a:prstGeom prst="line">
              <a:avLst/>
            </a:prstGeom>
            <a:noFill/>
            <a:ln w="12383">
              <a:solidFill>
                <a:srgbClr val="42949E"/>
              </a:solidFill>
              <a:prstDash val="solid"/>
            </a:ln>
          </p:spPr>
        </p:sp>
        <p:sp>
          <p:nvSpPr>
            <p:cNvPr id="345" name="panel1__line_344"/>
            <p:cNvSpPr/>
            <p:nvPr/>
          </p:nvSpPr>
          <p:spPr>
            <a:xfrm>
              <a:off x="1785468" y="3941135"/>
              <a:ext cx="11269" cy="819"/>
            </a:xfrm>
            <a:prstGeom prst="line">
              <a:avLst/>
            </a:prstGeom>
            <a:noFill/>
            <a:ln w="12383">
              <a:solidFill>
                <a:srgbClr val="42949E"/>
              </a:solidFill>
              <a:prstDash val="solid"/>
            </a:ln>
          </p:spPr>
        </p:sp>
        <p:sp>
          <p:nvSpPr>
            <p:cNvPr id="346" name="panel1__line_345"/>
            <p:cNvSpPr/>
            <p:nvPr/>
          </p:nvSpPr>
          <p:spPr>
            <a:xfrm flipV="1">
              <a:off x="1796737" y="3938729"/>
              <a:ext cx="11269" cy="3225"/>
            </a:xfrm>
            <a:prstGeom prst="line">
              <a:avLst/>
            </a:prstGeom>
            <a:noFill/>
            <a:ln w="12383">
              <a:solidFill>
                <a:srgbClr val="42949E"/>
              </a:solidFill>
              <a:prstDash val="solid"/>
            </a:ln>
          </p:spPr>
        </p:sp>
        <p:sp>
          <p:nvSpPr>
            <p:cNvPr id="347" name="panel1__line_346"/>
            <p:cNvSpPr/>
            <p:nvPr/>
          </p:nvSpPr>
          <p:spPr>
            <a:xfrm flipV="1">
              <a:off x="1808006" y="3932038"/>
              <a:ext cx="11269" cy="6690"/>
            </a:xfrm>
            <a:prstGeom prst="line">
              <a:avLst/>
            </a:prstGeom>
            <a:noFill/>
            <a:ln w="12383">
              <a:solidFill>
                <a:srgbClr val="42949E"/>
              </a:solidFill>
              <a:prstDash val="solid"/>
            </a:ln>
          </p:spPr>
        </p:sp>
        <p:sp>
          <p:nvSpPr>
            <p:cNvPr id="348" name="panel1__rect_347"/>
            <p:cNvSpPr/>
            <p:nvPr/>
          </p:nvSpPr>
          <p:spPr>
            <a:xfrm>
              <a:off x="1952625" y="3790950"/>
              <a:ext cx="876300" cy="219075"/>
            </a:xfrm>
            <a:prstGeom prst="rect">
              <a:avLst>
                <a:gd name="adj" fmla="val 41739"/>
              </a:avLst>
            </a:prstGeom>
            <a:solidFill>
              <a:srgbClr val="F8FAFB"/>
            </a:solidFill>
            <a:ln w="6191">
              <a:solidFill>
                <a:srgbClr val="D3DADF"/>
              </a:solidFill>
              <a:prstDash val="solid"/>
            </a:ln>
          </p:spPr>
        </p:sp>
        <p:sp>
          <p:nvSpPr>
            <p:cNvPr id="349" name="panel1__line_348"/>
            <p:cNvSpPr/>
            <p:nvPr/>
          </p:nvSpPr>
          <p:spPr>
            <a:xfrm>
              <a:off x="1990725" y="3858802"/>
              <a:ext cx="11269" cy="18664"/>
            </a:xfrm>
            <a:prstGeom prst="line">
              <a:avLst/>
            </a:prstGeom>
            <a:noFill/>
            <a:ln w="12383">
              <a:solidFill>
                <a:srgbClr val="9A4D8E"/>
              </a:solidFill>
              <a:prstDash val="solid"/>
            </a:ln>
          </p:spPr>
        </p:sp>
        <p:sp>
          <p:nvSpPr>
            <p:cNvPr id="350" name="panel1__line_349"/>
            <p:cNvSpPr/>
            <p:nvPr/>
          </p:nvSpPr>
          <p:spPr>
            <a:xfrm>
              <a:off x="2001994" y="3877467"/>
              <a:ext cx="11269" cy="27699"/>
            </a:xfrm>
            <a:prstGeom prst="line">
              <a:avLst/>
            </a:prstGeom>
            <a:noFill/>
            <a:ln w="12383">
              <a:solidFill>
                <a:srgbClr val="9A4D8E"/>
              </a:solidFill>
              <a:prstDash val="solid"/>
            </a:ln>
          </p:spPr>
        </p:sp>
        <p:sp>
          <p:nvSpPr>
            <p:cNvPr id="351" name="panel1__line_350"/>
            <p:cNvSpPr/>
            <p:nvPr/>
          </p:nvSpPr>
          <p:spPr>
            <a:xfrm>
              <a:off x="2013263" y="3905165"/>
              <a:ext cx="11269" cy="25863"/>
            </a:xfrm>
            <a:prstGeom prst="line">
              <a:avLst/>
            </a:prstGeom>
            <a:noFill/>
            <a:ln w="12383">
              <a:solidFill>
                <a:srgbClr val="9A4D8E"/>
              </a:solidFill>
              <a:prstDash val="solid"/>
            </a:ln>
          </p:spPr>
        </p:sp>
        <p:sp>
          <p:nvSpPr>
            <p:cNvPr id="352" name="panel1__line_351"/>
            <p:cNvSpPr/>
            <p:nvPr/>
          </p:nvSpPr>
          <p:spPr>
            <a:xfrm>
              <a:off x="2024532" y="3931028"/>
              <a:ext cx="11269" cy="13878"/>
            </a:xfrm>
            <a:prstGeom prst="line">
              <a:avLst/>
            </a:prstGeom>
            <a:noFill/>
            <a:ln w="12383">
              <a:solidFill>
                <a:srgbClr val="9A4D8E"/>
              </a:solidFill>
              <a:prstDash val="solid"/>
            </a:ln>
          </p:spPr>
        </p:sp>
        <p:sp>
          <p:nvSpPr>
            <p:cNvPr id="353" name="panel1__line_352"/>
            <p:cNvSpPr/>
            <p:nvPr/>
          </p:nvSpPr>
          <p:spPr>
            <a:xfrm flipV="1">
              <a:off x="2035801" y="3941353"/>
              <a:ext cx="11269" cy="3553"/>
            </a:xfrm>
            <a:prstGeom prst="line">
              <a:avLst/>
            </a:prstGeom>
            <a:noFill/>
            <a:ln w="12383">
              <a:solidFill>
                <a:srgbClr val="9A4D8E"/>
              </a:solidFill>
              <a:prstDash val="solid"/>
            </a:ln>
          </p:spPr>
        </p:sp>
        <p:sp>
          <p:nvSpPr>
            <p:cNvPr id="354" name="panel1__line_353"/>
            <p:cNvSpPr/>
            <p:nvPr/>
          </p:nvSpPr>
          <p:spPr>
            <a:xfrm flipV="1">
              <a:off x="2047070" y="3921762"/>
              <a:ext cx="11269" cy="19590"/>
            </a:xfrm>
            <a:prstGeom prst="line">
              <a:avLst/>
            </a:prstGeom>
            <a:noFill/>
            <a:ln w="12383">
              <a:solidFill>
                <a:srgbClr val="9A4D8E"/>
              </a:solidFill>
              <a:prstDash val="solid"/>
            </a:ln>
          </p:spPr>
        </p:sp>
        <p:sp>
          <p:nvSpPr>
            <p:cNvPr id="355" name="panel1__line_354"/>
            <p:cNvSpPr/>
            <p:nvPr/>
          </p:nvSpPr>
          <p:spPr>
            <a:xfrm flipV="1">
              <a:off x="2058339" y="3893823"/>
              <a:ext cx="11269" cy="27939"/>
            </a:xfrm>
            <a:prstGeom prst="line">
              <a:avLst/>
            </a:prstGeom>
            <a:noFill/>
            <a:ln w="12383">
              <a:solidFill>
                <a:srgbClr val="9A4D8E"/>
              </a:solidFill>
              <a:prstDash val="solid"/>
            </a:ln>
          </p:spPr>
        </p:sp>
        <p:sp>
          <p:nvSpPr>
            <p:cNvPr id="356" name="panel1__line_355"/>
            <p:cNvSpPr/>
            <p:nvPr/>
          </p:nvSpPr>
          <p:spPr>
            <a:xfrm flipV="1">
              <a:off x="2069608" y="3868499"/>
              <a:ext cx="11269" cy="25324"/>
            </a:xfrm>
            <a:prstGeom prst="line">
              <a:avLst/>
            </a:prstGeom>
            <a:noFill/>
            <a:ln w="12383">
              <a:solidFill>
                <a:srgbClr val="9A4D8E"/>
              </a:solidFill>
              <a:prstDash val="solid"/>
            </a:ln>
          </p:spPr>
        </p:sp>
        <p:sp>
          <p:nvSpPr>
            <p:cNvPr id="357" name="panel1__line_356"/>
            <p:cNvSpPr/>
            <p:nvPr/>
          </p:nvSpPr>
          <p:spPr>
            <a:xfrm flipV="1">
              <a:off x="2080877" y="3855729"/>
              <a:ext cx="11269" cy="12771"/>
            </a:xfrm>
            <a:prstGeom prst="line">
              <a:avLst/>
            </a:prstGeom>
            <a:noFill/>
            <a:ln w="12383">
              <a:solidFill>
                <a:srgbClr val="9A4D8E"/>
              </a:solidFill>
              <a:prstDash val="solid"/>
            </a:ln>
          </p:spPr>
        </p:sp>
        <p:sp>
          <p:nvSpPr>
            <p:cNvPr id="358" name="panel1__line_357"/>
            <p:cNvSpPr/>
            <p:nvPr/>
          </p:nvSpPr>
          <p:spPr>
            <a:xfrm>
              <a:off x="2092146" y="3855729"/>
              <a:ext cx="11269" cy="4794"/>
            </a:xfrm>
            <a:prstGeom prst="line">
              <a:avLst/>
            </a:prstGeom>
            <a:noFill/>
            <a:ln w="12383">
              <a:solidFill>
                <a:srgbClr val="9A4D8E"/>
              </a:solidFill>
              <a:prstDash val="solid"/>
            </a:ln>
          </p:spPr>
        </p:sp>
        <p:sp>
          <p:nvSpPr>
            <p:cNvPr id="359" name="panel1__line_358"/>
            <p:cNvSpPr/>
            <p:nvPr/>
          </p:nvSpPr>
          <p:spPr>
            <a:xfrm>
              <a:off x="2103415" y="3860523"/>
              <a:ext cx="11269" cy="20478"/>
            </a:xfrm>
            <a:prstGeom prst="line">
              <a:avLst/>
            </a:prstGeom>
            <a:noFill/>
            <a:ln w="12383">
              <a:solidFill>
                <a:srgbClr val="9A4D8E"/>
              </a:solidFill>
              <a:prstDash val="solid"/>
            </a:ln>
          </p:spPr>
        </p:sp>
        <p:sp>
          <p:nvSpPr>
            <p:cNvPr id="360" name="panel1__line_359"/>
            <p:cNvSpPr/>
            <p:nvPr/>
          </p:nvSpPr>
          <p:spPr>
            <a:xfrm>
              <a:off x="2114684" y="3881000"/>
              <a:ext cx="11269" cy="28125"/>
            </a:xfrm>
            <a:prstGeom prst="line">
              <a:avLst/>
            </a:prstGeom>
            <a:noFill/>
            <a:ln w="12383">
              <a:solidFill>
                <a:srgbClr val="9A4D8E"/>
              </a:solidFill>
              <a:prstDash val="solid"/>
            </a:ln>
          </p:spPr>
        </p:sp>
        <p:sp>
          <p:nvSpPr>
            <p:cNvPr id="361" name="panel1__line_360"/>
            <p:cNvSpPr/>
            <p:nvPr/>
          </p:nvSpPr>
          <p:spPr>
            <a:xfrm>
              <a:off x="2125953" y="3909125"/>
              <a:ext cx="11269" cy="24735"/>
            </a:xfrm>
            <a:prstGeom prst="line">
              <a:avLst/>
            </a:prstGeom>
            <a:noFill/>
            <a:ln w="12383">
              <a:solidFill>
                <a:srgbClr val="9A4D8E"/>
              </a:solidFill>
              <a:prstDash val="solid"/>
            </a:ln>
          </p:spPr>
        </p:sp>
        <p:sp>
          <p:nvSpPr>
            <p:cNvPr id="362" name="panel1__line_361"/>
            <p:cNvSpPr/>
            <p:nvPr/>
          </p:nvSpPr>
          <p:spPr>
            <a:xfrm>
              <a:off x="2137222" y="3933860"/>
              <a:ext cx="11269" cy="11639"/>
            </a:xfrm>
            <a:prstGeom prst="line">
              <a:avLst/>
            </a:prstGeom>
            <a:noFill/>
            <a:ln w="12383">
              <a:solidFill>
                <a:srgbClr val="9A4D8E"/>
              </a:solidFill>
              <a:prstDash val="solid"/>
            </a:ln>
          </p:spPr>
        </p:sp>
        <p:sp>
          <p:nvSpPr>
            <p:cNvPr id="363" name="panel1__line_362"/>
            <p:cNvSpPr/>
            <p:nvPr/>
          </p:nvSpPr>
          <p:spPr>
            <a:xfrm flipV="1">
              <a:off x="2148491" y="3939474"/>
              <a:ext cx="11269" cy="6025"/>
            </a:xfrm>
            <a:prstGeom prst="line">
              <a:avLst/>
            </a:prstGeom>
            <a:noFill/>
            <a:ln w="12383">
              <a:solidFill>
                <a:srgbClr val="9A4D8E"/>
              </a:solidFill>
              <a:prstDash val="solid"/>
            </a:ln>
          </p:spPr>
        </p:sp>
        <p:sp>
          <p:nvSpPr>
            <p:cNvPr id="364" name="panel1__line_363"/>
            <p:cNvSpPr/>
            <p:nvPr/>
          </p:nvSpPr>
          <p:spPr>
            <a:xfrm flipV="1">
              <a:off x="2159760" y="3918149"/>
              <a:ext cx="11269" cy="21325"/>
            </a:xfrm>
            <a:prstGeom prst="line">
              <a:avLst/>
            </a:prstGeom>
            <a:noFill/>
            <a:ln w="12383">
              <a:solidFill>
                <a:srgbClr val="9A4D8E"/>
              </a:solidFill>
              <a:prstDash val="solid"/>
            </a:ln>
          </p:spPr>
        </p:sp>
        <p:sp>
          <p:nvSpPr>
            <p:cNvPr id="365" name="panel1__line_364"/>
            <p:cNvSpPr/>
            <p:nvPr/>
          </p:nvSpPr>
          <p:spPr>
            <a:xfrm flipV="1">
              <a:off x="2171029" y="3889893"/>
              <a:ext cx="11269" cy="28256"/>
            </a:xfrm>
            <a:prstGeom prst="line">
              <a:avLst/>
            </a:prstGeom>
            <a:noFill/>
            <a:ln w="12383">
              <a:solidFill>
                <a:srgbClr val="9A4D8E"/>
              </a:solidFill>
              <a:prstDash val="solid"/>
            </a:ln>
          </p:spPr>
        </p:sp>
        <p:sp>
          <p:nvSpPr>
            <p:cNvPr id="366" name="panel1__line_365"/>
            <p:cNvSpPr/>
            <p:nvPr/>
          </p:nvSpPr>
          <p:spPr>
            <a:xfrm flipV="1">
              <a:off x="2182298" y="3865795"/>
              <a:ext cx="11269" cy="24098"/>
            </a:xfrm>
            <a:prstGeom prst="line">
              <a:avLst/>
            </a:prstGeom>
            <a:noFill/>
            <a:ln w="12383">
              <a:solidFill>
                <a:srgbClr val="9A4D8E"/>
              </a:solidFill>
              <a:prstDash val="solid"/>
            </a:ln>
          </p:spPr>
        </p:sp>
        <p:sp>
          <p:nvSpPr>
            <p:cNvPr id="367" name="panel1__line_366"/>
            <p:cNvSpPr/>
            <p:nvPr/>
          </p:nvSpPr>
          <p:spPr>
            <a:xfrm flipV="1">
              <a:off x="2193567" y="3855311"/>
              <a:ext cx="11269" cy="10484"/>
            </a:xfrm>
            <a:prstGeom prst="line">
              <a:avLst/>
            </a:prstGeom>
            <a:noFill/>
            <a:ln w="12383">
              <a:solidFill>
                <a:srgbClr val="9A4D8E"/>
              </a:solidFill>
              <a:prstDash val="solid"/>
            </a:ln>
          </p:spPr>
        </p:sp>
        <p:sp>
          <p:nvSpPr>
            <p:cNvPr id="368" name="panel1__line_367"/>
            <p:cNvSpPr/>
            <p:nvPr/>
          </p:nvSpPr>
          <p:spPr>
            <a:xfrm>
              <a:off x="2204836" y="3855311"/>
              <a:ext cx="11269" cy="7245"/>
            </a:xfrm>
            <a:prstGeom prst="line">
              <a:avLst/>
            </a:prstGeom>
            <a:noFill/>
            <a:ln w="12383">
              <a:solidFill>
                <a:srgbClr val="9A4D8E"/>
              </a:solidFill>
              <a:prstDash val="solid"/>
            </a:ln>
          </p:spPr>
        </p:sp>
        <p:sp>
          <p:nvSpPr>
            <p:cNvPr id="369" name="panel1__line_368"/>
            <p:cNvSpPr/>
            <p:nvPr/>
          </p:nvSpPr>
          <p:spPr>
            <a:xfrm>
              <a:off x="2216105" y="3862556"/>
              <a:ext cx="11269" cy="22130"/>
            </a:xfrm>
            <a:prstGeom prst="line">
              <a:avLst/>
            </a:prstGeom>
            <a:noFill/>
            <a:ln w="12383">
              <a:solidFill>
                <a:srgbClr val="9A4D8E"/>
              </a:solidFill>
              <a:prstDash val="solid"/>
            </a:ln>
          </p:spPr>
        </p:sp>
        <p:sp>
          <p:nvSpPr>
            <p:cNvPr id="370" name="panel1__line_369"/>
            <p:cNvSpPr/>
            <p:nvPr/>
          </p:nvSpPr>
          <p:spPr>
            <a:xfrm>
              <a:off x="2227374" y="3884687"/>
              <a:ext cx="11269" cy="28331"/>
            </a:xfrm>
            <a:prstGeom prst="line">
              <a:avLst/>
            </a:prstGeom>
            <a:noFill/>
            <a:ln w="12383">
              <a:solidFill>
                <a:srgbClr val="9A4D8E"/>
              </a:solidFill>
              <a:prstDash val="solid"/>
            </a:ln>
          </p:spPr>
        </p:sp>
        <p:sp>
          <p:nvSpPr>
            <p:cNvPr id="371" name="panel1__line_370"/>
            <p:cNvSpPr/>
            <p:nvPr/>
          </p:nvSpPr>
          <p:spPr>
            <a:xfrm>
              <a:off x="2238643" y="3913018"/>
              <a:ext cx="11269" cy="23414"/>
            </a:xfrm>
            <a:prstGeom prst="line">
              <a:avLst/>
            </a:prstGeom>
            <a:noFill/>
            <a:ln w="12383">
              <a:solidFill>
                <a:srgbClr val="9A4D8E"/>
              </a:solidFill>
              <a:prstDash val="solid"/>
            </a:ln>
          </p:spPr>
        </p:sp>
        <p:sp>
          <p:nvSpPr>
            <p:cNvPr id="372" name="panel1__line_371"/>
            <p:cNvSpPr/>
            <p:nvPr/>
          </p:nvSpPr>
          <p:spPr>
            <a:xfrm>
              <a:off x="2249912" y="3936432"/>
              <a:ext cx="11269" cy="9308"/>
            </a:xfrm>
            <a:prstGeom prst="line">
              <a:avLst/>
            </a:prstGeom>
            <a:noFill/>
            <a:ln w="12383">
              <a:solidFill>
                <a:srgbClr val="9A4D8E"/>
              </a:solidFill>
              <a:prstDash val="solid"/>
            </a:ln>
          </p:spPr>
        </p:sp>
        <p:sp>
          <p:nvSpPr>
            <p:cNvPr id="373" name="panel1__line_372"/>
            <p:cNvSpPr/>
            <p:nvPr/>
          </p:nvSpPr>
          <p:spPr>
            <a:xfrm flipV="1">
              <a:off x="2261181" y="3937289"/>
              <a:ext cx="11269" cy="8450"/>
            </a:xfrm>
            <a:prstGeom prst="line">
              <a:avLst/>
            </a:prstGeom>
            <a:noFill/>
            <a:ln w="12383">
              <a:solidFill>
                <a:srgbClr val="9A4D8E"/>
              </a:solidFill>
              <a:prstDash val="solid"/>
            </a:ln>
          </p:spPr>
        </p:sp>
        <p:sp>
          <p:nvSpPr>
            <p:cNvPr id="374" name="panel1__line_373"/>
            <p:cNvSpPr/>
            <p:nvPr/>
          </p:nvSpPr>
          <p:spPr>
            <a:xfrm flipV="1">
              <a:off x="2272450" y="3914397"/>
              <a:ext cx="11269" cy="22893"/>
            </a:xfrm>
            <a:prstGeom prst="line">
              <a:avLst/>
            </a:prstGeom>
            <a:noFill/>
            <a:ln w="12383">
              <a:solidFill>
                <a:srgbClr val="9A4D8E"/>
              </a:solidFill>
              <a:prstDash val="solid"/>
            </a:ln>
          </p:spPr>
        </p:sp>
        <p:sp>
          <p:nvSpPr>
            <p:cNvPr id="375" name="panel1__line_374"/>
            <p:cNvSpPr/>
            <p:nvPr/>
          </p:nvSpPr>
          <p:spPr>
            <a:xfrm flipV="1">
              <a:off x="2283719" y="3886046"/>
              <a:ext cx="11269" cy="28351"/>
            </a:xfrm>
            <a:prstGeom prst="line">
              <a:avLst/>
            </a:prstGeom>
            <a:noFill/>
            <a:ln w="12383">
              <a:solidFill>
                <a:srgbClr val="9A4D8E"/>
              </a:solidFill>
              <a:prstDash val="solid"/>
            </a:ln>
          </p:spPr>
        </p:sp>
        <p:sp>
          <p:nvSpPr>
            <p:cNvPr id="376" name="panel1__line_375"/>
            <p:cNvSpPr/>
            <p:nvPr/>
          </p:nvSpPr>
          <p:spPr>
            <a:xfrm flipV="1">
              <a:off x="2294988" y="3863362"/>
              <a:ext cx="11269" cy="22684"/>
            </a:xfrm>
            <a:prstGeom prst="line">
              <a:avLst/>
            </a:prstGeom>
            <a:noFill/>
            <a:ln w="12383">
              <a:solidFill>
                <a:srgbClr val="9A4D8E"/>
              </a:solidFill>
              <a:prstDash val="solid"/>
            </a:ln>
          </p:spPr>
        </p:sp>
        <p:sp>
          <p:nvSpPr>
            <p:cNvPr id="377" name="panel1__line_376"/>
            <p:cNvSpPr/>
            <p:nvPr/>
          </p:nvSpPr>
          <p:spPr>
            <a:xfrm flipV="1">
              <a:off x="2306257" y="3855248"/>
              <a:ext cx="11269" cy="8114"/>
            </a:xfrm>
            <a:prstGeom prst="line">
              <a:avLst/>
            </a:prstGeom>
            <a:noFill/>
            <a:ln w="12383">
              <a:solidFill>
                <a:srgbClr val="9A4D8E"/>
              </a:solidFill>
              <a:prstDash val="solid"/>
            </a:ln>
          </p:spPr>
        </p:sp>
        <p:sp>
          <p:nvSpPr>
            <p:cNvPr id="378" name="panel1__line_377"/>
            <p:cNvSpPr/>
            <p:nvPr/>
          </p:nvSpPr>
          <p:spPr>
            <a:xfrm>
              <a:off x="2317526" y="3855248"/>
              <a:ext cx="11269" cy="9639"/>
            </a:xfrm>
            <a:prstGeom prst="line">
              <a:avLst/>
            </a:prstGeom>
            <a:noFill/>
            <a:ln w="12383">
              <a:solidFill>
                <a:srgbClr val="9A4D8E"/>
              </a:solidFill>
              <a:prstDash val="solid"/>
            </a:ln>
          </p:spPr>
        </p:sp>
        <p:sp>
          <p:nvSpPr>
            <p:cNvPr id="379" name="panel1__line_378"/>
            <p:cNvSpPr/>
            <p:nvPr/>
          </p:nvSpPr>
          <p:spPr>
            <a:xfrm>
              <a:off x="2328795" y="3864887"/>
              <a:ext cx="11269" cy="23610"/>
            </a:xfrm>
            <a:prstGeom prst="line">
              <a:avLst/>
            </a:prstGeom>
            <a:noFill/>
            <a:ln w="12383">
              <a:solidFill>
                <a:srgbClr val="9A4D8E"/>
              </a:solidFill>
              <a:prstDash val="solid"/>
            </a:ln>
          </p:spPr>
        </p:sp>
        <p:sp>
          <p:nvSpPr>
            <p:cNvPr id="380" name="panel1__line_379"/>
            <p:cNvSpPr/>
            <p:nvPr/>
          </p:nvSpPr>
          <p:spPr>
            <a:xfrm>
              <a:off x="2340064" y="3888497"/>
              <a:ext cx="11269" cy="28316"/>
            </a:xfrm>
            <a:prstGeom prst="line">
              <a:avLst/>
            </a:prstGeom>
            <a:noFill/>
            <a:ln w="12383">
              <a:solidFill>
                <a:srgbClr val="9A4D8E"/>
              </a:solidFill>
              <a:prstDash val="solid"/>
            </a:ln>
          </p:spPr>
        </p:sp>
        <p:sp>
          <p:nvSpPr>
            <p:cNvPr id="381" name="panel1__line_380"/>
            <p:cNvSpPr/>
            <p:nvPr/>
          </p:nvSpPr>
          <p:spPr>
            <a:xfrm>
              <a:off x="2351333" y="3916812"/>
              <a:ext cx="11269" cy="21909"/>
            </a:xfrm>
            <a:prstGeom prst="line">
              <a:avLst/>
            </a:prstGeom>
            <a:noFill/>
            <a:ln w="12383">
              <a:solidFill>
                <a:srgbClr val="9A4D8E"/>
              </a:solidFill>
              <a:prstDash val="solid"/>
            </a:ln>
          </p:spPr>
        </p:sp>
        <p:sp>
          <p:nvSpPr>
            <p:cNvPr id="382" name="panel1__line_381"/>
            <p:cNvSpPr/>
            <p:nvPr/>
          </p:nvSpPr>
          <p:spPr>
            <a:xfrm>
              <a:off x="2362602" y="3938722"/>
              <a:ext cx="11269" cy="6905"/>
            </a:xfrm>
            <a:prstGeom prst="line">
              <a:avLst/>
            </a:prstGeom>
            <a:noFill/>
            <a:ln w="12383">
              <a:solidFill>
                <a:srgbClr val="9A4D8E"/>
              </a:solidFill>
              <a:prstDash val="solid"/>
            </a:ln>
          </p:spPr>
        </p:sp>
        <p:sp>
          <p:nvSpPr>
            <p:cNvPr id="383" name="panel1__line_382"/>
            <p:cNvSpPr/>
            <p:nvPr/>
          </p:nvSpPr>
          <p:spPr>
            <a:xfrm flipV="1">
              <a:off x="2373871" y="3934817"/>
              <a:ext cx="11269" cy="10809"/>
            </a:xfrm>
            <a:prstGeom prst="line">
              <a:avLst/>
            </a:prstGeom>
            <a:noFill/>
            <a:ln w="12383">
              <a:solidFill>
                <a:srgbClr val="9A4D8E"/>
              </a:solidFill>
              <a:prstDash val="solid"/>
            </a:ln>
          </p:spPr>
        </p:sp>
        <p:sp>
          <p:nvSpPr>
            <p:cNvPr id="384" name="panel1__line_383"/>
            <p:cNvSpPr/>
            <p:nvPr/>
          </p:nvSpPr>
          <p:spPr>
            <a:xfrm flipV="1">
              <a:off x="2385140" y="3910536"/>
              <a:ext cx="11269" cy="24281"/>
            </a:xfrm>
            <a:prstGeom prst="line">
              <a:avLst/>
            </a:prstGeom>
            <a:noFill/>
            <a:ln w="12383">
              <a:solidFill>
                <a:srgbClr val="9A4D8E"/>
              </a:solidFill>
              <a:prstDash val="solid"/>
            </a:ln>
          </p:spPr>
        </p:sp>
        <p:sp>
          <p:nvSpPr>
            <p:cNvPr id="385" name="panel1__line_384"/>
            <p:cNvSpPr/>
            <p:nvPr/>
          </p:nvSpPr>
          <p:spPr>
            <a:xfrm flipV="1">
              <a:off x="2396410" y="3882311"/>
              <a:ext cx="11269" cy="28225"/>
            </a:xfrm>
            <a:prstGeom prst="line">
              <a:avLst/>
            </a:prstGeom>
            <a:noFill/>
            <a:ln w="12383">
              <a:solidFill>
                <a:srgbClr val="9A4D8E"/>
              </a:solidFill>
              <a:prstDash val="solid"/>
            </a:ln>
          </p:spPr>
        </p:sp>
        <p:sp>
          <p:nvSpPr>
            <p:cNvPr id="386" name="panel1__line_385"/>
            <p:cNvSpPr/>
            <p:nvPr/>
          </p:nvSpPr>
          <p:spPr>
            <a:xfrm flipV="1">
              <a:off x="2407679" y="3861220"/>
              <a:ext cx="11269" cy="21092"/>
            </a:xfrm>
            <a:prstGeom prst="line">
              <a:avLst/>
            </a:prstGeom>
            <a:noFill/>
            <a:ln w="12383">
              <a:solidFill>
                <a:srgbClr val="9A4D8E"/>
              </a:solidFill>
              <a:prstDash val="solid"/>
            </a:ln>
          </p:spPr>
        </p:sp>
        <p:sp>
          <p:nvSpPr>
            <p:cNvPr id="387" name="panel1__line_386"/>
            <p:cNvSpPr/>
            <p:nvPr/>
          </p:nvSpPr>
          <p:spPr>
            <a:xfrm flipV="1">
              <a:off x="2418948" y="3855538"/>
              <a:ext cx="11269" cy="5682"/>
            </a:xfrm>
            <a:prstGeom prst="line">
              <a:avLst/>
            </a:prstGeom>
            <a:noFill/>
            <a:ln w="12383">
              <a:solidFill>
                <a:srgbClr val="9A4D8E"/>
              </a:solidFill>
              <a:prstDash val="solid"/>
            </a:ln>
          </p:spPr>
        </p:sp>
        <p:sp>
          <p:nvSpPr>
            <p:cNvPr id="388" name="panel1__line_387"/>
            <p:cNvSpPr/>
            <p:nvPr/>
          </p:nvSpPr>
          <p:spPr>
            <a:xfrm>
              <a:off x="2430217" y="3855538"/>
              <a:ext cx="11269" cy="11958"/>
            </a:xfrm>
            <a:prstGeom prst="line">
              <a:avLst/>
            </a:prstGeom>
            <a:noFill/>
            <a:ln w="12383">
              <a:solidFill>
                <a:srgbClr val="9A4D8E"/>
              </a:solidFill>
              <a:prstDash val="solid"/>
            </a:ln>
          </p:spPr>
        </p:sp>
        <p:sp>
          <p:nvSpPr>
            <p:cNvPr id="389" name="panel1__line_388"/>
            <p:cNvSpPr/>
            <p:nvPr/>
          </p:nvSpPr>
          <p:spPr>
            <a:xfrm>
              <a:off x="2441486" y="3867496"/>
              <a:ext cx="11269" cy="24905"/>
            </a:xfrm>
            <a:prstGeom prst="line">
              <a:avLst/>
            </a:prstGeom>
            <a:noFill/>
            <a:ln w="12383">
              <a:solidFill>
                <a:srgbClr val="9A4D8E"/>
              </a:solidFill>
              <a:prstDash val="solid"/>
            </a:ln>
          </p:spPr>
        </p:sp>
        <p:sp>
          <p:nvSpPr>
            <p:cNvPr id="390" name="panel1__line_389"/>
            <p:cNvSpPr/>
            <p:nvPr/>
          </p:nvSpPr>
          <p:spPr>
            <a:xfrm>
              <a:off x="2452755" y="3892401"/>
              <a:ext cx="11269" cy="28078"/>
            </a:xfrm>
            <a:prstGeom prst="line">
              <a:avLst/>
            </a:prstGeom>
            <a:noFill/>
            <a:ln w="12383">
              <a:solidFill>
                <a:srgbClr val="9A4D8E"/>
              </a:solidFill>
              <a:prstDash val="solid"/>
            </a:ln>
          </p:spPr>
        </p:sp>
        <p:sp>
          <p:nvSpPr>
            <p:cNvPr id="391" name="panel1__line_390"/>
            <p:cNvSpPr/>
            <p:nvPr/>
          </p:nvSpPr>
          <p:spPr>
            <a:xfrm>
              <a:off x="2464024" y="3920479"/>
              <a:ext cx="11269" cy="20233"/>
            </a:xfrm>
            <a:prstGeom prst="line">
              <a:avLst/>
            </a:prstGeom>
            <a:noFill/>
            <a:ln w="12383">
              <a:solidFill>
                <a:srgbClr val="9A4D8E"/>
              </a:solidFill>
              <a:prstDash val="solid"/>
            </a:ln>
          </p:spPr>
        </p:sp>
        <p:sp>
          <p:nvSpPr>
            <p:cNvPr id="392" name="panel1__line_391"/>
            <p:cNvSpPr/>
            <p:nvPr/>
          </p:nvSpPr>
          <p:spPr>
            <a:xfrm>
              <a:off x="2475293" y="3940712"/>
              <a:ext cx="11269" cy="4448"/>
            </a:xfrm>
            <a:prstGeom prst="line">
              <a:avLst/>
            </a:prstGeom>
            <a:noFill/>
            <a:ln w="12383">
              <a:solidFill>
                <a:srgbClr val="9A4D8E"/>
              </a:solidFill>
              <a:prstDash val="solid"/>
            </a:ln>
          </p:spPr>
        </p:sp>
        <p:sp>
          <p:nvSpPr>
            <p:cNvPr id="393" name="panel1__line_392"/>
            <p:cNvSpPr/>
            <p:nvPr/>
          </p:nvSpPr>
          <p:spPr>
            <a:xfrm flipV="1">
              <a:off x="2486562" y="3932076"/>
              <a:ext cx="11269" cy="13083"/>
            </a:xfrm>
            <a:prstGeom prst="line">
              <a:avLst/>
            </a:prstGeom>
            <a:noFill/>
            <a:ln w="12383">
              <a:solidFill>
                <a:srgbClr val="9A4D8E"/>
              </a:solidFill>
              <a:prstDash val="solid"/>
            </a:ln>
          </p:spPr>
        </p:sp>
        <p:sp>
          <p:nvSpPr>
            <p:cNvPr id="394" name="panel1__line_393"/>
            <p:cNvSpPr/>
            <p:nvPr/>
          </p:nvSpPr>
          <p:spPr>
            <a:xfrm flipV="1">
              <a:off x="2497831" y="3906597"/>
              <a:ext cx="11269" cy="25480"/>
            </a:xfrm>
            <a:prstGeom prst="line">
              <a:avLst/>
            </a:prstGeom>
            <a:noFill/>
            <a:ln w="12383">
              <a:solidFill>
                <a:srgbClr val="9A4D8E"/>
              </a:solidFill>
              <a:prstDash val="solid"/>
            </a:ln>
          </p:spPr>
        </p:sp>
        <p:sp>
          <p:nvSpPr>
            <p:cNvPr id="395" name="panel1__line_394"/>
            <p:cNvSpPr/>
            <p:nvPr/>
          </p:nvSpPr>
          <p:spPr>
            <a:xfrm flipV="1">
              <a:off x="2509100" y="3878719"/>
              <a:ext cx="11269" cy="27877"/>
            </a:xfrm>
            <a:prstGeom prst="line">
              <a:avLst/>
            </a:prstGeom>
            <a:noFill/>
            <a:ln w="12383">
              <a:solidFill>
                <a:srgbClr val="9A4D8E"/>
              </a:solidFill>
              <a:prstDash val="solid"/>
            </a:ln>
          </p:spPr>
        </p:sp>
        <p:sp>
          <p:nvSpPr>
            <p:cNvPr id="396" name="panel1__line_395"/>
            <p:cNvSpPr/>
            <p:nvPr/>
          </p:nvSpPr>
          <p:spPr>
            <a:xfrm flipV="1">
              <a:off x="2520369" y="3859385"/>
              <a:ext cx="11269" cy="19335"/>
            </a:xfrm>
            <a:prstGeom prst="line">
              <a:avLst/>
            </a:prstGeom>
            <a:noFill/>
            <a:ln w="12383">
              <a:solidFill>
                <a:srgbClr val="9A4D8E"/>
              </a:solidFill>
              <a:prstDash val="solid"/>
            </a:ln>
          </p:spPr>
        </p:sp>
        <p:sp>
          <p:nvSpPr>
            <p:cNvPr id="397" name="panel1__line_396"/>
            <p:cNvSpPr/>
            <p:nvPr/>
          </p:nvSpPr>
          <p:spPr>
            <a:xfrm flipV="1">
              <a:off x="2531638" y="3856180"/>
              <a:ext cx="11269" cy="3205"/>
            </a:xfrm>
            <a:prstGeom prst="line">
              <a:avLst/>
            </a:prstGeom>
            <a:noFill/>
            <a:ln w="12383">
              <a:solidFill>
                <a:srgbClr val="9A4D8E"/>
              </a:solidFill>
              <a:prstDash val="solid"/>
            </a:ln>
          </p:spPr>
        </p:sp>
        <p:sp>
          <p:nvSpPr>
            <p:cNvPr id="398" name="panel1__line_397"/>
            <p:cNvSpPr/>
            <p:nvPr/>
          </p:nvSpPr>
          <p:spPr>
            <a:xfrm>
              <a:off x="2542907" y="3856180"/>
              <a:ext cx="11269" cy="14183"/>
            </a:xfrm>
            <a:prstGeom prst="line">
              <a:avLst/>
            </a:prstGeom>
            <a:noFill/>
            <a:ln w="12383">
              <a:solidFill>
                <a:srgbClr val="9A4D8E"/>
              </a:solidFill>
              <a:prstDash val="solid"/>
            </a:ln>
          </p:spPr>
        </p:sp>
        <p:sp>
          <p:nvSpPr>
            <p:cNvPr id="399" name="panel1__line_398"/>
            <p:cNvSpPr/>
            <p:nvPr/>
          </p:nvSpPr>
          <p:spPr>
            <a:xfrm>
              <a:off x="2554176" y="3870363"/>
              <a:ext cx="11269" cy="26005"/>
            </a:xfrm>
            <a:prstGeom prst="line">
              <a:avLst/>
            </a:prstGeom>
            <a:noFill/>
            <a:ln w="12383">
              <a:solidFill>
                <a:srgbClr val="9A4D8E"/>
              </a:solidFill>
              <a:prstDash val="solid"/>
            </a:ln>
          </p:spPr>
        </p:sp>
        <p:sp>
          <p:nvSpPr>
            <p:cNvPr id="400" name="panel1__line_399"/>
            <p:cNvSpPr/>
            <p:nvPr/>
          </p:nvSpPr>
          <p:spPr>
            <a:xfrm>
              <a:off x="2565445" y="3896368"/>
              <a:ext cx="11269" cy="27622"/>
            </a:xfrm>
            <a:prstGeom prst="line">
              <a:avLst/>
            </a:prstGeom>
            <a:noFill/>
            <a:ln w="12383">
              <a:solidFill>
                <a:srgbClr val="9A4D8E"/>
              </a:solidFill>
              <a:prstDash val="solid"/>
            </a:ln>
          </p:spPr>
        </p:sp>
        <p:sp>
          <p:nvSpPr>
            <p:cNvPr id="401" name="panel1__line_400"/>
            <p:cNvSpPr/>
            <p:nvPr/>
          </p:nvSpPr>
          <p:spPr>
            <a:xfrm>
              <a:off x="2576714" y="3923989"/>
              <a:ext cx="11269" cy="18399"/>
            </a:xfrm>
            <a:prstGeom prst="line">
              <a:avLst/>
            </a:prstGeom>
            <a:noFill/>
            <a:ln w="12383">
              <a:solidFill>
                <a:srgbClr val="9A4D8E"/>
              </a:solidFill>
              <a:prstDash val="solid"/>
            </a:ln>
          </p:spPr>
        </p:sp>
        <p:sp>
          <p:nvSpPr>
            <p:cNvPr id="402" name="panel1__line_401"/>
            <p:cNvSpPr/>
            <p:nvPr/>
          </p:nvSpPr>
          <p:spPr>
            <a:xfrm>
              <a:off x="2587983" y="3942388"/>
              <a:ext cx="11269" cy="1955"/>
            </a:xfrm>
            <a:prstGeom prst="line">
              <a:avLst/>
            </a:prstGeom>
            <a:noFill/>
            <a:ln w="12383">
              <a:solidFill>
                <a:srgbClr val="9A4D8E"/>
              </a:solidFill>
              <a:prstDash val="solid"/>
            </a:ln>
          </p:spPr>
        </p:sp>
        <p:sp>
          <p:nvSpPr>
            <p:cNvPr id="403" name="panel1__line_402"/>
            <p:cNvSpPr/>
            <p:nvPr/>
          </p:nvSpPr>
          <p:spPr>
            <a:xfrm flipV="1">
              <a:off x="2599252" y="3929088"/>
              <a:ext cx="11269" cy="15255"/>
            </a:xfrm>
            <a:prstGeom prst="line">
              <a:avLst/>
            </a:prstGeom>
            <a:noFill/>
            <a:ln w="12383">
              <a:solidFill>
                <a:srgbClr val="9A4D8E"/>
              </a:solidFill>
              <a:prstDash val="solid"/>
            </a:ln>
          </p:spPr>
        </p:sp>
        <p:sp>
          <p:nvSpPr>
            <p:cNvPr id="404" name="panel1__line_403"/>
            <p:cNvSpPr/>
            <p:nvPr/>
          </p:nvSpPr>
          <p:spPr>
            <a:xfrm flipV="1">
              <a:off x="2610521" y="3902609"/>
              <a:ext cx="11269" cy="26479"/>
            </a:xfrm>
            <a:prstGeom prst="line">
              <a:avLst/>
            </a:prstGeom>
            <a:noFill/>
            <a:ln w="12383">
              <a:solidFill>
                <a:srgbClr val="9A4D8E"/>
              </a:solidFill>
              <a:prstDash val="solid"/>
            </a:ln>
          </p:spPr>
        </p:sp>
        <p:sp>
          <p:nvSpPr>
            <p:cNvPr id="405" name="panel1__line_404"/>
            <p:cNvSpPr/>
            <p:nvPr/>
          </p:nvSpPr>
          <p:spPr>
            <a:xfrm flipV="1">
              <a:off x="2621790" y="3875298"/>
              <a:ext cx="11269" cy="27312"/>
            </a:xfrm>
            <a:prstGeom prst="line">
              <a:avLst/>
            </a:prstGeom>
            <a:noFill/>
            <a:ln w="12383">
              <a:solidFill>
                <a:srgbClr val="9A4D8E"/>
              </a:solidFill>
              <a:prstDash val="solid"/>
            </a:ln>
          </p:spPr>
        </p:sp>
        <p:sp>
          <p:nvSpPr>
            <p:cNvPr id="406" name="panel1__line_405"/>
            <p:cNvSpPr/>
            <p:nvPr/>
          </p:nvSpPr>
          <p:spPr>
            <a:xfrm flipV="1">
              <a:off x="2633059" y="3857871"/>
              <a:ext cx="11269" cy="17426"/>
            </a:xfrm>
            <a:prstGeom prst="line">
              <a:avLst/>
            </a:prstGeom>
            <a:noFill/>
            <a:ln w="12383">
              <a:solidFill>
                <a:srgbClr val="9A4D8E"/>
              </a:solidFill>
              <a:prstDash val="solid"/>
            </a:ln>
          </p:spPr>
        </p:sp>
        <p:sp>
          <p:nvSpPr>
            <p:cNvPr id="407" name="panel1__line_406"/>
            <p:cNvSpPr/>
            <p:nvPr/>
          </p:nvSpPr>
          <p:spPr>
            <a:xfrm flipV="1">
              <a:off x="2644328" y="3857169"/>
              <a:ext cx="11269" cy="702"/>
            </a:xfrm>
            <a:prstGeom prst="line">
              <a:avLst/>
            </a:prstGeom>
            <a:noFill/>
            <a:ln w="12383">
              <a:solidFill>
                <a:srgbClr val="9A4D8E"/>
              </a:solidFill>
              <a:prstDash val="solid"/>
            </a:ln>
          </p:spPr>
        </p:sp>
        <p:sp>
          <p:nvSpPr>
            <p:cNvPr id="408" name="panel1__line_407"/>
            <p:cNvSpPr/>
            <p:nvPr/>
          </p:nvSpPr>
          <p:spPr>
            <a:xfrm>
              <a:off x="2655597" y="3857169"/>
              <a:ext cx="11269" cy="16297"/>
            </a:xfrm>
            <a:prstGeom prst="line">
              <a:avLst/>
            </a:prstGeom>
            <a:noFill/>
            <a:ln w="12383">
              <a:solidFill>
                <a:srgbClr val="9A4D8E"/>
              </a:solidFill>
              <a:prstDash val="solid"/>
            </a:ln>
          </p:spPr>
        </p:sp>
        <p:sp>
          <p:nvSpPr>
            <p:cNvPr id="409" name="panel1__line_408"/>
            <p:cNvSpPr/>
            <p:nvPr/>
          </p:nvSpPr>
          <p:spPr>
            <a:xfrm>
              <a:off x="2666866" y="3873466"/>
              <a:ext cx="11269" cy="26901"/>
            </a:xfrm>
            <a:prstGeom prst="line">
              <a:avLst/>
            </a:prstGeom>
            <a:noFill/>
            <a:ln w="12383">
              <a:solidFill>
                <a:srgbClr val="9A4D8E"/>
              </a:solidFill>
              <a:prstDash val="solid"/>
            </a:ln>
          </p:spPr>
        </p:sp>
        <p:sp>
          <p:nvSpPr>
            <p:cNvPr id="410" name="panel1__line_409"/>
            <p:cNvSpPr/>
            <p:nvPr/>
          </p:nvSpPr>
          <p:spPr>
            <a:xfrm>
              <a:off x="2678135" y="3900367"/>
              <a:ext cx="11269" cy="26948"/>
            </a:xfrm>
            <a:prstGeom prst="line">
              <a:avLst/>
            </a:prstGeom>
            <a:noFill/>
            <a:ln w="12383">
              <a:solidFill>
                <a:srgbClr val="9A4D8E"/>
              </a:solidFill>
              <a:prstDash val="solid"/>
            </a:ln>
          </p:spPr>
        </p:sp>
        <p:sp>
          <p:nvSpPr>
            <p:cNvPr id="411" name="panel1__line_410"/>
            <p:cNvSpPr/>
            <p:nvPr/>
          </p:nvSpPr>
          <p:spPr>
            <a:xfrm>
              <a:off x="2689404" y="3927316"/>
              <a:ext cx="11269" cy="16420"/>
            </a:xfrm>
            <a:prstGeom prst="line">
              <a:avLst/>
            </a:prstGeom>
            <a:noFill/>
            <a:ln w="12383">
              <a:solidFill>
                <a:srgbClr val="9A4D8E"/>
              </a:solidFill>
              <a:prstDash val="solid"/>
            </a:ln>
          </p:spPr>
        </p:sp>
        <p:sp>
          <p:nvSpPr>
            <p:cNvPr id="412" name="panel1__line_411"/>
            <p:cNvSpPr/>
            <p:nvPr/>
          </p:nvSpPr>
          <p:spPr>
            <a:xfrm flipV="1">
              <a:off x="2700673" y="3943184"/>
              <a:ext cx="11269" cy="552"/>
            </a:xfrm>
            <a:prstGeom prst="line">
              <a:avLst/>
            </a:prstGeom>
            <a:noFill/>
            <a:ln w="12383">
              <a:solidFill>
                <a:srgbClr val="9A4D8E"/>
              </a:solidFill>
              <a:prstDash val="solid"/>
            </a:ln>
          </p:spPr>
        </p:sp>
        <p:sp>
          <p:nvSpPr>
            <p:cNvPr id="413" name="panel1__line_412"/>
            <p:cNvSpPr/>
            <p:nvPr/>
          </p:nvSpPr>
          <p:spPr>
            <a:xfrm flipV="1">
              <a:off x="2711942" y="3925877"/>
              <a:ext cx="11269" cy="17307"/>
            </a:xfrm>
            <a:prstGeom prst="line">
              <a:avLst/>
            </a:prstGeom>
            <a:noFill/>
            <a:ln w="12383">
              <a:solidFill>
                <a:srgbClr val="9A4D8E"/>
              </a:solidFill>
              <a:prstDash val="solid"/>
            </a:ln>
          </p:spPr>
        </p:sp>
        <p:sp>
          <p:nvSpPr>
            <p:cNvPr id="414" name="panel1__line_413"/>
            <p:cNvSpPr/>
            <p:nvPr/>
          </p:nvSpPr>
          <p:spPr>
            <a:xfrm flipV="1">
              <a:off x="2723211" y="3898606"/>
              <a:ext cx="11269" cy="27271"/>
            </a:xfrm>
            <a:prstGeom prst="line">
              <a:avLst/>
            </a:prstGeom>
            <a:noFill/>
            <a:ln w="12383">
              <a:solidFill>
                <a:srgbClr val="9A4D8E"/>
              </a:solidFill>
              <a:prstDash val="solid"/>
            </a:ln>
          </p:spPr>
        </p:sp>
        <p:sp>
          <p:nvSpPr>
            <p:cNvPr id="415" name="panel1__line_414"/>
            <p:cNvSpPr/>
            <p:nvPr/>
          </p:nvSpPr>
          <p:spPr>
            <a:xfrm flipV="1">
              <a:off x="2734480" y="3872073"/>
              <a:ext cx="11269" cy="26532"/>
            </a:xfrm>
            <a:prstGeom prst="line">
              <a:avLst/>
            </a:prstGeom>
            <a:noFill/>
            <a:ln w="12383">
              <a:solidFill>
                <a:srgbClr val="9A4D8E"/>
              </a:solidFill>
              <a:prstDash val="solid"/>
            </a:ln>
          </p:spPr>
        </p:sp>
        <p:sp>
          <p:nvSpPr>
            <p:cNvPr id="416" name="panel1__line_415"/>
            <p:cNvSpPr/>
            <p:nvPr/>
          </p:nvSpPr>
          <p:spPr>
            <a:xfrm flipV="1">
              <a:off x="2745749" y="3856691"/>
              <a:ext cx="11269" cy="15382"/>
            </a:xfrm>
            <a:prstGeom prst="line">
              <a:avLst/>
            </a:prstGeom>
            <a:noFill/>
            <a:ln w="12383">
              <a:solidFill>
                <a:srgbClr val="9A4D8E"/>
              </a:solidFill>
              <a:prstDash val="solid"/>
            </a:ln>
          </p:spPr>
        </p:sp>
        <p:sp>
          <p:nvSpPr>
            <p:cNvPr id="417" name="panel1__line_416"/>
            <p:cNvSpPr/>
            <p:nvPr/>
          </p:nvSpPr>
          <p:spPr>
            <a:xfrm>
              <a:off x="2757018" y="3856691"/>
              <a:ext cx="11269" cy="1805"/>
            </a:xfrm>
            <a:prstGeom prst="line">
              <a:avLst/>
            </a:prstGeom>
            <a:noFill/>
            <a:ln w="12383">
              <a:solidFill>
                <a:srgbClr val="9A4D8E"/>
              </a:solidFill>
              <a:prstDash val="solid"/>
            </a:ln>
          </p:spPr>
        </p:sp>
        <p:sp>
          <p:nvSpPr>
            <p:cNvPr id="418" name="panel1__line_417"/>
            <p:cNvSpPr/>
            <p:nvPr/>
          </p:nvSpPr>
          <p:spPr>
            <a:xfrm>
              <a:off x="2768287" y="3858497"/>
              <a:ext cx="11269" cy="18284"/>
            </a:xfrm>
            <a:prstGeom prst="line">
              <a:avLst/>
            </a:prstGeom>
            <a:noFill/>
            <a:ln w="12383">
              <a:solidFill>
                <a:srgbClr val="9A4D8E"/>
              </a:solidFill>
              <a:prstDash val="solid"/>
            </a:ln>
          </p:spPr>
        </p:sp>
        <p:sp>
          <p:nvSpPr>
            <p:cNvPr id="419" name="panel1__line_418"/>
            <p:cNvSpPr/>
            <p:nvPr/>
          </p:nvSpPr>
          <p:spPr>
            <a:xfrm>
              <a:off x="2779556" y="3876781"/>
              <a:ext cx="11269" cy="27587"/>
            </a:xfrm>
            <a:prstGeom prst="line">
              <a:avLst/>
            </a:prstGeom>
            <a:noFill/>
            <a:ln w="12383">
              <a:solidFill>
                <a:srgbClr val="9A4D8E"/>
              </a:solidFill>
              <a:prstDash val="solid"/>
            </a:ln>
          </p:spPr>
        </p:sp>
        <p:sp>
          <p:nvSpPr>
            <p:cNvPr id="420" name="panel1__rect_419"/>
            <p:cNvSpPr/>
            <p:nvPr/>
          </p:nvSpPr>
          <p:spPr>
            <a:xfrm>
              <a:off x="2924175" y="3790950"/>
              <a:ext cx="876300" cy="219075"/>
            </a:xfrm>
            <a:prstGeom prst="rect">
              <a:avLst>
                <a:gd name="adj" fmla="val 41739"/>
              </a:avLst>
            </a:prstGeom>
            <a:solidFill>
              <a:srgbClr val="F8FAFB"/>
            </a:solidFill>
            <a:ln w="6191">
              <a:solidFill>
                <a:srgbClr val="D3DADF"/>
              </a:solidFill>
              <a:prstDash val="solid"/>
            </a:ln>
          </p:spPr>
        </p:sp>
        <p:sp>
          <p:nvSpPr>
            <p:cNvPr id="421" name="panel1__line_420"/>
            <p:cNvSpPr/>
            <p:nvPr/>
          </p:nvSpPr>
          <p:spPr>
            <a:xfrm>
              <a:off x="2962275" y="3873880"/>
              <a:ext cx="11269" cy="5626"/>
            </a:xfrm>
            <a:prstGeom prst="line">
              <a:avLst/>
            </a:prstGeom>
            <a:noFill/>
            <a:ln w="12383">
              <a:solidFill>
                <a:srgbClr val="C88931"/>
              </a:solidFill>
              <a:prstDash val="solid"/>
            </a:ln>
          </p:spPr>
        </p:sp>
        <p:sp>
          <p:nvSpPr>
            <p:cNvPr id="422" name="panel1__line_421"/>
            <p:cNvSpPr/>
            <p:nvPr/>
          </p:nvSpPr>
          <p:spPr>
            <a:xfrm>
              <a:off x="2973544" y="3879507"/>
              <a:ext cx="11269" cy="25544"/>
            </a:xfrm>
            <a:prstGeom prst="line">
              <a:avLst/>
            </a:prstGeom>
            <a:noFill/>
            <a:ln w="12383">
              <a:solidFill>
                <a:srgbClr val="C88931"/>
              </a:solidFill>
              <a:prstDash val="solid"/>
            </a:ln>
          </p:spPr>
        </p:sp>
        <p:sp>
          <p:nvSpPr>
            <p:cNvPr id="423" name="panel1__line_422"/>
            <p:cNvSpPr/>
            <p:nvPr/>
          </p:nvSpPr>
          <p:spPr>
            <a:xfrm>
              <a:off x="2984813" y="3905051"/>
              <a:ext cx="11269" cy="21212"/>
            </a:xfrm>
            <a:prstGeom prst="line">
              <a:avLst/>
            </a:prstGeom>
            <a:noFill/>
            <a:ln w="12383">
              <a:solidFill>
                <a:srgbClr val="C88931"/>
              </a:solidFill>
              <a:prstDash val="solid"/>
            </a:ln>
          </p:spPr>
        </p:sp>
        <p:sp>
          <p:nvSpPr>
            <p:cNvPr id="424" name="panel1__line_423"/>
            <p:cNvSpPr/>
            <p:nvPr/>
          </p:nvSpPr>
          <p:spPr>
            <a:xfrm flipV="1">
              <a:off x="2996082" y="3923005"/>
              <a:ext cx="11269" cy="3258"/>
            </a:xfrm>
            <a:prstGeom prst="line">
              <a:avLst/>
            </a:prstGeom>
            <a:noFill/>
            <a:ln w="12383">
              <a:solidFill>
                <a:srgbClr val="C88931"/>
              </a:solidFill>
              <a:prstDash val="solid"/>
            </a:ln>
          </p:spPr>
        </p:sp>
        <p:sp>
          <p:nvSpPr>
            <p:cNvPr id="425" name="panel1__line_424"/>
            <p:cNvSpPr/>
            <p:nvPr/>
          </p:nvSpPr>
          <p:spPr>
            <a:xfrm flipV="1">
              <a:off x="3007351" y="3898370"/>
              <a:ext cx="11269" cy="24635"/>
            </a:xfrm>
            <a:prstGeom prst="line">
              <a:avLst/>
            </a:prstGeom>
            <a:noFill/>
            <a:ln w="12383">
              <a:solidFill>
                <a:srgbClr val="C88931"/>
              </a:solidFill>
              <a:prstDash val="solid"/>
            </a:ln>
          </p:spPr>
        </p:sp>
        <p:sp>
          <p:nvSpPr>
            <p:cNvPr id="426" name="panel1__line_425"/>
            <p:cNvSpPr/>
            <p:nvPr/>
          </p:nvSpPr>
          <p:spPr>
            <a:xfrm flipV="1">
              <a:off x="3018620" y="3875745"/>
              <a:ext cx="11269" cy="22625"/>
            </a:xfrm>
            <a:prstGeom prst="line">
              <a:avLst/>
            </a:prstGeom>
            <a:noFill/>
            <a:ln w="12383">
              <a:solidFill>
                <a:srgbClr val="C88931"/>
              </a:solidFill>
              <a:prstDash val="solid"/>
            </a:ln>
          </p:spPr>
        </p:sp>
        <p:sp>
          <p:nvSpPr>
            <p:cNvPr id="427" name="panel1__line_426"/>
            <p:cNvSpPr/>
            <p:nvPr/>
          </p:nvSpPr>
          <p:spPr>
            <a:xfrm>
              <a:off x="3029889" y="3875745"/>
              <a:ext cx="11269" cy="864"/>
            </a:xfrm>
            <a:prstGeom prst="line">
              <a:avLst/>
            </a:prstGeom>
            <a:noFill/>
            <a:ln w="12383">
              <a:solidFill>
                <a:srgbClr val="C88931"/>
              </a:solidFill>
              <a:prstDash val="solid"/>
            </a:ln>
          </p:spPr>
        </p:sp>
        <p:sp>
          <p:nvSpPr>
            <p:cNvPr id="428" name="panel1__line_427"/>
            <p:cNvSpPr/>
            <p:nvPr/>
          </p:nvSpPr>
          <p:spPr>
            <a:xfrm>
              <a:off x="3041158" y="3876610"/>
              <a:ext cx="11269" cy="23533"/>
            </a:xfrm>
            <a:prstGeom prst="line">
              <a:avLst/>
            </a:prstGeom>
            <a:noFill/>
            <a:ln w="12383">
              <a:solidFill>
                <a:srgbClr val="C88931"/>
              </a:solidFill>
              <a:prstDash val="solid"/>
            </a:ln>
          </p:spPr>
        </p:sp>
        <p:sp>
          <p:nvSpPr>
            <p:cNvPr id="429" name="panel1__line_428"/>
            <p:cNvSpPr/>
            <p:nvPr/>
          </p:nvSpPr>
          <p:spPr>
            <a:xfrm>
              <a:off x="3052427" y="3900142"/>
              <a:ext cx="11269" cy="23861"/>
            </a:xfrm>
            <a:prstGeom prst="line">
              <a:avLst/>
            </a:prstGeom>
            <a:noFill/>
            <a:ln w="12383">
              <a:solidFill>
                <a:srgbClr val="C88931"/>
              </a:solidFill>
              <a:prstDash val="solid"/>
            </a:ln>
          </p:spPr>
        </p:sp>
        <p:sp>
          <p:nvSpPr>
            <p:cNvPr id="430" name="panel1__line_429"/>
            <p:cNvSpPr/>
            <p:nvPr/>
          </p:nvSpPr>
          <p:spPr>
            <a:xfrm>
              <a:off x="3063696" y="3924003"/>
              <a:ext cx="11269" cy="1536"/>
            </a:xfrm>
            <a:prstGeom prst="line">
              <a:avLst/>
            </a:prstGeom>
            <a:noFill/>
            <a:ln w="12383">
              <a:solidFill>
                <a:srgbClr val="C88931"/>
              </a:solidFill>
              <a:prstDash val="solid"/>
            </a:ln>
          </p:spPr>
        </p:sp>
        <p:sp>
          <p:nvSpPr>
            <p:cNvPr id="431" name="panel1__line_430"/>
            <p:cNvSpPr/>
            <p:nvPr/>
          </p:nvSpPr>
          <p:spPr>
            <a:xfrm flipV="1">
              <a:off x="3074965" y="3903292"/>
              <a:ext cx="11269" cy="22247"/>
            </a:xfrm>
            <a:prstGeom prst="line">
              <a:avLst/>
            </a:prstGeom>
            <a:noFill/>
            <a:ln w="12383">
              <a:solidFill>
                <a:srgbClr val="C88931"/>
              </a:solidFill>
              <a:prstDash val="solid"/>
            </a:ln>
          </p:spPr>
        </p:sp>
        <p:sp>
          <p:nvSpPr>
            <p:cNvPr id="432" name="panel1__line_431"/>
            <p:cNvSpPr/>
            <p:nvPr/>
          </p:nvSpPr>
          <p:spPr>
            <a:xfrm flipV="1">
              <a:off x="3086234" y="3878383"/>
              <a:ext cx="11269" cy="24910"/>
            </a:xfrm>
            <a:prstGeom prst="line">
              <a:avLst/>
            </a:prstGeom>
            <a:noFill/>
            <a:ln w="12383">
              <a:solidFill>
                <a:srgbClr val="C88931"/>
              </a:solidFill>
              <a:prstDash val="solid"/>
            </a:ln>
          </p:spPr>
        </p:sp>
        <p:sp>
          <p:nvSpPr>
            <p:cNvPr id="433" name="panel1__line_432"/>
            <p:cNvSpPr/>
            <p:nvPr/>
          </p:nvSpPr>
          <p:spPr>
            <a:xfrm flipV="1">
              <a:off x="3097503" y="3874458"/>
              <a:ext cx="11269" cy="3925"/>
            </a:xfrm>
            <a:prstGeom prst="line">
              <a:avLst/>
            </a:prstGeom>
            <a:noFill/>
            <a:ln w="12383">
              <a:solidFill>
                <a:srgbClr val="C88931"/>
              </a:solidFill>
              <a:prstDash val="solid"/>
            </a:ln>
          </p:spPr>
        </p:sp>
        <p:sp>
          <p:nvSpPr>
            <p:cNvPr id="434" name="panel1__line_433"/>
            <p:cNvSpPr/>
            <p:nvPr/>
          </p:nvSpPr>
          <p:spPr>
            <a:xfrm>
              <a:off x="3108772" y="3874458"/>
              <a:ext cx="11269" cy="20786"/>
            </a:xfrm>
            <a:prstGeom prst="line">
              <a:avLst/>
            </a:prstGeom>
            <a:noFill/>
            <a:ln w="12383">
              <a:solidFill>
                <a:srgbClr val="C88931"/>
              </a:solidFill>
              <a:prstDash val="solid"/>
            </a:ln>
          </p:spPr>
        </p:sp>
        <p:sp>
          <p:nvSpPr>
            <p:cNvPr id="435" name="panel1__line_434"/>
            <p:cNvSpPr/>
            <p:nvPr/>
          </p:nvSpPr>
          <p:spPr>
            <a:xfrm>
              <a:off x="3120041" y="3895245"/>
              <a:ext cx="11269" cy="25764"/>
            </a:xfrm>
            <a:prstGeom prst="line">
              <a:avLst/>
            </a:prstGeom>
            <a:noFill/>
            <a:ln w="12383">
              <a:solidFill>
                <a:srgbClr val="C88931"/>
              </a:solidFill>
              <a:prstDash val="solid"/>
            </a:ln>
          </p:spPr>
        </p:sp>
        <p:sp>
          <p:nvSpPr>
            <p:cNvPr id="436" name="panel1__line_435"/>
            <p:cNvSpPr/>
            <p:nvPr/>
          </p:nvSpPr>
          <p:spPr>
            <a:xfrm>
              <a:off x="3131310" y="3921008"/>
              <a:ext cx="11269" cy="6282"/>
            </a:xfrm>
            <a:prstGeom prst="line">
              <a:avLst/>
            </a:prstGeom>
            <a:noFill/>
            <a:ln w="12383">
              <a:solidFill>
                <a:srgbClr val="C88931"/>
              </a:solidFill>
              <a:prstDash val="solid"/>
            </a:ln>
          </p:spPr>
        </p:sp>
        <p:sp>
          <p:nvSpPr>
            <p:cNvPr id="437" name="panel1__line_436"/>
            <p:cNvSpPr/>
            <p:nvPr/>
          </p:nvSpPr>
          <p:spPr>
            <a:xfrm flipV="1">
              <a:off x="3142579" y="3908127"/>
              <a:ext cx="11269" cy="19163"/>
            </a:xfrm>
            <a:prstGeom prst="line">
              <a:avLst/>
            </a:prstGeom>
            <a:noFill/>
            <a:ln w="12383">
              <a:solidFill>
                <a:srgbClr val="C88931"/>
              </a:solidFill>
              <a:prstDash val="solid"/>
            </a:ln>
          </p:spPr>
        </p:sp>
        <p:sp>
          <p:nvSpPr>
            <p:cNvPr id="438" name="panel1__line_437"/>
            <p:cNvSpPr/>
            <p:nvPr/>
          </p:nvSpPr>
          <p:spPr>
            <a:xfrm flipV="1">
              <a:off x="3153848" y="3881711"/>
              <a:ext cx="11269" cy="26416"/>
            </a:xfrm>
            <a:prstGeom prst="line">
              <a:avLst/>
            </a:prstGeom>
            <a:noFill/>
            <a:ln w="12383">
              <a:solidFill>
                <a:srgbClr val="C88931"/>
              </a:solidFill>
              <a:prstDash val="solid"/>
            </a:ln>
          </p:spPr>
        </p:sp>
        <p:sp>
          <p:nvSpPr>
            <p:cNvPr id="439" name="panel1__line_438"/>
            <p:cNvSpPr/>
            <p:nvPr/>
          </p:nvSpPr>
          <p:spPr>
            <a:xfrm flipV="1">
              <a:off x="3165117" y="3873121"/>
              <a:ext cx="11269" cy="8591"/>
            </a:xfrm>
            <a:prstGeom prst="line">
              <a:avLst/>
            </a:prstGeom>
            <a:noFill/>
            <a:ln w="12383">
              <a:solidFill>
                <a:srgbClr val="C88931"/>
              </a:solidFill>
              <a:prstDash val="solid"/>
            </a:ln>
          </p:spPr>
        </p:sp>
        <p:sp>
          <p:nvSpPr>
            <p:cNvPr id="440" name="panel1__line_439"/>
            <p:cNvSpPr/>
            <p:nvPr/>
          </p:nvSpPr>
          <p:spPr>
            <a:xfrm>
              <a:off x="3176386" y="3873121"/>
              <a:ext cx="11269" cy="17390"/>
            </a:xfrm>
            <a:prstGeom prst="line">
              <a:avLst/>
            </a:prstGeom>
            <a:noFill/>
            <a:ln w="12383">
              <a:solidFill>
                <a:srgbClr val="C88931"/>
              </a:solidFill>
              <a:prstDash val="solid"/>
            </a:ln>
          </p:spPr>
        </p:sp>
        <p:sp>
          <p:nvSpPr>
            <p:cNvPr id="441" name="panel1__line_440"/>
            <p:cNvSpPr/>
            <p:nvPr/>
          </p:nvSpPr>
          <p:spPr>
            <a:xfrm>
              <a:off x="3187655" y="3890510"/>
              <a:ext cx="11269" cy="26862"/>
            </a:xfrm>
            <a:prstGeom prst="line">
              <a:avLst/>
            </a:prstGeom>
            <a:noFill/>
            <a:ln w="12383">
              <a:solidFill>
                <a:srgbClr val="C88931"/>
              </a:solidFill>
              <a:prstDash val="solid"/>
            </a:ln>
          </p:spPr>
        </p:sp>
        <p:sp>
          <p:nvSpPr>
            <p:cNvPr id="442" name="panel1__line_441"/>
            <p:cNvSpPr/>
            <p:nvPr/>
          </p:nvSpPr>
          <p:spPr>
            <a:xfrm>
              <a:off x="3198924" y="3917372"/>
              <a:ext cx="11269" cy="10832"/>
            </a:xfrm>
            <a:prstGeom prst="line">
              <a:avLst/>
            </a:prstGeom>
            <a:noFill/>
            <a:ln w="12383">
              <a:solidFill>
                <a:srgbClr val="C88931"/>
              </a:solidFill>
              <a:prstDash val="solid"/>
            </a:ln>
          </p:spPr>
        </p:sp>
        <p:sp>
          <p:nvSpPr>
            <p:cNvPr id="443" name="panel1__line_442"/>
            <p:cNvSpPr/>
            <p:nvPr/>
          </p:nvSpPr>
          <p:spPr>
            <a:xfrm flipV="1">
              <a:off x="3210193" y="3912724"/>
              <a:ext cx="11269" cy="15481"/>
            </a:xfrm>
            <a:prstGeom prst="line">
              <a:avLst/>
            </a:prstGeom>
            <a:noFill/>
            <a:ln w="12383">
              <a:solidFill>
                <a:srgbClr val="C88931"/>
              </a:solidFill>
              <a:prstDash val="solid"/>
            </a:ln>
          </p:spPr>
        </p:sp>
        <p:sp>
          <p:nvSpPr>
            <p:cNvPr id="444" name="panel1__line_443"/>
            <p:cNvSpPr/>
            <p:nvPr/>
          </p:nvSpPr>
          <p:spPr>
            <a:xfrm flipV="1">
              <a:off x="3221462" y="3885627"/>
              <a:ext cx="11269" cy="27097"/>
            </a:xfrm>
            <a:prstGeom prst="line">
              <a:avLst/>
            </a:prstGeom>
            <a:noFill/>
            <a:ln w="12383">
              <a:solidFill>
                <a:srgbClr val="C88931"/>
              </a:solidFill>
              <a:prstDash val="solid"/>
            </a:ln>
          </p:spPr>
        </p:sp>
        <p:sp>
          <p:nvSpPr>
            <p:cNvPr id="445" name="panel1__line_444"/>
            <p:cNvSpPr/>
            <p:nvPr/>
          </p:nvSpPr>
          <p:spPr>
            <a:xfrm flipV="1">
              <a:off x="3232731" y="3872638"/>
              <a:ext cx="11269" cy="12989"/>
            </a:xfrm>
            <a:prstGeom prst="line">
              <a:avLst/>
            </a:prstGeom>
            <a:noFill/>
            <a:ln w="12383">
              <a:solidFill>
                <a:srgbClr val="C88931"/>
              </a:solidFill>
              <a:prstDash val="solid"/>
            </a:ln>
          </p:spPr>
        </p:sp>
        <p:sp>
          <p:nvSpPr>
            <p:cNvPr id="446" name="panel1__line_445"/>
            <p:cNvSpPr/>
            <p:nvPr/>
          </p:nvSpPr>
          <p:spPr>
            <a:xfrm>
              <a:off x="3244000" y="3872638"/>
              <a:ext cx="11269" cy="13450"/>
            </a:xfrm>
            <a:prstGeom prst="line">
              <a:avLst/>
            </a:prstGeom>
            <a:noFill/>
            <a:ln w="12383">
              <a:solidFill>
                <a:srgbClr val="C88931"/>
              </a:solidFill>
              <a:prstDash val="solid"/>
            </a:ln>
          </p:spPr>
        </p:sp>
        <p:sp>
          <p:nvSpPr>
            <p:cNvPr id="447" name="panel1__line_446"/>
            <p:cNvSpPr/>
            <p:nvPr/>
          </p:nvSpPr>
          <p:spPr>
            <a:xfrm>
              <a:off x="3255269" y="3886088"/>
              <a:ext cx="11269" cy="27120"/>
            </a:xfrm>
            <a:prstGeom prst="line">
              <a:avLst/>
            </a:prstGeom>
            <a:noFill/>
            <a:ln w="12383">
              <a:solidFill>
                <a:srgbClr val="C88931"/>
              </a:solidFill>
              <a:prstDash val="solid"/>
            </a:ln>
          </p:spPr>
        </p:sp>
        <p:sp>
          <p:nvSpPr>
            <p:cNvPr id="448" name="panel1__line_447"/>
            <p:cNvSpPr/>
            <p:nvPr/>
          </p:nvSpPr>
          <p:spPr>
            <a:xfrm>
              <a:off x="3266538" y="3913208"/>
              <a:ext cx="11269" cy="15044"/>
            </a:xfrm>
            <a:prstGeom prst="line">
              <a:avLst/>
            </a:prstGeom>
            <a:noFill/>
            <a:ln w="12383">
              <a:solidFill>
                <a:srgbClr val="C88931"/>
              </a:solidFill>
              <a:prstDash val="solid"/>
            </a:ln>
          </p:spPr>
        </p:sp>
        <p:sp>
          <p:nvSpPr>
            <p:cNvPr id="449" name="panel1__line_448"/>
            <p:cNvSpPr/>
            <p:nvPr/>
          </p:nvSpPr>
          <p:spPr>
            <a:xfrm flipV="1">
              <a:off x="3277807" y="3916938"/>
              <a:ext cx="11269" cy="11315"/>
            </a:xfrm>
            <a:prstGeom prst="line">
              <a:avLst/>
            </a:prstGeom>
            <a:noFill/>
            <a:ln w="12383">
              <a:solidFill>
                <a:srgbClr val="C88931"/>
              </a:solidFill>
              <a:prstDash val="solid"/>
            </a:ln>
          </p:spPr>
        </p:sp>
        <p:sp>
          <p:nvSpPr>
            <p:cNvPr id="450" name="panel1__line_449"/>
            <p:cNvSpPr/>
            <p:nvPr/>
          </p:nvSpPr>
          <p:spPr>
            <a:xfrm flipV="1">
              <a:off x="3289076" y="3890006"/>
              <a:ext cx="11269" cy="26932"/>
            </a:xfrm>
            <a:prstGeom prst="line">
              <a:avLst/>
            </a:prstGeom>
            <a:noFill/>
            <a:ln w="12383">
              <a:solidFill>
                <a:srgbClr val="C88931"/>
              </a:solidFill>
              <a:prstDash val="solid"/>
            </a:ln>
          </p:spPr>
        </p:sp>
        <p:sp>
          <p:nvSpPr>
            <p:cNvPr id="451" name="panel1__line_450"/>
            <p:cNvSpPr/>
            <p:nvPr/>
          </p:nvSpPr>
          <p:spPr>
            <a:xfrm flipV="1">
              <a:off x="3300345" y="3873025"/>
              <a:ext cx="11269" cy="16981"/>
            </a:xfrm>
            <a:prstGeom prst="line">
              <a:avLst/>
            </a:prstGeom>
            <a:noFill/>
            <a:ln w="12383">
              <a:solidFill>
                <a:srgbClr val="C88931"/>
              </a:solidFill>
              <a:prstDash val="solid"/>
            </a:ln>
          </p:spPr>
        </p:sp>
        <p:sp>
          <p:nvSpPr>
            <p:cNvPr id="452" name="panel1__line_451"/>
            <p:cNvSpPr/>
            <p:nvPr/>
          </p:nvSpPr>
          <p:spPr>
            <a:xfrm>
              <a:off x="3311614" y="3873025"/>
              <a:ext cx="11269" cy="9090"/>
            </a:xfrm>
            <a:prstGeom prst="line">
              <a:avLst/>
            </a:prstGeom>
            <a:noFill/>
            <a:ln w="12383">
              <a:solidFill>
                <a:srgbClr val="C88931"/>
              </a:solidFill>
              <a:prstDash val="solid"/>
            </a:ln>
          </p:spPr>
        </p:sp>
        <p:sp>
          <p:nvSpPr>
            <p:cNvPr id="453" name="panel1__line_452"/>
            <p:cNvSpPr/>
            <p:nvPr/>
          </p:nvSpPr>
          <p:spPr>
            <a:xfrm>
              <a:off x="3322883" y="3882116"/>
              <a:ext cx="11269" cy="26532"/>
            </a:xfrm>
            <a:prstGeom prst="line">
              <a:avLst/>
            </a:prstGeom>
            <a:noFill/>
            <a:ln w="12383">
              <a:solidFill>
                <a:srgbClr val="C88931"/>
              </a:solidFill>
              <a:prstDash val="solid"/>
            </a:ln>
          </p:spPr>
        </p:sp>
        <p:sp>
          <p:nvSpPr>
            <p:cNvPr id="454" name="panel1__line_453"/>
            <p:cNvSpPr/>
            <p:nvPr/>
          </p:nvSpPr>
          <p:spPr>
            <a:xfrm>
              <a:off x="3334152" y="3908647"/>
              <a:ext cx="11269" cy="18785"/>
            </a:xfrm>
            <a:prstGeom prst="line">
              <a:avLst/>
            </a:prstGeom>
            <a:noFill/>
            <a:ln w="12383">
              <a:solidFill>
                <a:srgbClr val="C88931"/>
              </a:solidFill>
              <a:prstDash val="solid"/>
            </a:ln>
          </p:spPr>
        </p:sp>
        <p:sp>
          <p:nvSpPr>
            <p:cNvPr id="455" name="panel1__line_454"/>
            <p:cNvSpPr/>
            <p:nvPr/>
          </p:nvSpPr>
          <p:spPr>
            <a:xfrm flipV="1">
              <a:off x="3345421" y="3920638"/>
              <a:ext cx="11269" cy="6795"/>
            </a:xfrm>
            <a:prstGeom prst="line">
              <a:avLst/>
            </a:prstGeom>
            <a:noFill/>
            <a:ln w="12383">
              <a:solidFill>
                <a:srgbClr val="C88931"/>
              </a:solidFill>
              <a:prstDash val="solid"/>
            </a:ln>
          </p:spPr>
        </p:sp>
        <p:sp>
          <p:nvSpPr>
            <p:cNvPr id="456" name="panel1__line_455"/>
            <p:cNvSpPr/>
            <p:nvPr/>
          </p:nvSpPr>
          <p:spPr>
            <a:xfrm flipV="1">
              <a:off x="3356690" y="3894713"/>
              <a:ext cx="11269" cy="25925"/>
            </a:xfrm>
            <a:prstGeom prst="line">
              <a:avLst/>
            </a:prstGeom>
            <a:noFill/>
            <a:ln w="12383">
              <a:solidFill>
                <a:srgbClr val="C88931"/>
              </a:solidFill>
              <a:prstDash val="solid"/>
            </a:ln>
          </p:spPr>
        </p:sp>
        <p:sp>
          <p:nvSpPr>
            <p:cNvPr id="457" name="panel1__line_456"/>
            <p:cNvSpPr/>
            <p:nvPr/>
          </p:nvSpPr>
          <p:spPr>
            <a:xfrm flipV="1">
              <a:off x="3367960" y="3874270"/>
              <a:ext cx="11269" cy="20443"/>
            </a:xfrm>
            <a:prstGeom prst="line">
              <a:avLst/>
            </a:prstGeom>
            <a:noFill/>
            <a:ln w="12383">
              <a:solidFill>
                <a:srgbClr val="C88931"/>
              </a:solidFill>
              <a:prstDash val="solid"/>
            </a:ln>
          </p:spPr>
        </p:sp>
        <p:sp>
          <p:nvSpPr>
            <p:cNvPr id="458" name="panel1__line_457"/>
            <p:cNvSpPr/>
            <p:nvPr/>
          </p:nvSpPr>
          <p:spPr>
            <a:xfrm>
              <a:off x="3379229" y="3874270"/>
              <a:ext cx="11269" cy="4447"/>
            </a:xfrm>
            <a:prstGeom prst="line">
              <a:avLst/>
            </a:prstGeom>
            <a:noFill/>
            <a:ln w="12383">
              <a:solidFill>
                <a:srgbClr val="C88931"/>
              </a:solidFill>
              <a:prstDash val="solid"/>
            </a:ln>
          </p:spPr>
        </p:sp>
        <p:sp>
          <p:nvSpPr>
            <p:cNvPr id="459" name="panel1__line_458"/>
            <p:cNvSpPr/>
            <p:nvPr/>
          </p:nvSpPr>
          <p:spPr>
            <a:xfrm>
              <a:off x="3390498" y="3878717"/>
              <a:ext cx="11269" cy="25114"/>
            </a:xfrm>
            <a:prstGeom prst="line">
              <a:avLst/>
            </a:prstGeom>
            <a:noFill/>
            <a:ln w="12383">
              <a:solidFill>
                <a:srgbClr val="C88931"/>
              </a:solidFill>
              <a:prstDash val="solid"/>
            </a:ln>
          </p:spPr>
        </p:sp>
        <p:sp>
          <p:nvSpPr>
            <p:cNvPr id="460" name="panel1__line_459"/>
            <p:cNvSpPr/>
            <p:nvPr/>
          </p:nvSpPr>
          <p:spPr>
            <a:xfrm>
              <a:off x="3401767" y="3903831"/>
              <a:ext cx="11269" cy="21940"/>
            </a:xfrm>
            <a:prstGeom prst="line">
              <a:avLst/>
            </a:prstGeom>
            <a:noFill/>
            <a:ln w="12383">
              <a:solidFill>
                <a:srgbClr val="C88931"/>
              </a:solidFill>
              <a:prstDash val="solid"/>
            </a:ln>
          </p:spPr>
        </p:sp>
        <p:sp>
          <p:nvSpPr>
            <p:cNvPr id="461" name="panel1__line_460"/>
            <p:cNvSpPr/>
            <p:nvPr/>
          </p:nvSpPr>
          <p:spPr>
            <a:xfrm flipV="1">
              <a:off x="3413036" y="3923708"/>
              <a:ext cx="11269" cy="2063"/>
            </a:xfrm>
            <a:prstGeom prst="line">
              <a:avLst/>
            </a:prstGeom>
            <a:noFill/>
            <a:ln w="12383">
              <a:solidFill>
                <a:srgbClr val="C88931"/>
              </a:solidFill>
              <a:prstDash val="solid"/>
            </a:ln>
          </p:spPr>
        </p:sp>
        <p:sp>
          <p:nvSpPr>
            <p:cNvPr id="462" name="panel1__line_461"/>
            <p:cNvSpPr/>
            <p:nvPr/>
          </p:nvSpPr>
          <p:spPr>
            <a:xfrm flipV="1">
              <a:off x="3424305" y="3899600"/>
              <a:ext cx="11269" cy="24108"/>
            </a:xfrm>
            <a:prstGeom prst="line">
              <a:avLst/>
            </a:prstGeom>
            <a:noFill/>
            <a:ln w="12383">
              <a:solidFill>
                <a:srgbClr val="C88931"/>
              </a:solidFill>
              <a:prstDash val="solid"/>
            </a:ln>
          </p:spPr>
        </p:sp>
        <p:sp>
          <p:nvSpPr>
            <p:cNvPr id="463" name="panel1__line_462"/>
            <p:cNvSpPr/>
            <p:nvPr/>
          </p:nvSpPr>
          <p:spPr>
            <a:xfrm flipV="1">
              <a:off x="3435574" y="3876335"/>
              <a:ext cx="11269" cy="23265"/>
            </a:xfrm>
            <a:prstGeom prst="line">
              <a:avLst/>
            </a:prstGeom>
            <a:noFill/>
            <a:ln w="12383">
              <a:solidFill>
                <a:srgbClr val="C88931"/>
              </a:solidFill>
              <a:prstDash val="solid"/>
            </a:ln>
          </p:spPr>
        </p:sp>
        <p:sp>
          <p:nvSpPr>
            <p:cNvPr id="464" name="panel1__line_463"/>
            <p:cNvSpPr/>
            <p:nvPr/>
          </p:nvSpPr>
          <p:spPr>
            <a:xfrm flipV="1">
              <a:off x="3446843" y="3875999"/>
              <a:ext cx="11269" cy="336"/>
            </a:xfrm>
            <a:prstGeom prst="line">
              <a:avLst/>
            </a:prstGeom>
            <a:noFill/>
            <a:ln w="12383">
              <a:solidFill>
                <a:srgbClr val="C88931"/>
              </a:solidFill>
              <a:prstDash val="solid"/>
            </a:ln>
          </p:spPr>
        </p:sp>
        <p:sp>
          <p:nvSpPr>
            <p:cNvPr id="465" name="panel1__line_464"/>
            <p:cNvSpPr/>
            <p:nvPr/>
          </p:nvSpPr>
          <p:spPr>
            <a:xfrm>
              <a:off x="3458112" y="3875999"/>
              <a:ext cx="11269" cy="22912"/>
            </a:xfrm>
            <a:prstGeom prst="line">
              <a:avLst/>
            </a:prstGeom>
            <a:noFill/>
            <a:ln w="12383">
              <a:solidFill>
                <a:srgbClr val="C88931"/>
              </a:solidFill>
              <a:prstDash val="solid"/>
            </a:ln>
          </p:spPr>
        </p:sp>
        <p:sp>
          <p:nvSpPr>
            <p:cNvPr id="466" name="panel1__line_465"/>
            <p:cNvSpPr/>
            <p:nvPr/>
          </p:nvSpPr>
          <p:spPr>
            <a:xfrm>
              <a:off x="3469381" y="3898911"/>
              <a:ext cx="11269" cy="24409"/>
            </a:xfrm>
            <a:prstGeom prst="line">
              <a:avLst/>
            </a:prstGeom>
            <a:noFill/>
            <a:ln w="12383">
              <a:solidFill>
                <a:srgbClr val="C88931"/>
              </a:solidFill>
              <a:prstDash val="solid"/>
            </a:ln>
          </p:spPr>
        </p:sp>
        <p:sp>
          <p:nvSpPr>
            <p:cNvPr id="467" name="panel1__line_466"/>
            <p:cNvSpPr/>
            <p:nvPr/>
          </p:nvSpPr>
          <p:spPr>
            <a:xfrm>
              <a:off x="3480650" y="3923320"/>
              <a:ext cx="11269" cy="2733"/>
            </a:xfrm>
            <a:prstGeom prst="line">
              <a:avLst/>
            </a:prstGeom>
            <a:noFill/>
            <a:ln w="12383">
              <a:solidFill>
                <a:srgbClr val="C88931"/>
              </a:solidFill>
              <a:prstDash val="solid"/>
            </a:ln>
          </p:spPr>
        </p:sp>
        <p:sp>
          <p:nvSpPr>
            <p:cNvPr id="468" name="panel1__line_467"/>
            <p:cNvSpPr/>
            <p:nvPr/>
          </p:nvSpPr>
          <p:spPr>
            <a:xfrm flipV="1">
              <a:off x="3491919" y="3904515"/>
              <a:ext cx="11269" cy="21537"/>
            </a:xfrm>
            <a:prstGeom prst="line">
              <a:avLst/>
            </a:prstGeom>
            <a:noFill/>
            <a:ln w="12383">
              <a:solidFill>
                <a:srgbClr val="C88931"/>
              </a:solidFill>
              <a:prstDash val="solid"/>
            </a:ln>
          </p:spPr>
        </p:sp>
        <p:sp>
          <p:nvSpPr>
            <p:cNvPr id="469" name="panel1__line_468"/>
            <p:cNvSpPr/>
            <p:nvPr/>
          </p:nvSpPr>
          <p:spPr>
            <a:xfrm flipV="1">
              <a:off x="3503188" y="3879154"/>
              <a:ext cx="11269" cy="25361"/>
            </a:xfrm>
            <a:prstGeom prst="line">
              <a:avLst/>
            </a:prstGeom>
            <a:noFill/>
            <a:ln w="12383">
              <a:solidFill>
                <a:srgbClr val="C88931"/>
              </a:solidFill>
              <a:prstDash val="solid"/>
            </a:ln>
          </p:spPr>
        </p:sp>
        <p:sp>
          <p:nvSpPr>
            <p:cNvPr id="470" name="panel1__line_469"/>
            <p:cNvSpPr/>
            <p:nvPr/>
          </p:nvSpPr>
          <p:spPr>
            <a:xfrm flipV="1">
              <a:off x="3514457" y="3874046"/>
              <a:ext cx="11269" cy="5108"/>
            </a:xfrm>
            <a:prstGeom prst="line">
              <a:avLst/>
            </a:prstGeom>
            <a:noFill/>
            <a:ln w="12383">
              <a:solidFill>
                <a:srgbClr val="C88931"/>
              </a:solidFill>
              <a:prstDash val="solid"/>
            </a:ln>
          </p:spPr>
        </p:sp>
        <p:sp>
          <p:nvSpPr>
            <p:cNvPr id="471" name="panel1__line_470"/>
            <p:cNvSpPr/>
            <p:nvPr/>
          </p:nvSpPr>
          <p:spPr>
            <a:xfrm>
              <a:off x="3525726" y="3874046"/>
              <a:ext cx="11269" cy="19994"/>
            </a:xfrm>
            <a:prstGeom prst="line">
              <a:avLst/>
            </a:prstGeom>
            <a:noFill/>
            <a:ln w="12383">
              <a:solidFill>
                <a:srgbClr val="C88931"/>
              </a:solidFill>
              <a:prstDash val="solid"/>
            </a:ln>
          </p:spPr>
        </p:sp>
        <p:sp>
          <p:nvSpPr>
            <p:cNvPr id="472" name="panel1__line_471"/>
            <p:cNvSpPr/>
            <p:nvPr/>
          </p:nvSpPr>
          <p:spPr>
            <a:xfrm>
              <a:off x="3536995" y="3894040"/>
              <a:ext cx="11269" cy="26115"/>
            </a:xfrm>
            <a:prstGeom prst="line">
              <a:avLst/>
            </a:prstGeom>
            <a:noFill/>
            <a:ln w="12383">
              <a:solidFill>
                <a:srgbClr val="C88931"/>
              </a:solidFill>
              <a:prstDash val="solid"/>
            </a:ln>
          </p:spPr>
        </p:sp>
        <p:sp>
          <p:nvSpPr>
            <p:cNvPr id="473" name="panel1__line_472"/>
            <p:cNvSpPr/>
            <p:nvPr/>
          </p:nvSpPr>
          <p:spPr>
            <a:xfrm>
              <a:off x="3548264" y="3920155"/>
              <a:ext cx="11269" cy="7444"/>
            </a:xfrm>
            <a:prstGeom prst="line">
              <a:avLst/>
            </a:prstGeom>
            <a:noFill/>
            <a:ln w="12383">
              <a:solidFill>
                <a:srgbClr val="C88931"/>
              </a:solidFill>
              <a:prstDash val="solid"/>
            </a:ln>
          </p:spPr>
        </p:sp>
        <p:sp>
          <p:nvSpPr>
            <p:cNvPr id="474" name="panel1__line_473"/>
            <p:cNvSpPr/>
            <p:nvPr/>
          </p:nvSpPr>
          <p:spPr>
            <a:xfrm flipV="1">
              <a:off x="3559533" y="3909305"/>
              <a:ext cx="11269" cy="18294"/>
            </a:xfrm>
            <a:prstGeom prst="line">
              <a:avLst/>
            </a:prstGeom>
            <a:noFill/>
            <a:ln w="12383">
              <a:solidFill>
                <a:srgbClr val="C88931"/>
              </a:solidFill>
              <a:prstDash val="solid"/>
            </a:ln>
          </p:spPr>
        </p:sp>
        <p:sp>
          <p:nvSpPr>
            <p:cNvPr id="475" name="panel1__line_474"/>
            <p:cNvSpPr/>
            <p:nvPr/>
          </p:nvSpPr>
          <p:spPr>
            <a:xfrm flipV="1">
              <a:off x="3570802" y="3882640"/>
              <a:ext cx="11269" cy="26665"/>
            </a:xfrm>
            <a:prstGeom prst="line">
              <a:avLst/>
            </a:prstGeom>
            <a:noFill/>
            <a:ln w="12383">
              <a:solidFill>
                <a:srgbClr val="C88931"/>
              </a:solidFill>
              <a:prstDash val="solid"/>
            </a:ln>
          </p:spPr>
        </p:sp>
        <p:sp>
          <p:nvSpPr>
            <p:cNvPr id="476" name="panel1__line_475"/>
            <p:cNvSpPr/>
            <p:nvPr/>
          </p:nvSpPr>
          <p:spPr>
            <a:xfrm flipV="1">
              <a:off x="3582071" y="3872919"/>
              <a:ext cx="11269" cy="9721"/>
            </a:xfrm>
            <a:prstGeom prst="line">
              <a:avLst/>
            </a:prstGeom>
            <a:noFill/>
            <a:ln w="12383">
              <a:solidFill>
                <a:srgbClr val="C88931"/>
              </a:solidFill>
              <a:prstDash val="solid"/>
            </a:ln>
          </p:spPr>
        </p:sp>
        <p:sp>
          <p:nvSpPr>
            <p:cNvPr id="477" name="panel1__line_476"/>
            <p:cNvSpPr/>
            <p:nvPr/>
          </p:nvSpPr>
          <p:spPr>
            <a:xfrm>
              <a:off x="3593340" y="3872919"/>
              <a:ext cx="11269" cy="16451"/>
            </a:xfrm>
            <a:prstGeom prst="line">
              <a:avLst/>
            </a:prstGeom>
            <a:noFill/>
            <a:ln w="12383">
              <a:solidFill>
                <a:srgbClr val="C88931"/>
              </a:solidFill>
              <a:prstDash val="solid"/>
            </a:ln>
          </p:spPr>
        </p:sp>
        <p:sp>
          <p:nvSpPr>
            <p:cNvPr id="478" name="panel1__line_477"/>
            <p:cNvSpPr/>
            <p:nvPr/>
          </p:nvSpPr>
          <p:spPr>
            <a:xfrm>
              <a:off x="3604609" y="3889370"/>
              <a:ext cx="11269" cy="27006"/>
            </a:xfrm>
            <a:prstGeom prst="line">
              <a:avLst/>
            </a:prstGeom>
            <a:noFill/>
            <a:ln w="12383">
              <a:solidFill>
                <a:srgbClr val="C88931"/>
              </a:solidFill>
              <a:prstDash val="solid"/>
            </a:ln>
          </p:spPr>
        </p:sp>
        <p:sp>
          <p:nvSpPr>
            <p:cNvPr id="479" name="panel1__line_478"/>
            <p:cNvSpPr/>
            <p:nvPr/>
          </p:nvSpPr>
          <p:spPr>
            <a:xfrm>
              <a:off x="3615878" y="3916376"/>
              <a:ext cx="11269" cy="11922"/>
            </a:xfrm>
            <a:prstGeom prst="line">
              <a:avLst/>
            </a:prstGeom>
            <a:noFill/>
            <a:ln w="12383">
              <a:solidFill>
                <a:srgbClr val="C88931"/>
              </a:solidFill>
              <a:prstDash val="solid"/>
            </a:ln>
          </p:spPr>
        </p:sp>
        <p:sp>
          <p:nvSpPr>
            <p:cNvPr id="480" name="panel1__line_479"/>
            <p:cNvSpPr/>
            <p:nvPr/>
          </p:nvSpPr>
          <p:spPr>
            <a:xfrm flipV="1">
              <a:off x="3627147" y="3913818"/>
              <a:ext cx="11269" cy="14480"/>
            </a:xfrm>
            <a:prstGeom prst="line">
              <a:avLst/>
            </a:prstGeom>
            <a:noFill/>
            <a:ln w="12383">
              <a:solidFill>
                <a:srgbClr val="C88931"/>
              </a:solidFill>
              <a:prstDash val="solid"/>
            </a:ln>
          </p:spPr>
        </p:sp>
        <p:sp>
          <p:nvSpPr>
            <p:cNvPr id="481" name="panel1__line_480"/>
            <p:cNvSpPr/>
            <p:nvPr/>
          </p:nvSpPr>
          <p:spPr>
            <a:xfrm flipV="1">
              <a:off x="3638416" y="3886683"/>
              <a:ext cx="11269" cy="27135"/>
            </a:xfrm>
            <a:prstGeom prst="line">
              <a:avLst/>
            </a:prstGeom>
            <a:noFill/>
            <a:ln w="12383">
              <a:solidFill>
                <a:srgbClr val="C88931"/>
              </a:solidFill>
              <a:prstDash val="solid"/>
            </a:ln>
          </p:spPr>
        </p:sp>
        <p:sp>
          <p:nvSpPr>
            <p:cNvPr id="482" name="panel1__line_481"/>
            <p:cNvSpPr/>
            <p:nvPr/>
          </p:nvSpPr>
          <p:spPr>
            <a:xfrm flipV="1">
              <a:off x="3649685" y="3872653"/>
              <a:ext cx="11269" cy="14030"/>
            </a:xfrm>
            <a:prstGeom prst="line">
              <a:avLst/>
            </a:prstGeom>
            <a:noFill/>
            <a:ln w="12383">
              <a:solidFill>
                <a:srgbClr val="C88931"/>
              </a:solidFill>
              <a:prstDash val="solid"/>
            </a:ln>
          </p:spPr>
        </p:sp>
        <p:sp>
          <p:nvSpPr>
            <p:cNvPr id="483" name="panel1__line_482"/>
            <p:cNvSpPr/>
            <p:nvPr/>
          </p:nvSpPr>
          <p:spPr>
            <a:xfrm>
              <a:off x="3660954" y="3872653"/>
              <a:ext cx="11269" cy="12395"/>
            </a:xfrm>
            <a:prstGeom prst="line">
              <a:avLst/>
            </a:prstGeom>
            <a:noFill/>
            <a:ln w="12383">
              <a:solidFill>
                <a:srgbClr val="C88931"/>
              </a:solidFill>
              <a:prstDash val="solid"/>
            </a:ln>
          </p:spPr>
        </p:sp>
        <p:sp>
          <p:nvSpPr>
            <p:cNvPr id="484" name="panel1__line_483"/>
            <p:cNvSpPr/>
            <p:nvPr/>
          </p:nvSpPr>
          <p:spPr>
            <a:xfrm>
              <a:off x="3672223" y="3885048"/>
              <a:ext cx="11269" cy="27052"/>
            </a:xfrm>
            <a:prstGeom prst="line">
              <a:avLst/>
            </a:prstGeom>
            <a:noFill/>
            <a:ln w="12383">
              <a:solidFill>
                <a:srgbClr val="C88931"/>
              </a:solidFill>
              <a:prstDash val="solid"/>
            </a:ln>
          </p:spPr>
        </p:sp>
        <p:sp>
          <p:nvSpPr>
            <p:cNvPr id="485" name="panel1__line_484"/>
            <p:cNvSpPr/>
            <p:nvPr/>
          </p:nvSpPr>
          <p:spPr>
            <a:xfrm>
              <a:off x="3683492" y="3912100"/>
              <a:ext cx="11269" cy="16028"/>
            </a:xfrm>
            <a:prstGeom prst="line">
              <a:avLst/>
            </a:prstGeom>
            <a:noFill/>
            <a:ln w="12383">
              <a:solidFill>
                <a:srgbClr val="C88931"/>
              </a:solidFill>
              <a:prstDash val="solid"/>
            </a:ln>
          </p:spPr>
        </p:sp>
        <p:sp>
          <p:nvSpPr>
            <p:cNvPr id="486" name="panel1__line_485"/>
            <p:cNvSpPr/>
            <p:nvPr/>
          </p:nvSpPr>
          <p:spPr>
            <a:xfrm flipV="1">
              <a:off x="3694761" y="3917916"/>
              <a:ext cx="11269" cy="10213"/>
            </a:xfrm>
            <a:prstGeom prst="line">
              <a:avLst/>
            </a:prstGeom>
            <a:noFill/>
            <a:ln w="12383">
              <a:solidFill>
                <a:srgbClr val="C88931"/>
              </a:solidFill>
              <a:prstDash val="solid"/>
            </a:ln>
          </p:spPr>
        </p:sp>
        <p:sp>
          <p:nvSpPr>
            <p:cNvPr id="487" name="panel1__line_486"/>
            <p:cNvSpPr/>
            <p:nvPr/>
          </p:nvSpPr>
          <p:spPr>
            <a:xfrm flipV="1">
              <a:off x="3706030" y="3891158"/>
              <a:ext cx="11269" cy="26758"/>
            </a:xfrm>
            <a:prstGeom prst="line">
              <a:avLst/>
            </a:prstGeom>
            <a:noFill/>
            <a:ln w="12383">
              <a:solidFill>
                <a:srgbClr val="C88931"/>
              </a:solidFill>
              <a:prstDash val="solid"/>
            </a:ln>
          </p:spPr>
        </p:sp>
        <p:sp>
          <p:nvSpPr>
            <p:cNvPr id="488" name="panel1__line_487"/>
            <p:cNvSpPr/>
            <p:nvPr/>
          </p:nvSpPr>
          <p:spPr>
            <a:xfrm flipV="1">
              <a:off x="3717299" y="3873257"/>
              <a:ext cx="11269" cy="17901"/>
            </a:xfrm>
            <a:prstGeom prst="line">
              <a:avLst/>
            </a:prstGeom>
            <a:noFill/>
            <a:ln w="12383">
              <a:solidFill>
                <a:srgbClr val="C88931"/>
              </a:solidFill>
              <a:prstDash val="solid"/>
            </a:ln>
          </p:spPr>
        </p:sp>
        <p:sp>
          <p:nvSpPr>
            <p:cNvPr id="489" name="panel1__line_488"/>
            <p:cNvSpPr/>
            <p:nvPr/>
          </p:nvSpPr>
          <p:spPr>
            <a:xfrm>
              <a:off x="3728568" y="3873257"/>
              <a:ext cx="11269" cy="7951"/>
            </a:xfrm>
            <a:prstGeom prst="line">
              <a:avLst/>
            </a:prstGeom>
            <a:noFill/>
            <a:ln w="12383">
              <a:solidFill>
                <a:srgbClr val="C88931"/>
              </a:solidFill>
              <a:prstDash val="solid"/>
            </a:ln>
          </p:spPr>
        </p:sp>
        <p:sp>
          <p:nvSpPr>
            <p:cNvPr id="490" name="panel1__line_489"/>
            <p:cNvSpPr/>
            <p:nvPr/>
          </p:nvSpPr>
          <p:spPr>
            <a:xfrm>
              <a:off x="3739837" y="3881208"/>
              <a:ext cx="11269" cy="26254"/>
            </a:xfrm>
            <a:prstGeom prst="line">
              <a:avLst/>
            </a:prstGeom>
            <a:noFill/>
            <a:ln w="12383">
              <a:solidFill>
                <a:srgbClr val="C88931"/>
              </a:solidFill>
              <a:prstDash val="solid"/>
            </a:ln>
          </p:spPr>
        </p:sp>
        <p:sp>
          <p:nvSpPr>
            <p:cNvPr id="491" name="panel1__line_490"/>
            <p:cNvSpPr/>
            <p:nvPr/>
          </p:nvSpPr>
          <p:spPr>
            <a:xfrm>
              <a:off x="3751106" y="3907462"/>
              <a:ext cx="11269" cy="19633"/>
            </a:xfrm>
            <a:prstGeom prst="line">
              <a:avLst/>
            </a:prstGeom>
            <a:noFill/>
            <a:ln w="12383">
              <a:solidFill>
                <a:srgbClr val="C88931"/>
              </a:solidFill>
              <a:prstDash val="solid"/>
            </a:ln>
          </p:spPr>
        </p:sp>
        <p:sp>
          <p:nvSpPr>
            <p:cNvPr id="492" name="panel1__text_491"/>
            <p:cNvSpPr/>
            <p:nvPr/>
          </p:nvSpPr>
          <p:spPr>
            <a:xfrm>
              <a:off x="409575" y="4038600"/>
              <a:ext cx="447675" cy="247650"/>
            </a:xfrm>
            <a:prstGeom prst="rect">
              <a:avLst/>
            </a:prstGeom>
            <a:noFill/>
            <a:ln/>
          </p:spPr>
          <p:txBody>
            <a:bodyPr wrap="none" lIns="0" tIns="0" rIns="0" bIns="0" rtlCol="0" anchor="ctr"/>
            <a:lstStyle/>
            <a:p>
              <a:pPr algn="l" indent="0" marL="0">
                <a:buNone/>
              </a:pPr>
              <a:r>
                <a:rPr lang="en-US" sz="1350" dirty="0">
                  <a:solidFill>
                    <a:srgbClr val="242B32"/>
                  </a:solidFill>
                  <a:latin typeface="Times New Roman" pitchFamily="34" charset="0"/>
                  <a:ea typeface="Times New Roman" pitchFamily="34" charset="-122"/>
                  <a:cs typeface="Times New Roman" pitchFamily="34" charset="-120"/>
                </a:rPr>
                <a:t>ch </a:t>
              </a:r>
              <a:pPr algn="l" indent="0" marL="0">
                <a:buNone/>
              </a:pPr>
              <a:r>
                <a:rPr lang="en-US" sz="1350" dirty="0">
                  <a:solidFill>
                    <a:srgbClr val="242B32"/>
                  </a:solidFill>
                  <a:latin typeface="Times New Roman" pitchFamily="34" charset="0"/>
                  <a:ea typeface="Times New Roman" pitchFamily="34" charset="-122"/>
                  <a:cs typeface="Times New Roman" pitchFamily="34" charset="-120"/>
                </a:rPr>
                <a:t>2</a:t>
              </a:r>
              <a:endParaRPr lang="en-US" sz="1350" dirty="0"/>
            </a:p>
          </p:txBody>
        </p:sp>
        <p:sp>
          <p:nvSpPr>
            <p:cNvPr id="493" name="panel1__rect_492"/>
            <p:cNvSpPr/>
            <p:nvPr/>
          </p:nvSpPr>
          <p:spPr>
            <a:xfrm>
              <a:off x="981075" y="4057650"/>
              <a:ext cx="876300" cy="219075"/>
            </a:xfrm>
            <a:prstGeom prst="rect">
              <a:avLst>
                <a:gd name="adj" fmla="val 41739"/>
              </a:avLst>
            </a:prstGeom>
            <a:solidFill>
              <a:srgbClr val="F8FAFB"/>
            </a:solidFill>
            <a:ln w="6191">
              <a:solidFill>
                <a:srgbClr val="D3DADF"/>
              </a:solidFill>
              <a:prstDash val="solid"/>
            </a:ln>
          </p:spPr>
        </p:sp>
        <p:sp>
          <p:nvSpPr>
            <p:cNvPr id="494" name="panel1__line_493"/>
            <p:cNvSpPr/>
            <p:nvPr/>
          </p:nvSpPr>
          <p:spPr>
            <a:xfrm>
              <a:off x="1019175" y="4101737"/>
              <a:ext cx="11269" cy="3400"/>
            </a:xfrm>
            <a:prstGeom prst="line">
              <a:avLst/>
            </a:prstGeom>
            <a:noFill/>
            <a:ln w="12383">
              <a:solidFill>
                <a:srgbClr val="42949E"/>
              </a:solidFill>
              <a:prstDash val="solid"/>
            </a:ln>
          </p:spPr>
        </p:sp>
        <p:sp>
          <p:nvSpPr>
            <p:cNvPr id="495" name="panel1__line_494"/>
            <p:cNvSpPr/>
            <p:nvPr/>
          </p:nvSpPr>
          <p:spPr>
            <a:xfrm>
              <a:off x="1030444" y="4105137"/>
              <a:ext cx="11269" cy="9801"/>
            </a:xfrm>
            <a:prstGeom prst="line">
              <a:avLst/>
            </a:prstGeom>
            <a:noFill/>
            <a:ln w="12383">
              <a:solidFill>
                <a:srgbClr val="42949E"/>
              </a:solidFill>
              <a:prstDash val="solid"/>
            </a:ln>
          </p:spPr>
        </p:sp>
        <p:sp>
          <p:nvSpPr>
            <p:cNvPr id="496" name="panel1__line_495"/>
            <p:cNvSpPr/>
            <p:nvPr/>
          </p:nvSpPr>
          <p:spPr>
            <a:xfrm>
              <a:off x="1041713" y="4114939"/>
              <a:ext cx="11269" cy="15060"/>
            </a:xfrm>
            <a:prstGeom prst="line">
              <a:avLst/>
            </a:prstGeom>
            <a:noFill/>
            <a:ln w="12383">
              <a:solidFill>
                <a:srgbClr val="42949E"/>
              </a:solidFill>
              <a:prstDash val="solid"/>
            </a:ln>
          </p:spPr>
        </p:sp>
        <p:sp>
          <p:nvSpPr>
            <p:cNvPr id="497" name="panel1__line_496"/>
            <p:cNvSpPr/>
            <p:nvPr/>
          </p:nvSpPr>
          <p:spPr>
            <a:xfrm>
              <a:off x="1052982" y="4129999"/>
              <a:ext cx="11269" cy="18582"/>
            </a:xfrm>
            <a:prstGeom prst="line">
              <a:avLst/>
            </a:prstGeom>
            <a:noFill/>
            <a:ln w="12383">
              <a:solidFill>
                <a:srgbClr val="42949E"/>
              </a:solidFill>
              <a:prstDash val="solid"/>
            </a:ln>
          </p:spPr>
        </p:sp>
        <p:sp>
          <p:nvSpPr>
            <p:cNvPr id="498" name="panel1__line_497"/>
            <p:cNvSpPr/>
            <p:nvPr/>
          </p:nvSpPr>
          <p:spPr>
            <a:xfrm>
              <a:off x="1064251" y="4148581"/>
              <a:ext cx="11269" cy="19994"/>
            </a:xfrm>
            <a:prstGeom prst="line">
              <a:avLst/>
            </a:prstGeom>
            <a:noFill/>
            <a:ln w="12383">
              <a:solidFill>
                <a:srgbClr val="42949E"/>
              </a:solidFill>
              <a:prstDash val="solid"/>
            </a:ln>
          </p:spPr>
        </p:sp>
        <p:sp>
          <p:nvSpPr>
            <p:cNvPr id="499" name="panel1__line_498"/>
            <p:cNvSpPr/>
            <p:nvPr/>
          </p:nvSpPr>
          <p:spPr>
            <a:xfrm>
              <a:off x="1075520" y="4168575"/>
              <a:ext cx="11269" cy="19194"/>
            </a:xfrm>
            <a:prstGeom prst="line">
              <a:avLst/>
            </a:prstGeom>
            <a:noFill/>
            <a:ln w="12383">
              <a:solidFill>
                <a:srgbClr val="42949E"/>
              </a:solidFill>
              <a:prstDash val="solid"/>
            </a:ln>
          </p:spPr>
        </p:sp>
        <p:sp>
          <p:nvSpPr>
            <p:cNvPr id="500" name="panel1__line_499"/>
            <p:cNvSpPr/>
            <p:nvPr/>
          </p:nvSpPr>
          <p:spPr>
            <a:xfrm>
              <a:off x="1086789" y="4187769"/>
              <a:ext cx="11269" cy="16348"/>
            </a:xfrm>
            <a:prstGeom prst="line">
              <a:avLst/>
            </a:prstGeom>
            <a:noFill/>
            <a:ln w="12383">
              <a:solidFill>
                <a:srgbClr val="42949E"/>
              </a:solidFill>
              <a:prstDash val="solid"/>
            </a:ln>
          </p:spPr>
        </p:sp>
        <p:sp>
          <p:nvSpPr>
            <p:cNvPr id="501" name="panel1__line_500"/>
            <p:cNvSpPr/>
            <p:nvPr/>
          </p:nvSpPr>
          <p:spPr>
            <a:xfrm>
              <a:off x="1098058" y="4204117"/>
              <a:ext cx="11269" cy="11865"/>
            </a:xfrm>
            <a:prstGeom prst="line">
              <a:avLst/>
            </a:prstGeom>
            <a:noFill/>
            <a:ln w="12383">
              <a:solidFill>
                <a:srgbClr val="42949E"/>
              </a:solidFill>
              <a:prstDash val="solid"/>
            </a:ln>
          </p:spPr>
        </p:sp>
        <p:sp>
          <p:nvSpPr>
            <p:cNvPr id="502" name="panel1__line_501"/>
            <p:cNvSpPr/>
            <p:nvPr/>
          </p:nvSpPr>
          <p:spPr>
            <a:xfrm>
              <a:off x="1109327" y="4215982"/>
              <a:ext cx="11269" cy="6328"/>
            </a:xfrm>
            <a:prstGeom prst="line">
              <a:avLst/>
            </a:prstGeom>
            <a:noFill/>
            <a:ln w="12383">
              <a:solidFill>
                <a:srgbClr val="42949E"/>
              </a:solidFill>
              <a:prstDash val="solid"/>
            </a:ln>
          </p:spPr>
        </p:sp>
        <p:sp>
          <p:nvSpPr>
            <p:cNvPr id="503" name="panel1__line_502"/>
            <p:cNvSpPr/>
            <p:nvPr/>
          </p:nvSpPr>
          <p:spPr>
            <a:xfrm>
              <a:off x="1120596" y="4222310"/>
              <a:ext cx="11269" cy="415"/>
            </a:xfrm>
            <a:prstGeom prst="line">
              <a:avLst/>
            </a:prstGeom>
            <a:noFill/>
            <a:ln w="12383">
              <a:solidFill>
                <a:srgbClr val="42949E"/>
              </a:solidFill>
              <a:prstDash val="solid"/>
            </a:ln>
          </p:spPr>
        </p:sp>
        <p:sp>
          <p:nvSpPr>
            <p:cNvPr id="504" name="panel1__line_503"/>
            <p:cNvSpPr/>
            <p:nvPr/>
          </p:nvSpPr>
          <p:spPr>
            <a:xfrm flipV="1">
              <a:off x="1131865" y="4217529"/>
              <a:ext cx="11269" cy="5196"/>
            </a:xfrm>
            <a:prstGeom prst="line">
              <a:avLst/>
            </a:prstGeom>
            <a:noFill/>
            <a:ln w="12383">
              <a:solidFill>
                <a:srgbClr val="42949E"/>
              </a:solidFill>
              <a:prstDash val="solid"/>
            </a:ln>
          </p:spPr>
        </p:sp>
        <p:sp>
          <p:nvSpPr>
            <p:cNvPr id="505" name="panel1__line_504"/>
            <p:cNvSpPr/>
            <p:nvPr/>
          </p:nvSpPr>
          <p:spPr>
            <a:xfrm flipV="1">
              <a:off x="1143134" y="4207619"/>
              <a:ext cx="11269" cy="9911"/>
            </a:xfrm>
            <a:prstGeom prst="line">
              <a:avLst/>
            </a:prstGeom>
            <a:noFill/>
            <a:ln w="12383">
              <a:solidFill>
                <a:srgbClr val="42949E"/>
              </a:solidFill>
              <a:prstDash val="solid"/>
            </a:ln>
          </p:spPr>
        </p:sp>
        <p:sp>
          <p:nvSpPr>
            <p:cNvPr id="506" name="panel1__line_505"/>
            <p:cNvSpPr/>
            <p:nvPr/>
          </p:nvSpPr>
          <p:spPr>
            <a:xfrm flipV="1">
              <a:off x="1154403" y="4194336"/>
              <a:ext cx="11269" cy="13283"/>
            </a:xfrm>
            <a:prstGeom prst="line">
              <a:avLst/>
            </a:prstGeom>
            <a:noFill/>
            <a:ln w="12383">
              <a:solidFill>
                <a:srgbClr val="42949E"/>
              </a:solidFill>
              <a:prstDash val="solid"/>
            </a:ln>
          </p:spPr>
        </p:sp>
        <p:sp>
          <p:nvSpPr>
            <p:cNvPr id="507" name="panel1__line_506"/>
            <p:cNvSpPr/>
            <p:nvPr/>
          </p:nvSpPr>
          <p:spPr>
            <a:xfrm flipV="1">
              <a:off x="1165672" y="4179277"/>
              <a:ext cx="11269" cy="15059"/>
            </a:xfrm>
            <a:prstGeom prst="line">
              <a:avLst/>
            </a:prstGeom>
            <a:noFill/>
            <a:ln w="12383">
              <a:solidFill>
                <a:srgbClr val="42949E"/>
              </a:solidFill>
              <a:prstDash val="solid"/>
            </a:ln>
          </p:spPr>
        </p:sp>
        <p:sp>
          <p:nvSpPr>
            <p:cNvPr id="508" name="panel1__line_507"/>
            <p:cNvSpPr/>
            <p:nvPr/>
          </p:nvSpPr>
          <p:spPr>
            <a:xfrm flipV="1">
              <a:off x="1176941" y="4164092"/>
              <a:ext cx="11269" cy="15185"/>
            </a:xfrm>
            <a:prstGeom prst="line">
              <a:avLst/>
            </a:prstGeom>
            <a:noFill/>
            <a:ln w="12383">
              <a:solidFill>
                <a:srgbClr val="42949E"/>
              </a:solidFill>
              <a:prstDash val="solid"/>
            </a:ln>
          </p:spPr>
        </p:sp>
        <p:sp>
          <p:nvSpPr>
            <p:cNvPr id="509" name="panel1__line_508"/>
            <p:cNvSpPr/>
            <p:nvPr/>
          </p:nvSpPr>
          <p:spPr>
            <a:xfrm flipV="1">
              <a:off x="1188210" y="4150297"/>
              <a:ext cx="11269" cy="13795"/>
            </a:xfrm>
            <a:prstGeom prst="line">
              <a:avLst/>
            </a:prstGeom>
            <a:noFill/>
            <a:ln w="12383">
              <a:solidFill>
                <a:srgbClr val="42949E"/>
              </a:solidFill>
              <a:prstDash val="solid"/>
            </a:ln>
          </p:spPr>
        </p:sp>
        <p:sp>
          <p:nvSpPr>
            <p:cNvPr id="510" name="panel1__line_509"/>
            <p:cNvSpPr/>
            <p:nvPr/>
          </p:nvSpPr>
          <p:spPr>
            <a:xfrm flipV="1">
              <a:off x="1199479" y="4139132"/>
              <a:ext cx="11269" cy="11165"/>
            </a:xfrm>
            <a:prstGeom prst="line">
              <a:avLst/>
            </a:prstGeom>
            <a:noFill/>
            <a:ln w="12383">
              <a:solidFill>
                <a:srgbClr val="42949E"/>
              </a:solidFill>
              <a:prstDash val="solid"/>
            </a:ln>
          </p:spPr>
        </p:sp>
        <p:sp>
          <p:nvSpPr>
            <p:cNvPr id="511" name="panel1__line_510"/>
            <p:cNvSpPr/>
            <p:nvPr/>
          </p:nvSpPr>
          <p:spPr>
            <a:xfrm flipV="1">
              <a:off x="1210748" y="4131462"/>
              <a:ext cx="11269" cy="7670"/>
            </a:xfrm>
            <a:prstGeom prst="line">
              <a:avLst/>
            </a:prstGeom>
            <a:noFill/>
            <a:ln w="12383">
              <a:solidFill>
                <a:srgbClr val="42949E"/>
              </a:solidFill>
              <a:prstDash val="solid"/>
            </a:ln>
          </p:spPr>
        </p:sp>
        <p:sp>
          <p:nvSpPr>
            <p:cNvPr id="512" name="panel1__line_511"/>
            <p:cNvSpPr/>
            <p:nvPr/>
          </p:nvSpPr>
          <p:spPr>
            <a:xfrm flipV="1">
              <a:off x="1222017" y="4127743"/>
              <a:ext cx="11269" cy="3719"/>
            </a:xfrm>
            <a:prstGeom prst="line">
              <a:avLst/>
            </a:prstGeom>
            <a:noFill/>
            <a:ln w="12383">
              <a:solidFill>
                <a:srgbClr val="42949E"/>
              </a:solidFill>
              <a:prstDash val="solid"/>
            </a:ln>
          </p:spPr>
        </p:sp>
        <p:sp>
          <p:nvSpPr>
            <p:cNvPr id="513" name="panel1__line_512"/>
            <p:cNvSpPr/>
            <p:nvPr/>
          </p:nvSpPr>
          <p:spPr>
            <a:xfrm>
              <a:off x="1233286" y="4127743"/>
              <a:ext cx="11269" cy="288"/>
            </a:xfrm>
            <a:prstGeom prst="line">
              <a:avLst/>
            </a:prstGeom>
            <a:noFill/>
            <a:ln w="12383">
              <a:solidFill>
                <a:srgbClr val="42949E"/>
              </a:solidFill>
              <a:prstDash val="solid"/>
            </a:ln>
          </p:spPr>
        </p:sp>
        <p:sp>
          <p:nvSpPr>
            <p:cNvPr id="514" name="panel1__line_513"/>
            <p:cNvSpPr/>
            <p:nvPr/>
          </p:nvSpPr>
          <p:spPr>
            <a:xfrm>
              <a:off x="1244555" y="4128031"/>
              <a:ext cx="11269" cy="4000"/>
            </a:xfrm>
            <a:prstGeom prst="line">
              <a:avLst/>
            </a:prstGeom>
            <a:noFill/>
            <a:ln w="12383">
              <a:solidFill>
                <a:srgbClr val="42949E"/>
              </a:solidFill>
              <a:prstDash val="solid"/>
            </a:ln>
          </p:spPr>
        </p:sp>
        <p:sp>
          <p:nvSpPr>
            <p:cNvPr id="515" name="panel1__line_514"/>
            <p:cNvSpPr/>
            <p:nvPr/>
          </p:nvSpPr>
          <p:spPr>
            <a:xfrm>
              <a:off x="1255824" y="4132031"/>
              <a:ext cx="11269" cy="7140"/>
            </a:xfrm>
            <a:prstGeom prst="line">
              <a:avLst/>
            </a:prstGeom>
            <a:noFill/>
            <a:ln w="12383">
              <a:solidFill>
                <a:srgbClr val="42949E"/>
              </a:solidFill>
              <a:prstDash val="solid"/>
            </a:ln>
          </p:spPr>
        </p:sp>
        <p:sp>
          <p:nvSpPr>
            <p:cNvPr id="516" name="panel1__line_515"/>
            <p:cNvSpPr/>
            <p:nvPr/>
          </p:nvSpPr>
          <p:spPr>
            <a:xfrm>
              <a:off x="1267093" y="4139170"/>
              <a:ext cx="11269" cy="9510"/>
            </a:xfrm>
            <a:prstGeom prst="line">
              <a:avLst/>
            </a:prstGeom>
            <a:noFill/>
            <a:ln w="12383">
              <a:solidFill>
                <a:srgbClr val="42949E"/>
              </a:solidFill>
              <a:prstDash val="solid"/>
            </a:ln>
          </p:spPr>
        </p:sp>
        <p:sp>
          <p:nvSpPr>
            <p:cNvPr id="517" name="panel1__line_516"/>
            <p:cNvSpPr/>
            <p:nvPr/>
          </p:nvSpPr>
          <p:spPr>
            <a:xfrm>
              <a:off x="1278362" y="4148681"/>
              <a:ext cx="11269" cy="10989"/>
            </a:xfrm>
            <a:prstGeom prst="line">
              <a:avLst/>
            </a:prstGeom>
            <a:noFill/>
            <a:ln w="12383">
              <a:solidFill>
                <a:srgbClr val="42949E"/>
              </a:solidFill>
              <a:prstDash val="solid"/>
            </a:ln>
          </p:spPr>
        </p:sp>
        <p:sp>
          <p:nvSpPr>
            <p:cNvPr id="518" name="panel1__line_517"/>
            <p:cNvSpPr/>
            <p:nvPr/>
          </p:nvSpPr>
          <p:spPr>
            <a:xfrm>
              <a:off x="1289631" y="4159669"/>
              <a:ext cx="11269" cy="11517"/>
            </a:xfrm>
            <a:prstGeom prst="line">
              <a:avLst/>
            </a:prstGeom>
            <a:noFill/>
            <a:ln w="12383">
              <a:solidFill>
                <a:srgbClr val="42949E"/>
              </a:solidFill>
              <a:prstDash val="solid"/>
            </a:ln>
          </p:spPr>
        </p:sp>
        <p:sp>
          <p:nvSpPr>
            <p:cNvPr id="519" name="panel1__line_518"/>
            <p:cNvSpPr/>
            <p:nvPr/>
          </p:nvSpPr>
          <p:spPr>
            <a:xfrm>
              <a:off x="1300900" y="4171186"/>
              <a:ext cx="11269" cy="11088"/>
            </a:xfrm>
            <a:prstGeom prst="line">
              <a:avLst/>
            </a:prstGeom>
            <a:noFill/>
            <a:ln w="12383">
              <a:solidFill>
                <a:srgbClr val="42949E"/>
              </a:solidFill>
              <a:prstDash val="solid"/>
            </a:ln>
          </p:spPr>
        </p:sp>
        <p:sp>
          <p:nvSpPr>
            <p:cNvPr id="520" name="panel1__line_519"/>
            <p:cNvSpPr/>
            <p:nvPr/>
          </p:nvSpPr>
          <p:spPr>
            <a:xfrm>
              <a:off x="1312169" y="4182274"/>
              <a:ext cx="11269" cy="9740"/>
            </a:xfrm>
            <a:prstGeom prst="line">
              <a:avLst/>
            </a:prstGeom>
            <a:noFill/>
            <a:ln w="12383">
              <a:solidFill>
                <a:srgbClr val="42949E"/>
              </a:solidFill>
              <a:prstDash val="solid"/>
            </a:ln>
          </p:spPr>
        </p:sp>
        <p:sp>
          <p:nvSpPr>
            <p:cNvPr id="521" name="panel1__line_520"/>
            <p:cNvSpPr/>
            <p:nvPr/>
          </p:nvSpPr>
          <p:spPr>
            <a:xfrm>
              <a:off x="1323438" y="4192014"/>
              <a:ext cx="11269" cy="7551"/>
            </a:xfrm>
            <a:prstGeom prst="line">
              <a:avLst/>
            </a:prstGeom>
            <a:noFill/>
            <a:ln w="12383">
              <a:solidFill>
                <a:srgbClr val="42949E"/>
              </a:solidFill>
              <a:prstDash val="solid"/>
            </a:ln>
          </p:spPr>
        </p:sp>
        <p:sp>
          <p:nvSpPr>
            <p:cNvPr id="522" name="panel1__line_521"/>
            <p:cNvSpPr/>
            <p:nvPr/>
          </p:nvSpPr>
          <p:spPr>
            <a:xfrm>
              <a:off x="1334707" y="4199565"/>
              <a:ext cx="11269" cy="4645"/>
            </a:xfrm>
            <a:prstGeom prst="line">
              <a:avLst/>
            </a:prstGeom>
            <a:noFill/>
            <a:ln w="12383">
              <a:solidFill>
                <a:srgbClr val="42949E"/>
              </a:solidFill>
              <a:prstDash val="solid"/>
            </a:ln>
          </p:spPr>
        </p:sp>
        <p:sp>
          <p:nvSpPr>
            <p:cNvPr id="523" name="panel1__line_522"/>
            <p:cNvSpPr/>
            <p:nvPr/>
          </p:nvSpPr>
          <p:spPr>
            <a:xfrm>
              <a:off x="1345976" y="4204209"/>
              <a:ext cx="11269" cy="1198"/>
            </a:xfrm>
            <a:prstGeom prst="line">
              <a:avLst/>
            </a:prstGeom>
            <a:noFill/>
            <a:ln w="12383">
              <a:solidFill>
                <a:srgbClr val="42949E"/>
              </a:solidFill>
              <a:prstDash val="solid"/>
            </a:ln>
          </p:spPr>
        </p:sp>
        <p:sp>
          <p:nvSpPr>
            <p:cNvPr id="524" name="panel1__line_523"/>
            <p:cNvSpPr/>
            <p:nvPr/>
          </p:nvSpPr>
          <p:spPr>
            <a:xfrm flipV="1">
              <a:off x="1357245" y="4202855"/>
              <a:ext cx="11269" cy="2553"/>
            </a:xfrm>
            <a:prstGeom prst="line">
              <a:avLst/>
            </a:prstGeom>
            <a:noFill/>
            <a:ln w="12383">
              <a:solidFill>
                <a:srgbClr val="42949E"/>
              </a:solidFill>
              <a:prstDash val="solid"/>
            </a:ln>
          </p:spPr>
        </p:sp>
        <p:sp>
          <p:nvSpPr>
            <p:cNvPr id="525" name="panel1__line_524"/>
            <p:cNvSpPr/>
            <p:nvPr/>
          </p:nvSpPr>
          <p:spPr>
            <a:xfrm flipV="1">
              <a:off x="1368514" y="4196542"/>
              <a:ext cx="11269" cy="6313"/>
            </a:xfrm>
            <a:prstGeom prst="line">
              <a:avLst/>
            </a:prstGeom>
            <a:noFill/>
            <a:ln w="12383">
              <a:solidFill>
                <a:srgbClr val="42949E"/>
              </a:solidFill>
              <a:prstDash val="solid"/>
            </a:ln>
          </p:spPr>
        </p:sp>
        <p:sp>
          <p:nvSpPr>
            <p:cNvPr id="526" name="panel1__line_525"/>
            <p:cNvSpPr/>
            <p:nvPr/>
          </p:nvSpPr>
          <p:spPr>
            <a:xfrm flipV="1">
              <a:off x="1379783" y="4186801"/>
              <a:ext cx="11269" cy="9741"/>
            </a:xfrm>
            <a:prstGeom prst="line">
              <a:avLst/>
            </a:prstGeom>
            <a:noFill/>
            <a:ln w="12383">
              <a:solidFill>
                <a:srgbClr val="42949E"/>
              </a:solidFill>
              <a:prstDash val="solid"/>
            </a:ln>
          </p:spPr>
        </p:sp>
        <p:sp>
          <p:nvSpPr>
            <p:cNvPr id="527" name="panel1__line_526"/>
            <p:cNvSpPr/>
            <p:nvPr/>
          </p:nvSpPr>
          <p:spPr>
            <a:xfrm flipV="1">
              <a:off x="1391052" y="4174329"/>
              <a:ext cx="11269" cy="12471"/>
            </a:xfrm>
            <a:prstGeom prst="line">
              <a:avLst/>
            </a:prstGeom>
            <a:noFill/>
            <a:ln w="12383">
              <a:solidFill>
                <a:srgbClr val="42949E"/>
              </a:solidFill>
              <a:prstDash val="solid"/>
            </a:ln>
          </p:spPr>
        </p:sp>
        <p:sp>
          <p:nvSpPr>
            <p:cNvPr id="528" name="panel1__line_527"/>
            <p:cNvSpPr/>
            <p:nvPr/>
          </p:nvSpPr>
          <p:spPr>
            <a:xfrm flipV="1">
              <a:off x="1402321" y="4160176"/>
              <a:ext cx="11269" cy="14154"/>
            </a:xfrm>
            <a:prstGeom prst="line">
              <a:avLst/>
            </a:prstGeom>
            <a:noFill/>
            <a:ln w="12383">
              <a:solidFill>
                <a:srgbClr val="42949E"/>
              </a:solidFill>
              <a:prstDash val="solid"/>
            </a:ln>
          </p:spPr>
        </p:sp>
        <p:sp>
          <p:nvSpPr>
            <p:cNvPr id="529" name="panel1__line_528"/>
            <p:cNvSpPr/>
            <p:nvPr/>
          </p:nvSpPr>
          <p:spPr>
            <a:xfrm flipV="1">
              <a:off x="1413590" y="4145676"/>
              <a:ext cx="11269" cy="14500"/>
            </a:xfrm>
            <a:prstGeom prst="line">
              <a:avLst/>
            </a:prstGeom>
            <a:noFill/>
            <a:ln w="12383">
              <a:solidFill>
                <a:srgbClr val="42949E"/>
              </a:solidFill>
              <a:prstDash val="solid"/>
            </a:ln>
          </p:spPr>
        </p:sp>
        <p:sp>
          <p:nvSpPr>
            <p:cNvPr id="530" name="panel1__line_529"/>
            <p:cNvSpPr/>
            <p:nvPr/>
          </p:nvSpPr>
          <p:spPr>
            <a:xfrm flipV="1">
              <a:off x="1424860" y="4132341"/>
              <a:ext cx="11269" cy="13335"/>
            </a:xfrm>
            <a:prstGeom prst="line">
              <a:avLst/>
            </a:prstGeom>
            <a:noFill/>
            <a:ln w="12383">
              <a:solidFill>
                <a:srgbClr val="42949E"/>
              </a:solidFill>
              <a:prstDash val="solid"/>
            </a:ln>
          </p:spPr>
        </p:sp>
        <p:sp>
          <p:nvSpPr>
            <p:cNvPr id="531" name="panel1__line_530"/>
            <p:cNvSpPr/>
            <p:nvPr/>
          </p:nvSpPr>
          <p:spPr>
            <a:xfrm flipV="1">
              <a:off x="1436129" y="4121705"/>
              <a:ext cx="11269" cy="10636"/>
            </a:xfrm>
            <a:prstGeom prst="line">
              <a:avLst/>
            </a:prstGeom>
            <a:noFill/>
            <a:ln w="12383">
              <a:solidFill>
                <a:srgbClr val="42949E"/>
              </a:solidFill>
              <a:prstDash val="solid"/>
            </a:ln>
          </p:spPr>
        </p:sp>
        <p:sp>
          <p:nvSpPr>
            <p:cNvPr id="532" name="panel1__line_531"/>
            <p:cNvSpPr/>
            <p:nvPr/>
          </p:nvSpPr>
          <p:spPr>
            <a:xfrm flipV="1">
              <a:off x="1447398" y="4115143"/>
              <a:ext cx="11269" cy="6562"/>
            </a:xfrm>
            <a:prstGeom prst="line">
              <a:avLst/>
            </a:prstGeom>
            <a:noFill/>
            <a:ln w="12383">
              <a:solidFill>
                <a:srgbClr val="42949E"/>
              </a:solidFill>
              <a:prstDash val="solid"/>
            </a:ln>
          </p:spPr>
        </p:sp>
        <p:sp>
          <p:nvSpPr>
            <p:cNvPr id="533" name="panel1__line_532"/>
            <p:cNvSpPr/>
            <p:nvPr/>
          </p:nvSpPr>
          <p:spPr>
            <a:xfrm flipV="1">
              <a:off x="1458667" y="4113685"/>
              <a:ext cx="11269" cy="1458"/>
            </a:xfrm>
            <a:prstGeom prst="line">
              <a:avLst/>
            </a:prstGeom>
            <a:noFill/>
            <a:ln w="12383">
              <a:solidFill>
                <a:srgbClr val="42949E"/>
              </a:solidFill>
              <a:prstDash val="solid"/>
            </a:ln>
          </p:spPr>
        </p:sp>
        <p:sp>
          <p:nvSpPr>
            <p:cNvPr id="534" name="panel1__line_533"/>
            <p:cNvSpPr/>
            <p:nvPr/>
          </p:nvSpPr>
          <p:spPr>
            <a:xfrm>
              <a:off x="1469936" y="4113685"/>
              <a:ext cx="11269" cy="4171"/>
            </a:xfrm>
            <a:prstGeom prst="line">
              <a:avLst/>
            </a:prstGeom>
            <a:noFill/>
            <a:ln w="12383">
              <a:solidFill>
                <a:srgbClr val="42949E"/>
              </a:solidFill>
              <a:prstDash val="solid"/>
            </a:ln>
          </p:spPr>
        </p:sp>
        <p:sp>
          <p:nvSpPr>
            <p:cNvPr id="535" name="panel1__line_534"/>
            <p:cNvSpPr/>
            <p:nvPr/>
          </p:nvSpPr>
          <p:spPr>
            <a:xfrm>
              <a:off x="1481205" y="4117856"/>
              <a:ext cx="11269" cy="9705"/>
            </a:xfrm>
            <a:prstGeom prst="line">
              <a:avLst/>
            </a:prstGeom>
            <a:noFill/>
            <a:ln w="12383">
              <a:solidFill>
                <a:srgbClr val="42949E"/>
              </a:solidFill>
              <a:prstDash val="solid"/>
            </a:ln>
          </p:spPr>
        </p:sp>
        <p:sp>
          <p:nvSpPr>
            <p:cNvPr id="536" name="panel1__line_535"/>
            <p:cNvSpPr/>
            <p:nvPr/>
          </p:nvSpPr>
          <p:spPr>
            <a:xfrm>
              <a:off x="1492474" y="4127561"/>
              <a:ext cx="11269" cy="14488"/>
            </a:xfrm>
            <a:prstGeom prst="line">
              <a:avLst/>
            </a:prstGeom>
            <a:noFill/>
            <a:ln w="12383">
              <a:solidFill>
                <a:srgbClr val="42949E"/>
              </a:solidFill>
              <a:prstDash val="solid"/>
            </a:ln>
          </p:spPr>
        </p:sp>
        <p:sp>
          <p:nvSpPr>
            <p:cNvPr id="537" name="panel1__line_536"/>
            <p:cNvSpPr/>
            <p:nvPr/>
          </p:nvSpPr>
          <p:spPr>
            <a:xfrm>
              <a:off x="1503743" y="4142049"/>
              <a:ext cx="11269" cy="17907"/>
            </a:xfrm>
            <a:prstGeom prst="line">
              <a:avLst/>
            </a:prstGeom>
            <a:noFill/>
            <a:ln w="12383">
              <a:solidFill>
                <a:srgbClr val="42949E"/>
              </a:solidFill>
              <a:prstDash val="solid"/>
            </a:ln>
          </p:spPr>
        </p:sp>
        <p:sp>
          <p:nvSpPr>
            <p:cNvPr id="538" name="panel1__line_537"/>
            <p:cNvSpPr/>
            <p:nvPr/>
          </p:nvSpPr>
          <p:spPr>
            <a:xfrm>
              <a:off x="1515012" y="4159956"/>
              <a:ext cx="11269" cy="19483"/>
            </a:xfrm>
            <a:prstGeom prst="line">
              <a:avLst/>
            </a:prstGeom>
            <a:noFill/>
            <a:ln w="12383">
              <a:solidFill>
                <a:srgbClr val="42949E"/>
              </a:solidFill>
              <a:prstDash val="solid"/>
            </a:ln>
          </p:spPr>
        </p:sp>
        <p:sp>
          <p:nvSpPr>
            <p:cNvPr id="539" name="panel1__line_538"/>
            <p:cNvSpPr/>
            <p:nvPr/>
          </p:nvSpPr>
          <p:spPr>
            <a:xfrm>
              <a:off x="1526281" y="4179439"/>
              <a:ext cx="11269" cy="18939"/>
            </a:xfrm>
            <a:prstGeom prst="line">
              <a:avLst/>
            </a:prstGeom>
            <a:noFill/>
            <a:ln w="12383">
              <a:solidFill>
                <a:srgbClr val="42949E"/>
              </a:solidFill>
              <a:prstDash val="solid"/>
            </a:ln>
          </p:spPr>
        </p:sp>
        <p:sp>
          <p:nvSpPr>
            <p:cNvPr id="540" name="panel1__line_539"/>
            <p:cNvSpPr/>
            <p:nvPr/>
          </p:nvSpPr>
          <p:spPr>
            <a:xfrm>
              <a:off x="1537550" y="4198378"/>
              <a:ext cx="11269" cy="16255"/>
            </a:xfrm>
            <a:prstGeom prst="line">
              <a:avLst/>
            </a:prstGeom>
            <a:noFill/>
            <a:ln w="12383">
              <a:solidFill>
                <a:srgbClr val="42949E"/>
              </a:solidFill>
              <a:prstDash val="solid"/>
            </a:ln>
          </p:spPr>
        </p:sp>
        <p:sp>
          <p:nvSpPr>
            <p:cNvPr id="541" name="panel1__line_540"/>
            <p:cNvSpPr/>
            <p:nvPr/>
          </p:nvSpPr>
          <p:spPr>
            <a:xfrm>
              <a:off x="1548819" y="4214633"/>
              <a:ext cx="11269" cy="11675"/>
            </a:xfrm>
            <a:prstGeom prst="line">
              <a:avLst/>
            </a:prstGeom>
            <a:noFill/>
            <a:ln w="12383">
              <a:solidFill>
                <a:srgbClr val="42949E"/>
              </a:solidFill>
              <a:prstDash val="solid"/>
            </a:ln>
          </p:spPr>
        </p:sp>
        <p:sp>
          <p:nvSpPr>
            <p:cNvPr id="542" name="panel1__line_541"/>
            <p:cNvSpPr/>
            <p:nvPr/>
          </p:nvSpPr>
          <p:spPr>
            <a:xfrm>
              <a:off x="1560088" y="4226308"/>
              <a:ext cx="11269" cy="5693"/>
            </a:xfrm>
            <a:prstGeom prst="line">
              <a:avLst/>
            </a:prstGeom>
            <a:noFill/>
            <a:ln w="12383">
              <a:solidFill>
                <a:srgbClr val="42949E"/>
              </a:solidFill>
              <a:prstDash val="solid"/>
            </a:ln>
          </p:spPr>
        </p:sp>
        <p:sp>
          <p:nvSpPr>
            <p:cNvPr id="543" name="panel1__line_542"/>
            <p:cNvSpPr/>
            <p:nvPr/>
          </p:nvSpPr>
          <p:spPr>
            <a:xfrm flipV="1">
              <a:off x="1571357" y="4230987"/>
              <a:ext cx="11269" cy="1014"/>
            </a:xfrm>
            <a:prstGeom prst="line">
              <a:avLst/>
            </a:prstGeom>
            <a:noFill/>
            <a:ln w="12383">
              <a:solidFill>
                <a:srgbClr val="42949E"/>
              </a:solidFill>
              <a:prstDash val="solid"/>
            </a:ln>
          </p:spPr>
        </p:sp>
        <p:sp>
          <p:nvSpPr>
            <p:cNvPr id="544" name="panel1__line_543"/>
            <p:cNvSpPr/>
            <p:nvPr/>
          </p:nvSpPr>
          <p:spPr>
            <a:xfrm flipV="1">
              <a:off x="1582626" y="4223323"/>
              <a:ext cx="11269" cy="7664"/>
            </a:xfrm>
            <a:prstGeom prst="line">
              <a:avLst/>
            </a:prstGeom>
            <a:noFill/>
            <a:ln w="12383">
              <a:solidFill>
                <a:srgbClr val="42949E"/>
              </a:solidFill>
              <a:prstDash val="solid"/>
            </a:ln>
          </p:spPr>
        </p:sp>
        <p:sp>
          <p:nvSpPr>
            <p:cNvPr id="545" name="panel1__line_544"/>
            <p:cNvSpPr/>
            <p:nvPr/>
          </p:nvSpPr>
          <p:spPr>
            <a:xfrm flipV="1">
              <a:off x="1593895" y="4209848"/>
              <a:ext cx="11269" cy="13475"/>
            </a:xfrm>
            <a:prstGeom prst="line">
              <a:avLst/>
            </a:prstGeom>
            <a:noFill/>
            <a:ln w="12383">
              <a:solidFill>
                <a:srgbClr val="42949E"/>
              </a:solidFill>
              <a:prstDash val="solid"/>
            </a:ln>
          </p:spPr>
        </p:sp>
        <p:sp>
          <p:nvSpPr>
            <p:cNvPr id="546" name="panel1__line_545"/>
            <p:cNvSpPr/>
            <p:nvPr/>
          </p:nvSpPr>
          <p:spPr>
            <a:xfrm flipV="1">
              <a:off x="1605164" y="4192078"/>
              <a:ext cx="11269" cy="17770"/>
            </a:xfrm>
            <a:prstGeom prst="line">
              <a:avLst/>
            </a:prstGeom>
            <a:noFill/>
            <a:ln w="12383">
              <a:solidFill>
                <a:srgbClr val="42949E"/>
              </a:solidFill>
              <a:prstDash val="solid"/>
            </a:ln>
          </p:spPr>
        </p:sp>
        <p:sp>
          <p:nvSpPr>
            <p:cNvPr id="547" name="panel1__line_546"/>
            <p:cNvSpPr/>
            <p:nvPr/>
          </p:nvSpPr>
          <p:spPr>
            <a:xfrm flipV="1">
              <a:off x="1616433" y="4172016"/>
              <a:ext cx="11269" cy="20061"/>
            </a:xfrm>
            <a:prstGeom prst="line">
              <a:avLst/>
            </a:prstGeom>
            <a:noFill/>
            <a:ln w="12383">
              <a:solidFill>
                <a:srgbClr val="42949E"/>
              </a:solidFill>
              <a:prstDash val="solid"/>
            </a:ln>
          </p:spPr>
        </p:sp>
        <p:sp>
          <p:nvSpPr>
            <p:cNvPr id="548" name="panel1__line_547"/>
            <p:cNvSpPr/>
            <p:nvPr/>
          </p:nvSpPr>
          <p:spPr>
            <a:xfrm flipV="1">
              <a:off x="1627702" y="4151901"/>
              <a:ext cx="11269" cy="20115"/>
            </a:xfrm>
            <a:prstGeom prst="line">
              <a:avLst/>
            </a:prstGeom>
            <a:noFill/>
            <a:ln w="12383">
              <a:solidFill>
                <a:srgbClr val="42949E"/>
              </a:solidFill>
              <a:prstDash val="solid"/>
            </a:ln>
          </p:spPr>
        </p:sp>
        <p:sp>
          <p:nvSpPr>
            <p:cNvPr id="549" name="panel1__line_548"/>
            <p:cNvSpPr/>
            <p:nvPr/>
          </p:nvSpPr>
          <p:spPr>
            <a:xfrm flipV="1">
              <a:off x="1638971" y="4133925"/>
              <a:ext cx="11269" cy="17976"/>
            </a:xfrm>
            <a:prstGeom prst="line">
              <a:avLst/>
            </a:prstGeom>
            <a:noFill/>
            <a:ln w="12383">
              <a:solidFill>
                <a:srgbClr val="42949E"/>
              </a:solidFill>
              <a:prstDash val="solid"/>
            </a:ln>
          </p:spPr>
        </p:sp>
        <p:sp>
          <p:nvSpPr>
            <p:cNvPr id="550" name="panel1__line_549"/>
            <p:cNvSpPr/>
            <p:nvPr/>
          </p:nvSpPr>
          <p:spPr>
            <a:xfrm flipV="1">
              <a:off x="1650240" y="4119970"/>
              <a:ext cx="11269" cy="13955"/>
            </a:xfrm>
            <a:prstGeom prst="line">
              <a:avLst/>
            </a:prstGeom>
            <a:noFill/>
            <a:ln w="12383">
              <a:solidFill>
                <a:srgbClr val="42949E"/>
              </a:solidFill>
              <a:prstDash val="solid"/>
            </a:ln>
          </p:spPr>
        </p:sp>
        <p:sp>
          <p:nvSpPr>
            <p:cNvPr id="551" name="panel1__line_550"/>
            <p:cNvSpPr/>
            <p:nvPr/>
          </p:nvSpPr>
          <p:spPr>
            <a:xfrm flipV="1">
              <a:off x="1661509" y="4111390"/>
              <a:ext cx="11269" cy="8580"/>
            </a:xfrm>
            <a:prstGeom prst="line">
              <a:avLst/>
            </a:prstGeom>
            <a:noFill/>
            <a:ln w="12383">
              <a:solidFill>
                <a:srgbClr val="42949E"/>
              </a:solidFill>
              <a:prstDash val="solid"/>
            </a:ln>
          </p:spPr>
        </p:sp>
        <p:sp>
          <p:nvSpPr>
            <p:cNvPr id="552" name="panel1__line_551"/>
            <p:cNvSpPr/>
            <p:nvPr/>
          </p:nvSpPr>
          <p:spPr>
            <a:xfrm flipV="1">
              <a:off x="1672778" y="4108871"/>
              <a:ext cx="11269" cy="2519"/>
            </a:xfrm>
            <a:prstGeom prst="line">
              <a:avLst/>
            </a:prstGeom>
            <a:noFill/>
            <a:ln w="12383">
              <a:solidFill>
                <a:srgbClr val="42949E"/>
              </a:solidFill>
              <a:prstDash val="solid"/>
            </a:ln>
          </p:spPr>
        </p:sp>
        <p:sp>
          <p:nvSpPr>
            <p:cNvPr id="553" name="panel1__line_552"/>
            <p:cNvSpPr/>
            <p:nvPr/>
          </p:nvSpPr>
          <p:spPr>
            <a:xfrm>
              <a:off x="1684047" y="4108871"/>
              <a:ext cx="11269" cy="3511"/>
            </a:xfrm>
            <a:prstGeom prst="line">
              <a:avLst/>
            </a:prstGeom>
            <a:noFill/>
            <a:ln w="12383">
              <a:solidFill>
                <a:srgbClr val="42949E"/>
              </a:solidFill>
              <a:prstDash val="solid"/>
            </a:ln>
          </p:spPr>
        </p:sp>
        <p:sp>
          <p:nvSpPr>
            <p:cNvPr id="554" name="panel1__line_553"/>
            <p:cNvSpPr/>
            <p:nvPr/>
          </p:nvSpPr>
          <p:spPr>
            <a:xfrm>
              <a:off x="1695316" y="4112382"/>
              <a:ext cx="11269" cy="8840"/>
            </a:xfrm>
            <a:prstGeom prst="line">
              <a:avLst/>
            </a:prstGeom>
            <a:noFill/>
            <a:ln w="12383">
              <a:solidFill>
                <a:srgbClr val="42949E"/>
              </a:solidFill>
              <a:prstDash val="solid"/>
            </a:ln>
          </p:spPr>
        </p:sp>
        <p:sp>
          <p:nvSpPr>
            <p:cNvPr id="555" name="panel1__line_554"/>
            <p:cNvSpPr/>
            <p:nvPr/>
          </p:nvSpPr>
          <p:spPr>
            <a:xfrm>
              <a:off x="1706585" y="4121222"/>
              <a:ext cx="11269" cy="12921"/>
            </a:xfrm>
            <a:prstGeom prst="line">
              <a:avLst/>
            </a:prstGeom>
            <a:noFill/>
            <a:ln w="12383">
              <a:solidFill>
                <a:srgbClr val="42949E"/>
              </a:solidFill>
              <a:prstDash val="solid"/>
            </a:ln>
          </p:spPr>
        </p:sp>
        <p:sp>
          <p:nvSpPr>
            <p:cNvPr id="556" name="panel1__line_555"/>
            <p:cNvSpPr/>
            <p:nvPr/>
          </p:nvSpPr>
          <p:spPr>
            <a:xfrm>
              <a:off x="1717854" y="4134142"/>
              <a:ext cx="11269" cy="15394"/>
            </a:xfrm>
            <a:prstGeom prst="line">
              <a:avLst/>
            </a:prstGeom>
            <a:noFill/>
            <a:ln w="12383">
              <a:solidFill>
                <a:srgbClr val="42949E"/>
              </a:solidFill>
              <a:prstDash val="solid"/>
            </a:ln>
          </p:spPr>
        </p:sp>
        <p:sp>
          <p:nvSpPr>
            <p:cNvPr id="557" name="panel1__line_556"/>
            <p:cNvSpPr/>
            <p:nvPr/>
          </p:nvSpPr>
          <p:spPr>
            <a:xfrm>
              <a:off x="1729123" y="4149536"/>
              <a:ext cx="11269" cy="16111"/>
            </a:xfrm>
            <a:prstGeom prst="line">
              <a:avLst/>
            </a:prstGeom>
            <a:noFill/>
            <a:ln w="12383">
              <a:solidFill>
                <a:srgbClr val="42949E"/>
              </a:solidFill>
              <a:prstDash val="solid"/>
            </a:ln>
          </p:spPr>
        </p:sp>
        <p:sp>
          <p:nvSpPr>
            <p:cNvPr id="558" name="panel1__line_557"/>
            <p:cNvSpPr/>
            <p:nvPr/>
          </p:nvSpPr>
          <p:spPr>
            <a:xfrm>
              <a:off x="1740392" y="4165647"/>
              <a:ext cx="11269" cy="15138"/>
            </a:xfrm>
            <a:prstGeom prst="line">
              <a:avLst/>
            </a:prstGeom>
            <a:noFill/>
            <a:ln w="12383">
              <a:solidFill>
                <a:srgbClr val="42949E"/>
              </a:solidFill>
              <a:prstDash val="solid"/>
            </a:ln>
          </p:spPr>
        </p:sp>
        <p:sp>
          <p:nvSpPr>
            <p:cNvPr id="559" name="panel1__line_558"/>
            <p:cNvSpPr/>
            <p:nvPr/>
          </p:nvSpPr>
          <p:spPr>
            <a:xfrm>
              <a:off x="1751661" y="4180785"/>
              <a:ext cx="11269" cy="12717"/>
            </a:xfrm>
            <a:prstGeom prst="line">
              <a:avLst/>
            </a:prstGeom>
            <a:noFill/>
            <a:ln w="12383">
              <a:solidFill>
                <a:srgbClr val="42949E"/>
              </a:solidFill>
              <a:prstDash val="solid"/>
            </a:ln>
          </p:spPr>
        </p:sp>
        <p:sp>
          <p:nvSpPr>
            <p:cNvPr id="560" name="panel1__line_559"/>
            <p:cNvSpPr/>
            <p:nvPr/>
          </p:nvSpPr>
          <p:spPr>
            <a:xfrm>
              <a:off x="1762930" y="4193502"/>
              <a:ext cx="11269" cy="9225"/>
            </a:xfrm>
            <a:prstGeom prst="line">
              <a:avLst/>
            </a:prstGeom>
            <a:noFill/>
            <a:ln w="12383">
              <a:solidFill>
                <a:srgbClr val="42949E"/>
              </a:solidFill>
              <a:prstDash val="solid"/>
            </a:ln>
          </p:spPr>
        </p:sp>
        <p:sp>
          <p:nvSpPr>
            <p:cNvPr id="561" name="panel1__line_560"/>
            <p:cNvSpPr/>
            <p:nvPr/>
          </p:nvSpPr>
          <p:spPr>
            <a:xfrm>
              <a:off x="1774199" y="4202727"/>
              <a:ext cx="11269" cy="5107"/>
            </a:xfrm>
            <a:prstGeom prst="line">
              <a:avLst/>
            </a:prstGeom>
            <a:noFill/>
            <a:ln w="12383">
              <a:solidFill>
                <a:srgbClr val="42949E"/>
              </a:solidFill>
              <a:prstDash val="solid"/>
            </a:ln>
          </p:spPr>
        </p:sp>
        <p:sp>
          <p:nvSpPr>
            <p:cNvPr id="562" name="panel1__line_561"/>
            <p:cNvSpPr/>
            <p:nvPr/>
          </p:nvSpPr>
          <p:spPr>
            <a:xfrm>
              <a:off x="1785468" y="4207835"/>
              <a:ext cx="11269" cy="819"/>
            </a:xfrm>
            <a:prstGeom prst="line">
              <a:avLst/>
            </a:prstGeom>
            <a:noFill/>
            <a:ln w="12383">
              <a:solidFill>
                <a:srgbClr val="42949E"/>
              </a:solidFill>
              <a:prstDash val="solid"/>
            </a:ln>
          </p:spPr>
        </p:sp>
        <p:sp>
          <p:nvSpPr>
            <p:cNvPr id="563" name="panel1__line_562"/>
            <p:cNvSpPr/>
            <p:nvPr/>
          </p:nvSpPr>
          <p:spPr>
            <a:xfrm flipV="1">
              <a:off x="1796737" y="4205429"/>
              <a:ext cx="11269" cy="3225"/>
            </a:xfrm>
            <a:prstGeom prst="line">
              <a:avLst/>
            </a:prstGeom>
            <a:noFill/>
            <a:ln w="12383">
              <a:solidFill>
                <a:srgbClr val="42949E"/>
              </a:solidFill>
              <a:prstDash val="solid"/>
            </a:ln>
          </p:spPr>
        </p:sp>
        <p:sp>
          <p:nvSpPr>
            <p:cNvPr id="564" name="panel1__line_563"/>
            <p:cNvSpPr/>
            <p:nvPr/>
          </p:nvSpPr>
          <p:spPr>
            <a:xfrm flipV="1">
              <a:off x="1808006" y="4198738"/>
              <a:ext cx="11269" cy="6690"/>
            </a:xfrm>
            <a:prstGeom prst="line">
              <a:avLst/>
            </a:prstGeom>
            <a:noFill/>
            <a:ln w="12383">
              <a:solidFill>
                <a:srgbClr val="42949E"/>
              </a:solidFill>
              <a:prstDash val="solid"/>
            </a:ln>
          </p:spPr>
        </p:sp>
        <p:sp>
          <p:nvSpPr>
            <p:cNvPr id="565" name="panel1__rect_564"/>
            <p:cNvSpPr/>
            <p:nvPr/>
          </p:nvSpPr>
          <p:spPr>
            <a:xfrm>
              <a:off x="1952625" y="4057650"/>
              <a:ext cx="876300" cy="219075"/>
            </a:xfrm>
            <a:prstGeom prst="rect">
              <a:avLst>
                <a:gd name="adj" fmla="val 41739"/>
              </a:avLst>
            </a:prstGeom>
            <a:solidFill>
              <a:srgbClr val="F8FAFB"/>
            </a:solidFill>
            <a:ln w="6191">
              <a:solidFill>
                <a:srgbClr val="D3DADF"/>
              </a:solidFill>
              <a:prstDash val="solid"/>
            </a:ln>
          </p:spPr>
        </p:sp>
        <p:sp>
          <p:nvSpPr>
            <p:cNvPr id="566" name="panel1__line_565"/>
            <p:cNvSpPr/>
            <p:nvPr/>
          </p:nvSpPr>
          <p:spPr>
            <a:xfrm>
              <a:off x="1990725" y="4167188"/>
              <a:ext cx="11269" cy="0"/>
            </a:xfrm>
            <a:prstGeom prst="line">
              <a:avLst/>
            </a:prstGeom>
            <a:noFill/>
            <a:ln w="12383">
              <a:solidFill>
                <a:srgbClr val="9A4D8E"/>
              </a:solidFill>
              <a:prstDash val="solid"/>
            </a:ln>
          </p:spPr>
        </p:sp>
        <p:sp>
          <p:nvSpPr>
            <p:cNvPr id="567" name="panel1__line_566"/>
            <p:cNvSpPr/>
            <p:nvPr/>
          </p:nvSpPr>
          <p:spPr>
            <a:xfrm>
              <a:off x="2001994" y="4167188"/>
              <a:ext cx="11269" cy="0"/>
            </a:xfrm>
            <a:prstGeom prst="line">
              <a:avLst/>
            </a:prstGeom>
            <a:noFill/>
            <a:ln w="12383">
              <a:solidFill>
                <a:srgbClr val="9A4D8E"/>
              </a:solidFill>
              <a:prstDash val="solid"/>
            </a:ln>
          </p:spPr>
        </p:sp>
        <p:sp>
          <p:nvSpPr>
            <p:cNvPr id="568" name="panel1__line_567"/>
            <p:cNvSpPr/>
            <p:nvPr/>
          </p:nvSpPr>
          <p:spPr>
            <a:xfrm>
              <a:off x="2013263" y="4167188"/>
              <a:ext cx="11269" cy="0"/>
            </a:xfrm>
            <a:prstGeom prst="line">
              <a:avLst/>
            </a:prstGeom>
            <a:noFill/>
            <a:ln w="12383">
              <a:solidFill>
                <a:srgbClr val="9A4D8E"/>
              </a:solidFill>
              <a:prstDash val="solid"/>
            </a:ln>
          </p:spPr>
        </p:sp>
        <p:sp>
          <p:nvSpPr>
            <p:cNvPr id="569" name="panel1__line_568"/>
            <p:cNvSpPr/>
            <p:nvPr/>
          </p:nvSpPr>
          <p:spPr>
            <a:xfrm>
              <a:off x="2024532" y="4167188"/>
              <a:ext cx="11269" cy="0"/>
            </a:xfrm>
            <a:prstGeom prst="line">
              <a:avLst/>
            </a:prstGeom>
            <a:noFill/>
            <a:ln w="12383">
              <a:solidFill>
                <a:srgbClr val="9A4D8E"/>
              </a:solidFill>
              <a:prstDash val="solid"/>
            </a:ln>
          </p:spPr>
        </p:sp>
        <p:sp>
          <p:nvSpPr>
            <p:cNvPr id="570" name="panel1__line_569"/>
            <p:cNvSpPr/>
            <p:nvPr/>
          </p:nvSpPr>
          <p:spPr>
            <a:xfrm>
              <a:off x="2035801" y="4167188"/>
              <a:ext cx="11269" cy="0"/>
            </a:xfrm>
            <a:prstGeom prst="line">
              <a:avLst/>
            </a:prstGeom>
            <a:noFill/>
            <a:ln w="12383">
              <a:solidFill>
                <a:srgbClr val="9A4D8E"/>
              </a:solidFill>
              <a:prstDash val="solid"/>
            </a:ln>
          </p:spPr>
        </p:sp>
        <p:sp>
          <p:nvSpPr>
            <p:cNvPr id="571" name="panel1__line_570"/>
            <p:cNvSpPr/>
            <p:nvPr/>
          </p:nvSpPr>
          <p:spPr>
            <a:xfrm>
              <a:off x="2047070" y="4167188"/>
              <a:ext cx="11269" cy="0"/>
            </a:xfrm>
            <a:prstGeom prst="line">
              <a:avLst/>
            </a:prstGeom>
            <a:noFill/>
            <a:ln w="12383">
              <a:solidFill>
                <a:srgbClr val="9A4D8E"/>
              </a:solidFill>
              <a:prstDash val="solid"/>
            </a:ln>
          </p:spPr>
        </p:sp>
        <p:sp>
          <p:nvSpPr>
            <p:cNvPr id="572" name="panel1__line_571"/>
            <p:cNvSpPr/>
            <p:nvPr/>
          </p:nvSpPr>
          <p:spPr>
            <a:xfrm>
              <a:off x="2058339" y="4167188"/>
              <a:ext cx="11269" cy="0"/>
            </a:xfrm>
            <a:prstGeom prst="line">
              <a:avLst/>
            </a:prstGeom>
            <a:noFill/>
            <a:ln w="12383">
              <a:solidFill>
                <a:srgbClr val="9A4D8E"/>
              </a:solidFill>
              <a:prstDash val="solid"/>
            </a:ln>
          </p:spPr>
        </p:sp>
        <p:sp>
          <p:nvSpPr>
            <p:cNvPr id="573" name="panel1__line_572"/>
            <p:cNvSpPr/>
            <p:nvPr/>
          </p:nvSpPr>
          <p:spPr>
            <a:xfrm>
              <a:off x="2069608" y="4167188"/>
              <a:ext cx="11269" cy="0"/>
            </a:xfrm>
            <a:prstGeom prst="line">
              <a:avLst/>
            </a:prstGeom>
            <a:noFill/>
            <a:ln w="12383">
              <a:solidFill>
                <a:srgbClr val="9A4D8E"/>
              </a:solidFill>
              <a:prstDash val="solid"/>
            </a:ln>
          </p:spPr>
        </p:sp>
        <p:sp>
          <p:nvSpPr>
            <p:cNvPr id="574" name="panel1__line_573"/>
            <p:cNvSpPr/>
            <p:nvPr/>
          </p:nvSpPr>
          <p:spPr>
            <a:xfrm>
              <a:off x="2080877" y="4167188"/>
              <a:ext cx="11269" cy="0"/>
            </a:xfrm>
            <a:prstGeom prst="line">
              <a:avLst/>
            </a:prstGeom>
            <a:noFill/>
            <a:ln w="12383">
              <a:solidFill>
                <a:srgbClr val="9A4D8E"/>
              </a:solidFill>
              <a:prstDash val="solid"/>
            </a:ln>
          </p:spPr>
        </p:sp>
        <p:sp>
          <p:nvSpPr>
            <p:cNvPr id="575" name="panel1__line_574"/>
            <p:cNvSpPr/>
            <p:nvPr/>
          </p:nvSpPr>
          <p:spPr>
            <a:xfrm>
              <a:off x="2092146" y="4167188"/>
              <a:ext cx="11269" cy="0"/>
            </a:xfrm>
            <a:prstGeom prst="line">
              <a:avLst/>
            </a:prstGeom>
            <a:noFill/>
            <a:ln w="12383">
              <a:solidFill>
                <a:srgbClr val="9A4D8E"/>
              </a:solidFill>
              <a:prstDash val="solid"/>
            </a:ln>
          </p:spPr>
        </p:sp>
        <p:sp>
          <p:nvSpPr>
            <p:cNvPr id="576" name="panel1__line_575"/>
            <p:cNvSpPr/>
            <p:nvPr/>
          </p:nvSpPr>
          <p:spPr>
            <a:xfrm>
              <a:off x="2103415" y="4167188"/>
              <a:ext cx="11269" cy="0"/>
            </a:xfrm>
            <a:prstGeom prst="line">
              <a:avLst/>
            </a:prstGeom>
            <a:noFill/>
            <a:ln w="12383">
              <a:solidFill>
                <a:srgbClr val="9A4D8E"/>
              </a:solidFill>
              <a:prstDash val="solid"/>
            </a:ln>
          </p:spPr>
        </p:sp>
        <p:sp>
          <p:nvSpPr>
            <p:cNvPr id="577" name="panel1__line_576"/>
            <p:cNvSpPr/>
            <p:nvPr/>
          </p:nvSpPr>
          <p:spPr>
            <a:xfrm>
              <a:off x="2114684" y="4167188"/>
              <a:ext cx="11269" cy="0"/>
            </a:xfrm>
            <a:prstGeom prst="line">
              <a:avLst/>
            </a:prstGeom>
            <a:noFill/>
            <a:ln w="12383">
              <a:solidFill>
                <a:srgbClr val="9A4D8E"/>
              </a:solidFill>
              <a:prstDash val="solid"/>
            </a:ln>
          </p:spPr>
        </p:sp>
        <p:sp>
          <p:nvSpPr>
            <p:cNvPr id="578" name="panel1__line_577"/>
            <p:cNvSpPr/>
            <p:nvPr/>
          </p:nvSpPr>
          <p:spPr>
            <a:xfrm>
              <a:off x="2125953" y="4167188"/>
              <a:ext cx="11269" cy="0"/>
            </a:xfrm>
            <a:prstGeom prst="line">
              <a:avLst/>
            </a:prstGeom>
            <a:noFill/>
            <a:ln w="12383">
              <a:solidFill>
                <a:srgbClr val="9A4D8E"/>
              </a:solidFill>
              <a:prstDash val="solid"/>
            </a:ln>
          </p:spPr>
        </p:sp>
        <p:sp>
          <p:nvSpPr>
            <p:cNvPr id="579" name="panel1__line_578"/>
            <p:cNvSpPr/>
            <p:nvPr/>
          </p:nvSpPr>
          <p:spPr>
            <a:xfrm>
              <a:off x="2137222" y="4167188"/>
              <a:ext cx="11269" cy="0"/>
            </a:xfrm>
            <a:prstGeom prst="line">
              <a:avLst/>
            </a:prstGeom>
            <a:noFill/>
            <a:ln w="12383">
              <a:solidFill>
                <a:srgbClr val="9A4D8E"/>
              </a:solidFill>
              <a:prstDash val="solid"/>
            </a:ln>
          </p:spPr>
        </p:sp>
        <p:sp>
          <p:nvSpPr>
            <p:cNvPr id="580" name="panel1__line_579"/>
            <p:cNvSpPr/>
            <p:nvPr/>
          </p:nvSpPr>
          <p:spPr>
            <a:xfrm>
              <a:off x="2148491" y="4167188"/>
              <a:ext cx="11269" cy="0"/>
            </a:xfrm>
            <a:prstGeom prst="line">
              <a:avLst/>
            </a:prstGeom>
            <a:noFill/>
            <a:ln w="12383">
              <a:solidFill>
                <a:srgbClr val="9A4D8E"/>
              </a:solidFill>
              <a:prstDash val="solid"/>
            </a:ln>
          </p:spPr>
        </p:sp>
        <p:sp>
          <p:nvSpPr>
            <p:cNvPr id="581" name="panel1__line_580"/>
            <p:cNvSpPr/>
            <p:nvPr/>
          </p:nvSpPr>
          <p:spPr>
            <a:xfrm>
              <a:off x="2159760" y="4167188"/>
              <a:ext cx="11269" cy="0"/>
            </a:xfrm>
            <a:prstGeom prst="line">
              <a:avLst/>
            </a:prstGeom>
            <a:noFill/>
            <a:ln w="12383">
              <a:solidFill>
                <a:srgbClr val="9A4D8E"/>
              </a:solidFill>
              <a:prstDash val="solid"/>
            </a:ln>
          </p:spPr>
        </p:sp>
        <p:sp>
          <p:nvSpPr>
            <p:cNvPr id="582" name="panel1__line_581"/>
            <p:cNvSpPr/>
            <p:nvPr/>
          </p:nvSpPr>
          <p:spPr>
            <a:xfrm>
              <a:off x="2171029" y="4167188"/>
              <a:ext cx="11269" cy="0"/>
            </a:xfrm>
            <a:prstGeom prst="line">
              <a:avLst/>
            </a:prstGeom>
            <a:noFill/>
            <a:ln w="12383">
              <a:solidFill>
                <a:srgbClr val="9A4D8E"/>
              </a:solidFill>
              <a:prstDash val="solid"/>
            </a:ln>
          </p:spPr>
        </p:sp>
        <p:sp>
          <p:nvSpPr>
            <p:cNvPr id="583" name="panel1__line_582"/>
            <p:cNvSpPr/>
            <p:nvPr/>
          </p:nvSpPr>
          <p:spPr>
            <a:xfrm>
              <a:off x="2182298" y="4167188"/>
              <a:ext cx="11269" cy="0"/>
            </a:xfrm>
            <a:prstGeom prst="line">
              <a:avLst/>
            </a:prstGeom>
            <a:noFill/>
            <a:ln w="12383">
              <a:solidFill>
                <a:srgbClr val="9A4D8E"/>
              </a:solidFill>
              <a:prstDash val="solid"/>
            </a:ln>
          </p:spPr>
        </p:sp>
        <p:sp>
          <p:nvSpPr>
            <p:cNvPr id="584" name="panel1__line_583"/>
            <p:cNvSpPr/>
            <p:nvPr/>
          </p:nvSpPr>
          <p:spPr>
            <a:xfrm>
              <a:off x="2193567" y="4167188"/>
              <a:ext cx="11269" cy="0"/>
            </a:xfrm>
            <a:prstGeom prst="line">
              <a:avLst/>
            </a:prstGeom>
            <a:noFill/>
            <a:ln w="12383">
              <a:solidFill>
                <a:srgbClr val="9A4D8E"/>
              </a:solidFill>
              <a:prstDash val="solid"/>
            </a:ln>
          </p:spPr>
        </p:sp>
        <p:sp>
          <p:nvSpPr>
            <p:cNvPr id="585" name="panel1__line_584"/>
            <p:cNvSpPr/>
            <p:nvPr/>
          </p:nvSpPr>
          <p:spPr>
            <a:xfrm>
              <a:off x="2204836" y="4167188"/>
              <a:ext cx="11269" cy="0"/>
            </a:xfrm>
            <a:prstGeom prst="line">
              <a:avLst/>
            </a:prstGeom>
            <a:noFill/>
            <a:ln w="12383">
              <a:solidFill>
                <a:srgbClr val="9A4D8E"/>
              </a:solidFill>
              <a:prstDash val="solid"/>
            </a:ln>
          </p:spPr>
        </p:sp>
        <p:sp>
          <p:nvSpPr>
            <p:cNvPr id="586" name="panel1__line_585"/>
            <p:cNvSpPr/>
            <p:nvPr/>
          </p:nvSpPr>
          <p:spPr>
            <a:xfrm>
              <a:off x="2216105" y="4167188"/>
              <a:ext cx="11269" cy="0"/>
            </a:xfrm>
            <a:prstGeom prst="line">
              <a:avLst/>
            </a:prstGeom>
            <a:noFill/>
            <a:ln w="12383">
              <a:solidFill>
                <a:srgbClr val="9A4D8E"/>
              </a:solidFill>
              <a:prstDash val="solid"/>
            </a:ln>
          </p:spPr>
        </p:sp>
        <p:sp>
          <p:nvSpPr>
            <p:cNvPr id="587" name="panel1__line_586"/>
            <p:cNvSpPr/>
            <p:nvPr/>
          </p:nvSpPr>
          <p:spPr>
            <a:xfrm>
              <a:off x="2227374" y="4167188"/>
              <a:ext cx="11269" cy="0"/>
            </a:xfrm>
            <a:prstGeom prst="line">
              <a:avLst/>
            </a:prstGeom>
            <a:noFill/>
            <a:ln w="12383">
              <a:solidFill>
                <a:srgbClr val="9A4D8E"/>
              </a:solidFill>
              <a:prstDash val="solid"/>
            </a:ln>
          </p:spPr>
        </p:sp>
        <p:sp>
          <p:nvSpPr>
            <p:cNvPr id="588" name="panel1__line_587"/>
            <p:cNvSpPr/>
            <p:nvPr/>
          </p:nvSpPr>
          <p:spPr>
            <a:xfrm>
              <a:off x="2238643" y="4167188"/>
              <a:ext cx="11269" cy="0"/>
            </a:xfrm>
            <a:prstGeom prst="line">
              <a:avLst/>
            </a:prstGeom>
            <a:noFill/>
            <a:ln w="12383">
              <a:solidFill>
                <a:srgbClr val="9A4D8E"/>
              </a:solidFill>
              <a:prstDash val="solid"/>
            </a:ln>
          </p:spPr>
        </p:sp>
        <p:sp>
          <p:nvSpPr>
            <p:cNvPr id="589" name="panel1__line_588"/>
            <p:cNvSpPr/>
            <p:nvPr/>
          </p:nvSpPr>
          <p:spPr>
            <a:xfrm>
              <a:off x="2249912" y="4167188"/>
              <a:ext cx="11269" cy="0"/>
            </a:xfrm>
            <a:prstGeom prst="line">
              <a:avLst/>
            </a:prstGeom>
            <a:noFill/>
            <a:ln w="12383">
              <a:solidFill>
                <a:srgbClr val="9A4D8E"/>
              </a:solidFill>
              <a:prstDash val="solid"/>
            </a:ln>
          </p:spPr>
        </p:sp>
        <p:sp>
          <p:nvSpPr>
            <p:cNvPr id="590" name="panel1__line_589"/>
            <p:cNvSpPr/>
            <p:nvPr/>
          </p:nvSpPr>
          <p:spPr>
            <a:xfrm>
              <a:off x="2261181" y="4167188"/>
              <a:ext cx="11269" cy="0"/>
            </a:xfrm>
            <a:prstGeom prst="line">
              <a:avLst/>
            </a:prstGeom>
            <a:noFill/>
            <a:ln w="12383">
              <a:solidFill>
                <a:srgbClr val="9A4D8E"/>
              </a:solidFill>
              <a:prstDash val="solid"/>
            </a:ln>
          </p:spPr>
        </p:sp>
        <p:sp>
          <p:nvSpPr>
            <p:cNvPr id="591" name="panel1__line_590"/>
            <p:cNvSpPr/>
            <p:nvPr/>
          </p:nvSpPr>
          <p:spPr>
            <a:xfrm>
              <a:off x="2272450" y="4167188"/>
              <a:ext cx="11269" cy="0"/>
            </a:xfrm>
            <a:prstGeom prst="line">
              <a:avLst/>
            </a:prstGeom>
            <a:noFill/>
            <a:ln w="12383">
              <a:solidFill>
                <a:srgbClr val="9A4D8E"/>
              </a:solidFill>
              <a:prstDash val="solid"/>
            </a:ln>
          </p:spPr>
        </p:sp>
        <p:sp>
          <p:nvSpPr>
            <p:cNvPr id="592" name="panel1__line_591"/>
            <p:cNvSpPr/>
            <p:nvPr/>
          </p:nvSpPr>
          <p:spPr>
            <a:xfrm>
              <a:off x="2283719" y="4167188"/>
              <a:ext cx="11269" cy="0"/>
            </a:xfrm>
            <a:prstGeom prst="line">
              <a:avLst/>
            </a:prstGeom>
            <a:noFill/>
            <a:ln w="12383">
              <a:solidFill>
                <a:srgbClr val="9A4D8E"/>
              </a:solidFill>
              <a:prstDash val="solid"/>
            </a:ln>
          </p:spPr>
        </p:sp>
        <p:sp>
          <p:nvSpPr>
            <p:cNvPr id="593" name="panel1__line_592"/>
            <p:cNvSpPr/>
            <p:nvPr/>
          </p:nvSpPr>
          <p:spPr>
            <a:xfrm>
              <a:off x="2294988" y="4167188"/>
              <a:ext cx="11269" cy="0"/>
            </a:xfrm>
            <a:prstGeom prst="line">
              <a:avLst/>
            </a:prstGeom>
            <a:noFill/>
            <a:ln w="12383">
              <a:solidFill>
                <a:srgbClr val="9A4D8E"/>
              </a:solidFill>
              <a:prstDash val="solid"/>
            </a:ln>
          </p:spPr>
        </p:sp>
        <p:sp>
          <p:nvSpPr>
            <p:cNvPr id="594" name="panel1__line_593"/>
            <p:cNvSpPr/>
            <p:nvPr/>
          </p:nvSpPr>
          <p:spPr>
            <a:xfrm>
              <a:off x="2306257" y="4167188"/>
              <a:ext cx="11269" cy="0"/>
            </a:xfrm>
            <a:prstGeom prst="line">
              <a:avLst/>
            </a:prstGeom>
            <a:noFill/>
            <a:ln w="12383">
              <a:solidFill>
                <a:srgbClr val="9A4D8E"/>
              </a:solidFill>
              <a:prstDash val="solid"/>
            </a:ln>
          </p:spPr>
        </p:sp>
        <p:sp>
          <p:nvSpPr>
            <p:cNvPr id="595" name="panel1__line_594"/>
            <p:cNvSpPr/>
            <p:nvPr/>
          </p:nvSpPr>
          <p:spPr>
            <a:xfrm>
              <a:off x="2317526" y="4167188"/>
              <a:ext cx="11269" cy="0"/>
            </a:xfrm>
            <a:prstGeom prst="line">
              <a:avLst/>
            </a:prstGeom>
            <a:noFill/>
            <a:ln w="12383">
              <a:solidFill>
                <a:srgbClr val="9A4D8E"/>
              </a:solidFill>
              <a:prstDash val="solid"/>
            </a:ln>
          </p:spPr>
        </p:sp>
        <p:sp>
          <p:nvSpPr>
            <p:cNvPr id="596" name="panel1__line_595"/>
            <p:cNvSpPr/>
            <p:nvPr/>
          </p:nvSpPr>
          <p:spPr>
            <a:xfrm>
              <a:off x="2328795" y="4167188"/>
              <a:ext cx="11269" cy="0"/>
            </a:xfrm>
            <a:prstGeom prst="line">
              <a:avLst/>
            </a:prstGeom>
            <a:noFill/>
            <a:ln w="12383">
              <a:solidFill>
                <a:srgbClr val="9A4D8E"/>
              </a:solidFill>
              <a:prstDash val="solid"/>
            </a:ln>
          </p:spPr>
        </p:sp>
        <p:sp>
          <p:nvSpPr>
            <p:cNvPr id="597" name="panel1__line_596"/>
            <p:cNvSpPr/>
            <p:nvPr/>
          </p:nvSpPr>
          <p:spPr>
            <a:xfrm>
              <a:off x="2340064" y="4167188"/>
              <a:ext cx="11269" cy="0"/>
            </a:xfrm>
            <a:prstGeom prst="line">
              <a:avLst/>
            </a:prstGeom>
            <a:noFill/>
            <a:ln w="12383">
              <a:solidFill>
                <a:srgbClr val="9A4D8E"/>
              </a:solidFill>
              <a:prstDash val="solid"/>
            </a:ln>
          </p:spPr>
        </p:sp>
        <p:sp>
          <p:nvSpPr>
            <p:cNvPr id="598" name="panel1__line_597"/>
            <p:cNvSpPr/>
            <p:nvPr/>
          </p:nvSpPr>
          <p:spPr>
            <a:xfrm>
              <a:off x="2351333" y="4167188"/>
              <a:ext cx="11269" cy="0"/>
            </a:xfrm>
            <a:prstGeom prst="line">
              <a:avLst/>
            </a:prstGeom>
            <a:noFill/>
            <a:ln w="12383">
              <a:solidFill>
                <a:srgbClr val="9A4D8E"/>
              </a:solidFill>
              <a:prstDash val="solid"/>
            </a:ln>
          </p:spPr>
        </p:sp>
        <p:sp>
          <p:nvSpPr>
            <p:cNvPr id="599" name="panel1__line_598"/>
            <p:cNvSpPr/>
            <p:nvPr/>
          </p:nvSpPr>
          <p:spPr>
            <a:xfrm>
              <a:off x="2362602" y="4167188"/>
              <a:ext cx="11269" cy="0"/>
            </a:xfrm>
            <a:prstGeom prst="line">
              <a:avLst/>
            </a:prstGeom>
            <a:noFill/>
            <a:ln w="12383">
              <a:solidFill>
                <a:srgbClr val="9A4D8E"/>
              </a:solidFill>
              <a:prstDash val="solid"/>
            </a:ln>
          </p:spPr>
        </p:sp>
        <p:sp>
          <p:nvSpPr>
            <p:cNvPr id="600" name="panel1__line_599"/>
            <p:cNvSpPr/>
            <p:nvPr/>
          </p:nvSpPr>
          <p:spPr>
            <a:xfrm>
              <a:off x="2373871" y="4167188"/>
              <a:ext cx="11269" cy="0"/>
            </a:xfrm>
            <a:prstGeom prst="line">
              <a:avLst/>
            </a:prstGeom>
            <a:noFill/>
            <a:ln w="12383">
              <a:solidFill>
                <a:srgbClr val="9A4D8E"/>
              </a:solidFill>
              <a:prstDash val="solid"/>
            </a:ln>
          </p:spPr>
        </p:sp>
        <p:sp>
          <p:nvSpPr>
            <p:cNvPr id="601" name="panel1__line_600"/>
            <p:cNvSpPr/>
            <p:nvPr/>
          </p:nvSpPr>
          <p:spPr>
            <a:xfrm>
              <a:off x="2385140" y="4167188"/>
              <a:ext cx="11269" cy="0"/>
            </a:xfrm>
            <a:prstGeom prst="line">
              <a:avLst/>
            </a:prstGeom>
            <a:noFill/>
            <a:ln w="12383">
              <a:solidFill>
                <a:srgbClr val="9A4D8E"/>
              </a:solidFill>
              <a:prstDash val="solid"/>
            </a:ln>
          </p:spPr>
        </p:sp>
        <p:sp>
          <p:nvSpPr>
            <p:cNvPr id="602" name="panel1__line_601"/>
            <p:cNvSpPr/>
            <p:nvPr/>
          </p:nvSpPr>
          <p:spPr>
            <a:xfrm>
              <a:off x="2396410" y="4167188"/>
              <a:ext cx="11269" cy="0"/>
            </a:xfrm>
            <a:prstGeom prst="line">
              <a:avLst/>
            </a:prstGeom>
            <a:noFill/>
            <a:ln w="12383">
              <a:solidFill>
                <a:srgbClr val="9A4D8E"/>
              </a:solidFill>
              <a:prstDash val="solid"/>
            </a:ln>
          </p:spPr>
        </p:sp>
        <p:sp>
          <p:nvSpPr>
            <p:cNvPr id="603" name="panel1__line_602"/>
            <p:cNvSpPr/>
            <p:nvPr/>
          </p:nvSpPr>
          <p:spPr>
            <a:xfrm>
              <a:off x="2407679" y="4167188"/>
              <a:ext cx="11269" cy="0"/>
            </a:xfrm>
            <a:prstGeom prst="line">
              <a:avLst/>
            </a:prstGeom>
            <a:noFill/>
            <a:ln w="12383">
              <a:solidFill>
                <a:srgbClr val="9A4D8E"/>
              </a:solidFill>
              <a:prstDash val="solid"/>
            </a:ln>
          </p:spPr>
        </p:sp>
        <p:sp>
          <p:nvSpPr>
            <p:cNvPr id="604" name="panel1__line_603"/>
            <p:cNvSpPr/>
            <p:nvPr/>
          </p:nvSpPr>
          <p:spPr>
            <a:xfrm>
              <a:off x="2418948" y="4167188"/>
              <a:ext cx="11269" cy="0"/>
            </a:xfrm>
            <a:prstGeom prst="line">
              <a:avLst/>
            </a:prstGeom>
            <a:noFill/>
            <a:ln w="12383">
              <a:solidFill>
                <a:srgbClr val="9A4D8E"/>
              </a:solidFill>
              <a:prstDash val="solid"/>
            </a:ln>
          </p:spPr>
        </p:sp>
        <p:sp>
          <p:nvSpPr>
            <p:cNvPr id="605" name="panel1__line_604"/>
            <p:cNvSpPr/>
            <p:nvPr/>
          </p:nvSpPr>
          <p:spPr>
            <a:xfrm>
              <a:off x="2430217" y="4167188"/>
              <a:ext cx="11269" cy="0"/>
            </a:xfrm>
            <a:prstGeom prst="line">
              <a:avLst/>
            </a:prstGeom>
            <a:noFill/>
            <a:ln w="12383">
              <a:solidFill>
                <a:srgbClr val="9A4D8E"/>
              </a:solidFill>
              <a:prstDash val="solid"/>
            </a:ln>
          </p:spPr>
        </p:sp>
        <p:sp>
          <p:nvSpPr>
            <p:cNvPr id="606" name="panel1__line_605"/>
            <p:cNvSpPr/>
            <p:nvPr/>
          </p:nvSpPr>
          <p:spPr>
            <a:xfrm>
              <a:off x="2441486" y="4167188"/>
              <a:ext cx="11269" cy="0"/>
            </a:xfrm>
            <a:prstGeom prst="line">
              <a:avLst/>
            </a:prstGeom>
            <a:noFill/>
            <a:ln w="12383">
              <a:solidFill>
                <a:srgbClr val="9A4D8E"/>
              </a:solidFill>
              <a:prstDash val="solid"/>
            </a:ln>
          </p:spPr>
        </p:sp>
        <p:sp>
          <p:nvSpPr>
            <p:cNvPr id="607" name="panel1__line_606"/>
            <p:cNvSpPr/>
            <p:nvPr/>
          </p:nvSpPr>
          <p:spPr>
            <a:xfrm>
              <a:off x="2452755" y="4167188"/>
              <a:ext cx="11269" cy="0"/>
            </a:xfrm>
            <a:prstGeom prst="line">
              <a:avLst/>
            </a:prstGeom>
            <a:noFill/>
            <a:ln w="12383">
              <a:solidFill>
                <a:srgbClr val="9A4D8E"/>
              </a:solidFill>
              <a:prstDash val="solid"/>
            </a:ln>
          </p:spPr>
        </p:sp>
        <p:sp>
          <p:nvSpPr>
            <p:cNvPr id="608" name="panel1__line_607"/>
            <p:cNvSpPr/>
            <p:nvPr/>
          </p:nvSpPr>
          <p:spPr>
            <a:xfrm>
              <a:off x="2464024" y="4167188"/>
              <a:ext cx="11269" cy="0"/>
            </a:xfrm>
            <a:prstGeom prst="line">
              <a:avLst/>
            </a:prstGeom>
            <a:noFill/>
            <a:ln w="12383">
              <a:solidFill>
                <a:srgbClr val="9A4D8E"/>
              </a:solidFill>
              <a:prstDash val="solid"/>
            </a:ln>
          </p:spPr>
        </p:sp>
        <p:sp>
          <p:nvSpPr>
            <p:cNvPr id="609" name="panel1__line_608"/>
            <p:cNvSpPr/>
            <p:nvPr/>
          </p:nvSpPr>
          <p:spPr>
            <a:xfrm>
              <a:off x="2475293" y="4167188"/>
              <a:ext cx="11269" cy="0"/>
            </a:xfrm>
            <a:prstGeom prst="line">
              <a:avLst/>
            </a:prstGeom>
            <a:noFill/>
            <a:ln w="12383">
              <a:solidFill>
                <a:srgbClr val="9A4D8E"/>
              </a:solidFill>
              <a:prstDash val="solid"/>
            </a:ln>
          </p:spPr>
        </p:sp>
        <p:sp>
          <p:nvSpPr>
            <p:cNvPr id="610" name="panel1__line_609"/>
            <p:cNvSpPr/>
            <p:nvPr/>
          </p:nvSpPr>
          <p:spPr>
            <a:xfrm>
              <a:off x="2486562" y="4167188"/>
              <a:ext cx="11269" cy="0"/>
            </a:xfrm>
            <a:prstGeom prst="line">
              <a:avLst/>
            </a:prstGeom>
            <a:noFill/>
            <a:ln w="12383">
              <a:solidFill>
                <a:srgbClr val="9A4D8E"/>
              </a:solidFill>
              <a:prstDash val="solid"/>
            </a:ln>
          </p:spPr>
        </p:sp>
        <p:sp>
          <p:nvSpPr>
            <p:cNvPr id="611" name="panel1__line_610"/>
            <p:cNvSpPr/>
            <p:nvPr/>
          </p:nvSpPr>
          <p:spPr>
            <a:xfrm>
              <a:off x="2497831" y="4167188"/>
              <a:ext cx="11269" cy="0"/>
            </a:xfrm>
            <a:prstGeom prst="line">
              <a:avLst/>
            </a:prstGeom>
            <a:noFill/>
            <a:ln w="12383">
              <a:solidFill>
                <a:srgbClr val="9A4D8E"/>
              </a:solidFill>
              <a:prstDash val="solid"/>
            </a:ln>
          </p:spPr>
        </p:sp>
        <p:sp>
          <p:nvSpPr>
            <p:cNvPr id="612" name="panel1__line_611"/>
            <p:cNvSpPr/>
            <p:nvPr/>
          </p:nvSpPr>
          <p:spPr>
            <a:xfrm>
              <a:off x="2509100" y="4167188"/>
              <a:ext cx="11269" cy="0"/>
            </a:xfrm>
            <a:prstGeom prst="line">
              <a:avLst/>
            </a:prstGeom>
            <a:noFill/>
            <a:ln w="12383">
              <a:solidFill>
                <a:srgbClr val="9A4D8E"/>
              </a:solidFill>
              <a:prstDash val="solid"/>
            </a:ln>
          </p:spPr>
        </p:sp>
        <p:sp>
          <p:nvSpPr>
            <p:cNvPr id="613" name="panel1__line_612"/>
            <p:cNvSpPr/>
            <p:nvPr/>
          </p:nvSpPr>
          <p:spPr>
            <a:xfrm>
              <a:off x="2520369" y="4167188"/>
              <a:ext cx="11269" cy="0"/>
            </a:xfrm>
            <a:prstGeom prst="line">
              <a:avLst/>
            </a:prstGeom>
            <a:noFill/>
            <a:ln w="12383">
              <a:solidFill>
                <a:srgbClr val="9A4D8E"/>
              </a:solidFill>
              <a:prstDash val="solid"/>
            </a:ln>
          </p:spPr>
        </p:sp>
        <p:sp>
          <p:nvSpPr>
            <p:cNvPr id="614" name="panel1__line_613"/>
            <p:cNvSpPr/>
            <p:nvPr/>
          </p:nvSpPr>
          <p:spPr>
            <a:xfrm>
              <a:off x="2531638" y="4167188"/>
              <a:ext cx="11269" cy="0"/>
            </a:xfrm>
            <a:prstGeom prst="line">
              <a:avLst/>
            </a:prstGeom>
            <a:noFill/>
            <a:ln w="12383">
              <a:solidFill>
                <a:srgbClr val="9A4D8E"/>
              </a:solidFill>
              <a:prstDash val="solid"/>
            </a:ln>
          </p:spPr>
        </p:sp>
        <p:sp>
          <p:nvSpPr>
            <p:cNvPr id="615" name="panel1__line_614"/>
            <p:cNvSpPr/>
            <p:nvPr/>
          </p:nvSpPr>
          <p:spPr>
            <a:xfrm>
              <a:off x="2542907" y="4167188"/>
              <a:ext cx="11269" cy="0"/>
            </a:xfrm>
            <a:prstGeom prst="line">
              <a:avLst/>
            </a:prstGeom>
            <a:noFill/>
            <a:ln w="12383">
              <a:solidFill>
                <a:srgbClr val="9A4D8E"/>
              </a:solidFill>
              <a:prstDash val="solid"/>
            </a:ln>
          </p:spPr>
        </p:sp>
        <p:sp>
          <p:nvSpPr>
            <p:cNvPr id="616" name="panel1__line_615"/>
            <p:cNvSpPr/>
            <p:nvPr/>
          </p:nvSpPr>
          <p:spPr>
            <a:xfrm>
              <a:off x="2554176" y="4167188"/>
              <a:ext cx="11269" cy="0"/>
            </a:xfrm>
            <a:prstGeom prst="line">
              <a:avLst/>
            </a:prstGeom>
            <a:noFill/>
            <a:ln w="12383">
              <a:solidFill>
                <a:srgbClr val="9A4D8E"/>
              </a:solidFill>
              <a:prstDash val="solid"/>
            </a:ln>
          </p:spPr>
        </p:sp>
        <p:sp>
          <p:nvSpPr>
            <p:cNvPr id="617" name="panel1__line_616"/>
            <p:cNvSpPr/>
            <p:nvPr/>
          </p:nvSpPr>
          <p:spPr>
            <a:xfrm>
              <a:off x="2565445" y="4167188"/>
              <a:ext cx="11269" cy="0"/>
            </a:xfrm>
            <a:prstGeom prst="line">
              <a:avLst/>
            </a:prstGeom>
            <a:noFill/>
            <a:ln w="12383">
              <a:solidFill>
                <a:srgbClr val="9A4D8E"/>
              </a:solidFill>
              <a:prstDash val="solid"/>
            </a:ln>
          </p:spPr>
        </p:sp>
        <p:sp>
          <p:nvSpPr>
            <p:cNvPr id="618" name="panel1__line_617"/>
            <p:cNvSpPr/>
            <p:nvPr/>
          </p:nvSpPr>
          <p:spPr>
            <a:xfrm>
              <a:off x="2576714" y="4167188"/>
              <a:ext cx="11269" cy="0"/>
            </a:xfrm>
            <a:prstGeom prst="line">
              <a:avLst/>
            </a:prstGeom>
            <a:noFill/>
            <a:ln w="12383">
              <a:solidFill>
                <a:srgbClr val="9A4D8E"/>
              </a:solidFill>
              <a:prstDash val="solid"/>
            </a:ln>
          </p:spPr>
        </p:sp>
        <p:sp>
          <p:nvSpPr>
            <p:cNvPr id="619" name="panel1__line_618"/>
            <p:cNvSpPr/>
            <p:nvPr/>
          </p:nvSpPr>
          <p:spPr>
            <a:xfrm>
              <a:off x="2587983" y="4167188"/>
              <a:ext cx="11269" cy="0"/>
            </a:xfrm>
            <a:prstGeom prst="line">
              <a:avLst/>
            </a:prstGeom>
            <a:noFill/>
            <a:ln w="12383">
              <a:solidFill>
                <a:srgbClr val="9A4D8E"/>
              </a:solidFill>
              <a:prstDash val="solid"/>
            </a:ln>
          </p:spPr>
        </p:sp>
        <p:sp>
          <p:nvSpPr>
            <p:cNvPr id="620" name="panel1__line_619"/>
            <p:cNvSpPr/>
            <p:nvPr/>
          </p:nvSpPr>
          <p:spPr>
            <a:xfrm>
              <a:off x="2599252" y="4167188"/>
              <a:ext cx="11269" cy="0"/>
            </a:xfrm>
            <a:prstGeom prst="line">
              <a:avLst/>
            </a:prstGeom>
            <a:noFill/>
            <a:ln w="12383">
              <a:solidFill>
                <a:srgbClr val="9A4D8E"/>
              </a:solidFill>
              <a:prstDash val="solid"/>
            </a:ln>
          </p:spPr>
        </p:sp>
        <p:sp>
          <p:nvSpPr>
            <p:cNvPr id="621" name="panel1__line_620"/>
            <p:cNvSpPr/>
            <p:nvPr/>
          </p:nvSpPr>
          <p:spPr>
            <a:xfrm>
              <a:off x="2610521" y="4167188"/>
              <a:ext cx="11269" cy="0"/>
            </a:xfrm>
            <a:prstGeom prst="line">
              <a:avLst/>
            </a:prstGeom>
            <a:noFill/>
            <a:ln w="12383">
              <a:solidFill>
                <a:srgbClr val="9A4D8E"/>
              </a:solidFill>
              <a:prstDash val="solid"/>
            </a:ln>
          </p:spPr>
        </p:sp>
        <p:sp>
          <p:nvSpPr>
            <p:cNvPr id="622" name="panel1__line_621"/>
            <p:cNvSpPr/>
            <p:nvPr/>
          </p:nvSpPr>
          <p:spPr>
            <a:xfrm>
              <a:off x="2621790" y="4167188"/>
              <a:ext cx="11269" cy="0"/>
            </a:xfrm>
            <a:prstGeom prst="line">
              <a:avLst/>
            </a:prstGeom>
            <a:noFill/>
            <a:ln w="12383">
              <a:solidFill>
                <a:srgbClr val="9A4D8E"/>
              </a:solidFill>
              <a:prstDash val="solid"/>
            </a:ln>
          </p:spPr>
        </p:sp>
        <p:sp>
          <p:nvSpPr>
            <p:cNvPr id="623" name="panel1__line_622"/>
            <p:cNvSpPr/>
            <p:nvPr/>
          </p:nvSpPr>
          <p:spPr>
            <a:xfrm>
              <a:off x="2633059" y="4167188"/>
              <a:ext cx="11269" cy="0"/>
            </a:xfrm>
            <a:prstGeom prst="line">
              <a:avLst/>
            </a:prstGeom>
            <a:noFill/>
            <a:ln w="12383">
              <a:solidFill>
                <a:srgbClr val="9A4D8E"/>
              </a:solidFill>
              <a:prstDash val="solid"/>
            </a:ln>
          </p:spPr>
        </p:sp>
        <p:sp>
          <p:nvSpPr>
            <p:cNvPr id="624" name="panel1__line_623"/>
            <p:cNvSpPr/>
            <p:nvPr/>
          </p:nvSpPr>
          <p:spPr>
            <a:xfrm>
              <a:off x="2644328" y="4167188"/>
              <a:ext cx="11269" cy="0"/>
            </a:xfrm>
            <a:prstGeom prst="line">
              <a:avLst/>
            </a:prstGeom>
            <a:noFill/>
            <a:ln w="12383">
              <a:solidFill>
                <a:srgbClr val="9A4D8E"/>
              </a:solidFill>
              <a:prstDash val="solid"/>
            </a:ln>
          </p:spPr>
        </p:sp>
        <p:sp>
          <p:nvSpPr>
            <p:cNvPr id="625" name="panel1__line_624"/>
            <p:cNvSpPr/>
            <p:nvPr/>
          </p:nvSpPr>
          <p:spPr>
            <a:xfrm>
              <a:off x="2655597" y="4167188"/>
              <a:ext cx="11269" cy="0"/>
            </a:xfrm>
            <a:prstGeom prst="line">
              <a:avLst/>
            </a:prstGeom>
            <a:noFill/>
            <a:ln w="12383">
              <a:solidFill>
                <a:srgbClr val="9A4D8E"/>
              </a:solidFill>
              <a:prstDash val="solid"/>
            </a:ln>
          </p:spPr>
        </p:sp>
        <p:sp>
          <p:nvSpPr>
            <p:cNvPr id="626" name="panel1__line_625"/>
            <p:cNvSpPr/>
            <p:nvPr/>
          </p:nvSpPr>
          <p:spPr>
            <a:xfrm>
              <a:off x="2666866" y="4167188"/>
              <a:ext cx="11269" cy="0"/>
            </a:xfrm>
            <a:prstGeom prst="line">
              <a:avLst/>
            </a:prstGeom>
            <a:noFill/>
            <a:ln w="12383">
              <a:solidFill>
                <a:srgbClr val="9A4D8E"/>
              </a:solidFill>
              <a:prstDash val="solid"/>
            </a:ln>
          </p:spPr>
        </p:sp>
        <p:sp>
          <p:nvSpPr>
            <p:cNvPr id="627" name="panel1__line_626"/>
            <p:cNvSpPr/>
            <p:nvPr/>
          </p:nvSpPr>
          <p:spPr>
            <a:xfrm>
              <a:off x="2678135" y="4167188"/>
              <a:ext cx="11269" cy="0"/>
            </a:xfrm>
            <a:prstGeom prst="line">
              <a:avLst/>
            </a:prstGeom>
            <a:noFill/>
            <a:ln w="12383">
              <a:solidFill>
                <a:srgbClr val="9A4D8E"/>
              </a:solidFill>
              <a:prstDash val="solid"/>
            </a:ln>
          </p:spPr>
        </p:sp>
        <p:sp>
          <p:nvSpPr>
            <p:cNvPr id="628" name="panel1__line_627"/>
            <p:cNvSpPr/>
            <p:nvPr/>
          </p:nvSpPr>
          <p:spPr>
            <a:xfrm>
              <a:off x="2689404" y="4167188"/>
              <a:ext cx="11269" cy="0"/>
            </a:xfrm>
            <a:prstGeom prst="line">
              <a:avLst/>
            </a:prstGeom>
            <a:noFill/>
            <a:ln w="12383">
              <a:solidFill>
                <a:srgbClr val="9A4D8E"/>
              </a:solidFill>
              <a:prstDash val="solid"/>
            </a:ln>
          </p:spPr>
        </p:sp>
        <p:sp>
          <p:nvSpPr>
            <p:cNvPr id="629" name="panel1__line_628"/>
            <p:cNvSpPr/>
            <p:nvPr/>
          </p:nvSpPr>
          <p:spPr>
            <a:xfrm>
              <a:off x="2700673" y="4167188"/>
              <a:ext cx="11269" cy="0"/>
            </a:xfrm>
            <a:prstGeom prst="line">
              <a:avLst/>
            </a:prstGeom>
            <a:noFill/>
            <a:ln w="12383">
              <a:solidFill>
                <a:srgbClr val="9A4D8E"/>
              </a:solidFill>
              <a:prstDash val="solid"/>
            </a:ln>
          </p:spPr>
        </p:sp>
        <p:sp>
          <p:nvSpPr>
            <p:cNvPr id="630" name="panel1__line_629"/>
            <p:cNvSpPr/>
            <p:nvPr/>
          </p:nvSpPr>
          <p:spPr>
            <a:xfrm>
              <a:off x="2711942" y="4167188"/>
              <a:ext cx="11269" cy="0"/>
            </a:xfrm>
            <a:prstGeom prst="line">
              <a:avLst/>
            </a:prstGeom>
            <a:noFill/>
            <a:ln w="12383">
              <a:solidFill>
                <a:srgbClr val="9A4D8E"/>
              </a:solidFill>
              <a:prstDash val="solid"/>
            </a:ln>
          </p:spPr>
        </p:sp>
        <p:sp>
          <p:nvSpPr>
            <p:cNvPr id="631" name="panel1__line_630"/>
            <p:cNvSpPr/>
            <p:nvPr/>
          </p:nvSpPr>
          <p:spPr>
            <a:xfrm>
              <a:off x="2723211" y="4167188"/>
              <a:ext cx="11269" cy="0"/>
            </a:xfrm>
            <a:prstGeom prst="line">
              <a:avLst/>
            </a:prstGeom>
            <a:noFill/>
            <a:ln w="12383">
              <a:solidFill>
                <a:srgbClr val="9A4D8E"/>
              </a:solidFill>
              <a:prstDash val="solid"/>
            </a:ln>
          </p:spPr>
        </p:sp>
        <p:sp>
          <p:nvSpPr>
            <p:cNvPr id="632" name="panel1__line_631"/>
            <p:cNvSpPr/>
            <p:nvPr/>
          </p:nvSpPr>
          <p:spPr>
            <a:xfrm>
              <a:off x="2734480" y="4167188"/>
              <a:ext cx="11269" cy="0"/>
            </a:xfrm>
            <a:prstGeom prst="line">
              <a:avLst/>
            </a:prstGeom>
            <a:noFill/>
            <a:ln w="12383">
              <a:solidFill>
                <a:srgbClr val="9A4D8E"/>
              </a:solidFill>
              <a:prstDash val="solid"/>
            </a:ln>
          </p:spPr>
        </p:sp>
        <p:sp>
          <p:nvSpPr>
            <p:cNvPr id="633" name="panel1__line_632"/>
            <p:cNvSpPr/>
            <p:nvPr/>
          </p:nvSpPr>
          <p:spPr>
            <a:xfrm>
              <a:off x="2745749" y="4167188"/>
              <a:ext cx="11269" cy="0"/>
            </a:xfrm>
            <a:prstGeom prst="line">
              <a:avLst/>
            </a:prstGeom>
            <a:noFill/>
            <a:ln w="12383">
              <a:solidFill>
                <a:srgbClr val="9A4D8E"/>
              </a:solidFill>
              <a:prstDash val="solid"/>
            </a:ln>
          </p:spPr>
        </p:sp>
        <p:sp>
          <p:nvSpPr>
            <p:cNvPr id="634" name="panel1__line_633"/>
            <p:cNvSpPr/>
            <p:nvPr/>
          </p:nvSpPr>
          <p:spPr>
            <a:xfrm>
              <a:off x="2757018" y="4167188"/>
              <a:ext cx="11269" cy="0"/>
            </a:xfrm>
            <a:prstGeom prst="line">
              <a:avLst/>
            </a:prstGeom>
            <a:noFill/>
            <a:ln w="12383">
              <a:solidFill>
                <a:srgbClr val="9A4D8E"/>
              </a:solidFill>
              <a:prstDash val="solid"/>
            </a:ln>
          </p:spPr>
        </p:sp>
        <p:sp>
          <p:nvSpPr>
            <p:cNvPr id="635" name="panel1__line_634"/>
            <p:cNvSpPr/>
            <p:nvPr/>
          </p:nvSpPr>
          <p:spPr>
            <a:xfrm>
              <a:off x="2768287" y="4167188"/>
              <a:ext cx="11269" cy="0"/>
            </a:xfrm>
            <a:prstGeom prst="line">
              <a:avLst/>
            </a:prstGeom>
            <a:noFill/>
            <a:ln w="12383">
              <a:solidFill>
                <a:srgbClr val="9A4D8E"/>
              </a:solidFill>
              <a:prstDash val="solid"/>
            </a:ln>
          </p:spPr>
        </p:sp>
        <p:sp>
          <p:nvSpPr>
            <p:cNvPr id="636" name="panel1__line_635"/>
            <p:cNvSpPr/>
            <p:nvPr/>
          </p:nvSpPr>
          <p:spPr>
            <a:xfrm>
              <a:off x="2779556" y="4167188"/>
              <a:ext cx="11269" cy="0"/>
            </a:xfrm>
            <a:prstGeom prst="line">
              <a:avLst/>
            </a:prstGeom>
            <a:noFill/>
            <a:ln w="12383">
              <a:solidFill>
                <a:srgbClr val="9A4D8E"/>
              </a:solidFill>
              <a:prstDash val="solid"/>
            </a:ln>
          </p:spPr>
        </p:sp>
        <p:sp>
          <p:nvSpPr>
            <p:cNvPr id="637" name="panel1__rect_636"/>
            <p:cNvSpPr/>
            <p:nvPr/>
          </p:nvSpPr>
          <p:spPr>
            <a:xfrm>
              <a:off x="2924175" y="4057650"/>
              <a:ext cx="876300" cy="219075"/>
            </a:xfrm>
            <a:prstGeom prst="rect">
              <a:avLst>
                <a:gd name="adj" fmla="val 41739"/>
              </a:avLst>
            </a:prstGeom>
            <a:solidFill>
              <a:srgbClr val="F8FAFB"/>
            </a:solidFill>
            <a:ln w="6191">
              <a:solidFill>
                <a:srgbClr val="D3DADF"/>
              </a:solidFill>
              <a:prstDash val="solid"/>
            </a:ln>
          </p:spPr>
        </p:sp>
        <p:sp>
          <p:nvSpPr>
            <p:cNvPr id="638" name="panel1__line_637"/>
            <p:cNvSpPr/>
            <p:nvPr/>
          </p:nvSpPr>
          <p:spPr>
            <a:xfrm>
              <a:off x="2962275" y="4140580"/>
              <a:ext cx="11269" cy="5626"/>
            </a:xfrm>
            <a:prstGeom prst="line">
              <a:avLst/>
            </a:prstGeom>
            <a:noFill/>
            <a:ln w="12383">
              <a:solidFill>
                <a:srgbClr val="C88931"/>
              </a:solidFill>
              <a:prstDash val="solid"/>
            </a:ln>
          </p:spPr>
        </p:sp>
        <p:sp>
          <p:nvSpPr>
            <p:cNvPr id="639" name="panel1__line_638"/>
            <p:cNvSpPr/>
            <p:nvPr/>
          </p:nvSpPr>
          <p:spPr>
            <a:xfrm>
              <a:off x="2973544" y="4146207"/>
              <a:ext cx="11269" cy="25544"/>
            </a:xfrm>
            <a:prstGeom prst="line">
              <a:avLst/>
            </a:prstGeom>
            <a:noFill/>
            <a:ln w="12383">
              <a:solidFill>
                <a:srgbClr val="C88931"/>
              </a:solidFill>
              <a:prstDash val="solid"/>
            </a:ln>
          </p:spPr>
        </p:sp>
        <p:sp>
          <p:nvSpPr>
            <p:cNvPr id="640" name="panel1__line_639"/>
            <p:cNvSpPr/>
            <p:nvPr/>
          </p:nvSpPr>
          <p:spPr>
            <a:xfrm>
              <a:off x="2984813" y="4171751"/>
              <a:ext cx="11269" cy="21212"/>
            </a:xfrm>
            <a:prstGeom prst="line">
              <a:avLst/>
            </a:prstGeom>
            <a:noFill/>
            <a:ln w="12383">
              <a:solidFill>
                <a:srgbClr val="C88931"/>
              </a:solidFill>
              <a:prstDash val="solid"/>
            </a:ln>
          </p:spPr>
        </p:sp>
        <p:sp>
          <p:nvSpPr>
            <p:cNvPr id="641" name="panel1__line_640"/>
            <p:cNvSpPr/>
            <p:nvPr/>
          </p:nvSpPr>
          <p:spPr>
            <a:xfrm flipV="1">
              <a:off x="2996082" y="4189705"/>
              <a:ext cx="11269" cy="3258"/>
            </a:xfrm>
            <a:prstGeom prst="line">
              <a:avLst/>
            </a:prstGeom>
            <a:noFill/>
            <a:ln w="12383">
              <a:solidFill>
                <a:srgbClr val="C88931"/>
              </a:solidFill>
              <a:prstDash val="solid"/>
            </a:ln>
          </p:spPr>
        </p:sp>
        <p:sp>
          <p:nvSpPr>
            <p:cNvPr id="642" name="panel1__line_641"/>
            <p:cNvSpPr/>
            <p:nvPr/>
          </p:nvSpPr>
          <p:spPr>
            <a:xfrm flipV="1">
              <a:off x="3007351" y="4165070"/>
              <a:ext cx="11269" cy="24635"/>
            </a:xfrm>
            <a:prstGeom prst="line">
              <a:avLst/>
            </a:prstGeom>
            <a:noFill/>
            <a:ln w="12383">
              <a:solidFill>
                <a:srgbClr val="C88931"/>
              </a:solidFill>
              <a:prstDash val="solid"/>
            </a:ln>
          </p:spPr>
        </p:sp>
        <p:sp>
          <p:nvSpPr>
            <p:cNvPr id="643" name="panel1__line_642"/>
            <p:cNvSpPr/>
            <p:nvPr/>
          </p:nvSpPr>
          <p:spPr>
            <a:xfrm flipV="1">
              <a:off x="3018620" y="4142445"/>
              <a:ext cx="11269" cy="22625"/>
            </a:xfrm>
            <a:prstGeom prst="line">
              <a:avLst/>
            </a:prstGeom>
            <a:noFill/>
            <a:ln w="12383">
              <a:solidFill>
                <a:srgbClr val="C88931"/>
              </a:solidFill>
              <a:prstDash val="solid"/>
            </a:ln>
          </p:spPr>
        </p:sp>
        <p:sp>
          <p:nvSpPr>
            <p:cNvPr id="644" name="panel1__line_643"/>
            <p:cNvSpPr/>
            <p:nvPr/>
          </p:nvSpPr>
          <p:spPr>
            <a:xfrm>
              <a:off x="3029889" y="4142445"/>
              <a:ext cx="11269" cy="864"/>
            </a:xfrm>
            <a:prstGeom prst="line">
              <a:avLst/>
            </a:prstGeom>
            <a:noFill/>
            <a:ln w="12383">
              <a:solidFill>
                <a:srgbClr val="C88931"/>
              </a:solidFill>
              <a:prstDash val="solid"/>
            </a:ln>
          </p:spPr>
        </p:sp>
        <p:sp>
          <p:nvSpPr>
            <p:cNvPr id="645" name="panel1__line_644"/>
            <p:cNvSpPr/>
            <p:nvPr/>
          </p:nvSpPr>
          <p:spPr>
            <a:xfrm>
              <a:off x="3041158" y="4143310"/>
              <a:ext cx="11269" cy="23533"/>
            </a:xfrm>
            <a:prstGeom prst="line">
              <a:avLst/>
            </a:prstGeom>
            <a:noFill/>
            <a:ln w="12383">
              <a:solidFill>
                <a:srgbClr val="C88931"/>
              </a:solidFill>
              <a:prstDash val="solid"/>
            </a:ln>
          </p:spPr>
        </p:sp>
        <p:sp>
          <p:nvSpPr>
            <p:cNvPr id="646" name="panel1__line_645"/>
            <p:cNvSpPr/>
            <p:nvPr/>
          </p:nvSpPr>
          <p:spPr>
            <a:xfrm>
              <a:off x="3052427" y="4166842"/>
              <a:ext cx="11269" cy="23861"/>
            </a:xfrm>
            <a:prstGeom prst="line">
              <a:avLst/>
            </a:prstGeom>
            <a:noFill/>
            <a:ln w="12383">
              <a:solidFill>
                <a:srgbClr val="C88931"/>
              </a:solidFill>
              <a:prstDash val="solid"/>
            </a:ln>
          </p:spPr>
        </p:sp>
        <p:sp>
          <p:nvSpPr>
            <p:cNvPr id="647" name="panel1__line_646"/>
            <p:cNvSpPr/>
            <p:nvPr/>
          </p:nvSpPr>
          <p:spPr>
            <a:xfrm>
              <a:off x="3063696" y="4190703"/>
              <a:ext cx="11269" cy="1536"/>
            </a:xfrm>
            <a:prstGeom prst="line">
              <a:avLst/>
            </a:prstGeom>
            <a:noFill/>
            <a:ln w="12383">
              <a:solidFill>
                <a:srgbClr val="C88931"/>
              </a:solidFill>
              <a:prstDash val="solid"/>
            </a:ln>
          </p:spPr>
        </p:sp>
        <p:sp>
          <p:nvSpPr>
            <p:cNvPr id="648" name="panel1__line_647"/>
            <p:cNvSpPr/>
            <p:nvPr/>
          </p:nvSpPr>
          <p:spPr>
            <a:xfrm flipV="1">
              <a:off x="3074965" y="4169992"/>
              <a:ext cx="11269" cy="22247"/>
            </a:xfrm>
            <a:prstGeom prst="line">
              <a:avLst/>
            </a:prstGeom>
            <a:noFill/>
            <a:ln w="12383">
              <a:solidFill>
                <a:srgbClr val="C88931"/>
              </a:solidFill>
              <a:prstDash val="solid"/>
            </a:ln>
          </p:spPr>
        </p:sp>
        <p:sp>
          <p:nvSpPr>
            <p:cNvPr id="649" name="panel1__line_648"/>
            <p:cNvSpPr/>
            <p:nvPr/>
          </p:nvSpPr>
          <p:spPr>
            <a:xfrm flipV="1">
              <a:off x="3086234" y="4145083"/>
              <a:ext cx="11269" cy="24910"/>
            </a:xfrm>
            <a:prstGeom prst="line">
              <a:avLst/>
            </a:prstGeom>
            <a:noFill/>
            <a:ln w="12383">
              <a:solidFill>
                <a:srgbClr val="C88931"/>
              </a:solidFill>
              <a:prstDash val="solid"/>
            </a:ln>
          </p:spPr>
        </p:sp>
        <p:sp>
          <p:nvSpPr>
            <p:cNvPr id="650" name="panel1__line_649"/>
            <p:cNvSpPr/>
            <p:nvPr/>
          </p:nvSpPr>
          <p:spPr>
            <a:xfrm flipV="1">
              <a:off x="3097503" y="4141158"/>
              <a:ext cx="11269" cy="3925"/>
            </a:xfrm>
            <a:prstGeom prst="line">
              <a:avLst/>
            </a:prstGeom>
            <a:noFill/>
            <a:ln w="12383">
              <a:solidFill>
                <a:srgbClr val="C88931"/>
              </a:solidFill>
              <a:prstDash val="solid"/>
            </a:ln>
          </p:spPr>
        </p:sp>
        <p:sp>
          <p:nvSpPr>
            <p:cNvPr id="651" name="panel1__line_650"/>
            <p:cNvSpPr/>
            <p:nvPr/>
          </p:nvSpPr>
          <p:spPr>
            <a:xfrm>
              <a:off x="3108772" y="4141158"/>
              <a:ext cx="11269" cy="20786"/>
            </a:xfrm>
            <a:prstGeom prst="line">
              <a:avLst/>
            </a:prstGeom>
            <a:noFill/>
            <a:ln w="12383">
              <a:solidFill>
                <a:srgbClr val="C88931"/>
              </a:solidFill>
              <a:prstDash val="solid"/>
            </a:ln>
          </p:spPr>
        </p:sp>
        <p:sp>
          <p:nvSpPr>
            <p:cNvPr id="652" name="panel1__line_651"/>
            <p:cNvSpPr/>
            <p:nvPr/>
          </p:nvSpPr>
          <p:spPr>
            <a:xfrm>
              <a:off x="3120041" y="4161945"/>
              <a:ext cx="11269" cy="25764"/>
            </a:xfrm>
            <a:prstGeom prst="line">
              <a:avLst/>
            </a:prstGeom>
            <a:noFill/>
            <a:ln w="12383">
              <a:solidFill>
                <a:srgbClr val="C88931"/>
              </a:solidFill>
              <a:prstDash val="solid"/>
            </a:ln>
          </p:spPr>
        </p:sp>
        <p:sp>
          <p:nvSpPr>
            <p:cNvPr id="653" name="panel1__line_652"/>
            <p:cNvSpPr/>
            <p:nvPr/>
          </p:nvSpPr>
          <p:spPr>
            <a:xfrm>
              <a:off x="3131310" y="4187708"/>
              <a:ext cx="11269" cy="6282"/>
            </a:xfrm>
            <a:prstGeom prst="line">
              <a:avLst/>
            </a:prstGeom>
            <a:noFill/>
            <a:ln w="12383">
              <a:solidFill>
                <a:srgbClr val="C88931"/>
              </a:solidFill>
              <a:prstDash val="solid"/>
            </a:ln>
          </p:spPr>
        </p:sp>
        <p:sp>
          <p:nvSpPr>
            <p:cNvPr id="654" name="panel1__line_653"/>
            <p:cNvSpPr/>
            <p:nvPr/>
          </p:nvSpPr>
          <p:spPr>
            <a:xfrm flipV="1">
              <a:off x="3142579" y="4174827"/>
              <a:ext cx="11269" cy="19163"/>
            </a:xfrm>
            <a:prstGeom prst="line">
              <a:avLst/>
            </a:prstGeom>
            <a:noFill/>
            <a:ln w="12383">
              <a:solidFill>
                <a:srgbClr val="C88931"/>
              </a:solidFill>
              <a:prstDash val="solid"/>
            </a:ln>
          </p:spPr>
        </p:sp>
        <p:sp>
          <p:nvSpPr>
            <p:cNvPr id="655" name="panel1__line_654"/>
            <p:cNvSpPr/>
            <p:nvPr/>
          </p:nvSpPr>
          <p:spPr>
            <a:xfrm flipV="1">
              <a:off x="3153848" y="4148411"/>
              <a:ext cx="11269" cy="26416"/>
            </a:xfrm>
            <a:prstGeom prst="line">
              <a:avLst/>
            </a:prstGeom>
            <a:noFill/>
            <a:ln w="12383">
              <a:solidFill>
                <a:srgbClr val="C88931"/>
              </a:solidFill>
              <a:prstDash val="solid"/>
            </a:ln>
          </p:spPr>
        </p:sp>
        <p:sp>
          <p:nvSpPr>
            <p:cNvPr id="656" name="panel1__line_655"/>
            <p:cNvSpPr/>
            <p:nvPr/>
          </p:nvSpPr>
          <p:spPr>
            <a:xfrm flipV="1">
              <a:off x="3165117" y="4139821"/>
              <a:ext cx="11269" cy="8591"/>
            </a:xfrm>
            <a:prstGeom prst="line">
              <a:avLst/>
            </a:prstGeom>
            <a:noFill/>
            <a:ln w="12383">
              <a:solidFill>
                <a:srgbClr val="C88931"/>
              </a:solidFill>
              <a:prstDash val="solid"/>
            </a:ln>
          </p:spPr>
        </p:sp>
        <p:sp>
          <p:nvSpPr>
            <p:cNvPr id="657" name="panel1__line_656"/>
            <p:cNvSpPr/>
            <p:nvPr/>
          </p:nvSpPr>
          <p:spPr>
            <a:xfrm>
              <a:off x="3176386" y="4139821"/>
              <a:ext cx="11269" cy="17390"/>
            </a:xfrm>
            <a:prstGeom prst="line">
              <a:avLst/>
            </a:prstGeom>
            <a:noFill/>
            <a:ln w="12383">
              <a:solidFill>
                <a:srgbClr val="C88931"/>
              </a:solidFill>
              <a:prstDash val="solid"/>
            </a:ln>
          </p:spPr>
        </p:sp>
        <p:sp>
          <p:nvSpPr>
            <p:cNvPr id="658" name="panel1__line_657"/>
            <p:cNvSpPr/>
            <p:nvPr/>
          </p:nvSpPr>
          <p:spPr>
            <a:xfrm>
              <a:off x="3187655" y="4157210"/>
              <a:ext cx="11269" cy="26862"/>
            </a:xfrm>
            <a:prstGeom prst="line">
              <a:avLst/>
            </a:prstGeom>
            <a:noFill/>
            <a:ln w="12383">
              <a:solidFill>
                <a:srgbClr val="C88931"/>
              </a:solidFill>
              <a:prstDash val="solid"/>
            </a:ln>
          </p:spPr>
        </p:sp>
        <p:sp>
          <p:nvSpPr>
            <p:cNvPr id="659" name="panel1__line_658"/>
            <p:cNvSpPr/>
            <p:nvPr/>
          </p:nvSpPr>
          <p:spPr>
            <a:xfrm>
              <a:off x="3198924" y="4184072"/>
              <a:ext cx="11269" cy="10832"/>
            </a:xfrm>
            <a:prstGeom prst="line">
              <a:avLst/>
            </a:prstGeom>
            <a:noFill/>
            <a:ln w="12383">
              <a:solidFill>
                <a:srgbClr val="C88931"/>
              </a:solidFill>
              <a:prstDash val="solid"/>
            </a:ln>
          </p:spPr>
        </p:sp>
        <p:sp>
          <p:nvSpPr>
            <p:cNvPr id="660" name="panel1__line_659"/>
            <p:cNvSpPr/>
            <p:nvPr/>
          </p:nvSpPr>
          <p:spPr>
            <a:xfrm flipV="1">
              <a:off x="3210193" y="4179424"/>
              <a:ext cx="11269" cy="15481"/>
            </a:xfrm>
            <a:prstGeom prst="line">
              <a:avLst/>
            </a:prstGeom>
            <a:noFill/>
            <a:ln w="12383">
              <a:solidFill>
                <a:srgbClr val="C88931"/>
              </a:solidFill>
              <a:prstDash val="solid"/>
            </a:ln>
          </p:spPr>
        </p:sp>
        <p:sp>
          <p:nvSpPr>
            <p:cNvPr id="661" name="panel1__line_660"/>
            <p:cNvSpPr/>
            <p:nvPr/>
          </p:nvSpPr>
          <p:spPr>
            <a:xfrm flipV="1">
              <a:off x="3221462" y="4152327"/>
              <a:ext cx="11269" cy="27097"/>
            </a:xfrm>
            <a:prstGeom prst="line">
              <a:avLst/>
            </a:prstGeom>
            <a:noFill/>
            <a:ln w="12383">
              <a:solidFill>
                <a:srgbClr val="C88931"/>
              </a:solidFill>
              <a:prstDash val="solid"/>
            </a:ln>
          </p:spPr>
        </p:sp>
        <p:sp>
          <p:nvSpPr>
            <p:cNvPr id="662" name="panel1__line_661"/>
            <p:cNvSpPr/>
            <p:nvPr/>
          </p:nvSpPr>
          <p:spPr>
            <a:xfrm flipV="1">
              <a:off x="3232731" y="4139338"/>
              <a:ext cx="11269" cy="12989"/>
            </a:xfrm>
            <a:prstGeom prst="line">
              <a:avLst/>
            </a:prstGeom>
            <a:noFill/>
            <a:ln w="12383">
              <a:solidFill>
                <a:srgbClr val="C88931"/>
              </a:solidFill>
              <a:prstDash val="solid"/>
            </a:ln>
          </p:spPr>
        </p:sp>
        <p:sp>
          <p:nvSpPr>
            <p:cNvPr id="663" name="panel1__line_662"/>
            <p:cNvSpPr/>
            <p:nvPr/>
          </p:nvSpPr>
          <p:spPr>
            <a:xfrm>
              <a:off x="3244000" y="4139338"/>
              <a:ext cx="11269" cy="13450"/>
            </a:xfrm>
            <a:prstGeom prst="line">
              <a:avLst/>
            </a:prstGeom>
            <a:noFill/>
            <a:ln w="12383">
              <a:solidFill>
                <a:srgbClr val="C88931"/>
              </a:solidFill>
              <a:prstDash val="solid"/>
            </a:ln>
          </p:spPr>
        </p:sp>
        <p:sp>
          <p:nvSpPr>
            <p:cNvPr id="664" name="panel1__line_663"/>
            <p:cNvSpPr/>
            <p:nvPr/>
          </p:nvSpPr>
          <p:spPr>
            <a:xfrm>
              <a:off x="3255269" y="4152788"/>
              <a:ext cx="11269" cy="27120"/>
            </a:xfrm>
            <a:prstGeom prst="line">
              <a:avLst/>
            </a:prstGeom>
            <a:noFill/>
            <a:ln w="12383">
              <a:solidFill>
                <a:srgbClr val="C88931"/>
              </a:solidFill>
              <a:prstDash val="solid"/>
            </a:ln>
          </p:spPr>
        </p:sp>
        <p:sp>
          <p:nvSpPr>
            <p:cNvPr id="665" name="panel1__line_664"/>
            <p:cNvSpPr/>
            <p:nvPr/>
          </p:nvSpPr>
          <p:spPr>
            <a:xfrm>
              <a:off x="3266538" y="4179908"/>
              <a:ext cx="11269" cy="15044"/>
            </a:xfrm>
            <a:prstGeom prst="line">
              <a:avLst/>
            </a:prstGeom>
            <a:noFill/>
            <a:ln w="12383">
              <a:solidFill>
                <a:srgbClr val="C88931"/>
              </a:solidFill>
              <a:prstDash val="solid"/>
            </a:ln>
          </p:spPr>
        </p:sp>
        <p:sp>
          <p:nvSpPr>
            <p:cNvPr id="666" name="panel1__line_665"/>
            <p:cNvSpPr/>
            <p:nvPr/>
          </p:nvSpPr>
          <p:spPr>
            <a:xfrm flipV="1">
              <a:off x="3277807" y="4183638"/>
              <a:ext cx="11269" cy="11315"/>
            </a:xfrm>
            <a:prstGeom prst="line">
              <a:avLst/>
            </a:prstGeom>
            <a:noFill/>
            <a:ln w="12383">
              <a:solidFill>
                <a:srgbClr val="C88931"/>
              </a:solidFill>
              <a:prstDash val="solid"/>
            </a:ln>
          </p:spPr>
        </p:sp>
        <p:sp>
          <p:nvSpPr>
            <p:cNvPr id="667" name="panel1__line_666"/>
            <p:cNvSpPr/>
            <p:nvPr/>
          </p:nvSpPr>
          <p:spPr>
            <a:xfrm flipV="1">
              <a:off x="3289076" y="4156706"/>
              <a:ext cx="11269" cy="26932"/>
            </a:xfrm>
            <a:prstGeom prst="line">
              <a:avLst/>
            </a:prstGeom>
            <a:noFill/>
            <a:ln w="12383">
              <a:solidFill>
                <a:srgbClr val="C88931"/>
              </a:solidFill>
              <a:prstDash val="solid"/>
            </a:ln>
          </p:spPr>
        </p:sp>
        <p:sp>
          <p:nvSpPr>
            <p:cNvPr id="668" name="panel1__line_667"/>
            <p:cNvSpPr/>
            <p:nvPr/>
          </p:nvSpPr>
          <p:spPr>
            <a:xfrm flipV="1">
              <a:off x="3300345" y="4139725"/>
              <a:ext cx="11269" cy="16981"/>
            </a:xfrm>
            <a:prstGeom prst="line">
              <a:avLst/>
            </a:prstGeom>
            <a:noFill/>
            <a:ln w="12383">
              <a:solidFill>
                <a:srgbClr val="C88931"/>
              </a:solidFill>
              <a:prstDash val="solid"/>
            </a:ln>
          </p:spPr>
        </p:sp>
        <p:sp>
          <p:nvSpPr>
            <p:cNvPr id="669" name="panel1__line_668"/>
            <p:cNvSpPr/>
            <p:nvPr/>
          </p:nvSpPr>
          <p:spPr>
            <a:xfrm>
              <a:off x="3311614" y="4139725"/>
              <a:ext cx="11269" cy="9090"/>
            </a:xfrm>
            <a:prstGeom prst="line">
              <a:avLst/>
            </a:prstGeom>
            <a:noFill/>
            <a:ln w="12383">
              <a:solidFill>
                <a:srgbClr val="C88931"/>
              </a:solidFill>
              <a:prstDash val="solid"/>
            </a:ln>
          </p:spPr>
        </p:sp>
        <p:sp>
          <p:nvSpPr>
            <p:cNvPr id="670" name="panel1__line_669"/>
            <p:cNvSpPr/>
            <p:nvPr/>
          </p:nvSpPr>
          <p:spPr>
            <a:xfrm>
              <a:off x="3322883" y="4148816"/>
              <a:ext cx="11269" cy="26532"/>
            </a:xfrm>
            <a:prstGeom prst="line">
              <a:avLst/>
            </a:prstGeom>
            <a:noFill/>
            <a:ln w="12383">
              <a:solidFill>
                <a:srgbClr val="C88931"/>
              </a:solidFill>
              <a:prstDash val="solid"/>
            </a:ln>
          </p:spPr>
        </p:sp>
        <p:sp>
          <p:nvSpPr>
            <p:cNvPr id="671" name="panel1__line_670"/>
            <p:cNvSpPr/>
            <p:nvPr/>
          </p:nvSpPr>
          <p:spPr>
            <a:xfrm>
              <a:off x="3334152" y="4175347"/>
              <a:ext cx="11269" cy="18785"/>
            </a:xfrm>
            <a:prstGeom prst="line">
              <a:avLst/>
            </a:prstGeom>
            <a:noFill/>
            <a:ln w="12383">
              <a:solidFill>
                <a:srgbClr val="C88931"/>
              </a:solidFill>
              <a:prstDash val="solid"/>
            </a:ln>
          </p:spPr>
        </p:sp>
        <p:sp>
          <p:nvSpPr>
            <p:cNvPr id="672" name="panel1__line_671"/>
            <p:cNvSpPr/>
            <p:nvPr/>
          </p:nvSpPr>
          <p:spPr>
            <a:xfrm flipV="1">
              <a:off x="3345421" y="4187338"/>
              <a:ext cx="11269" cy="6795"/>
            </a:xfrm>
            <a:prstGeom prst="line">
              <a:avLst/>
            </a:prstGeom>
            <a:noFill/>
            <a:ln w="12383">
              <a:solidFill>
                <a:srgbClr val="C88931"/>
              </a:solidFill>
              <a:prstDash val="solid"/>
            </a:ln>
          </p:spPr>
        </p:sp>
        <p:sp>
          <p:nvSpPr>
            <p:cNvPr id="673" name="panel1__line_672"/>
            <p:cNvSpPr/>
            <p:nvPr/>
          </p:nvSpPr>
          <p:spPr>
            <a:xfrm flipV="1">
              <a:off x="3356690" y="4161413"/>
              <a:ext cx="11269" cy="25925"/>
            </a:xfrm>
            <a:prstGeom prst="line">
              <a:avLst/>
            </a:prstGeom>
            <a:noFill/>
            <a:ln w="12383">
              <a:solidFill>
                <a:srgbClr val="C88931"/>
              </a:solidFill>
              <a:prstDash val="solid"/>
            </a:ln>
          </p:spPr>
        </p:sp>
        <p:sp>
          <p:nvSpPr>
            <p:cNvPr id="674" name="panel1__line_673"/>
            <p:cNvSpPr/>
            <p:nvPr/>
          </p:nvSpPr>
          <p:spPr>
            <a:xfrm flipV="1">
              <a:off x="3367960" y="4140970"/>
              <a:ext cx="11269" cy="20443"/>
            </a:xfrm>
            <a:prstGeom prst="line">
              <a:avLst/>
            </a:prstGeom>
            <a:noFill/>
            <a:ln w="12383">
              <a:solidFill>
                <a:srgbClr val="C88931"/>
              </a:solidFill>
              <a:prstDash val="solid"/>
            </a:ln>
          </p:spPr>
        </p:sp>
        <p:sp>
          <p:nvSpPr>
            <p:cNvPr id="675" name="panel1__line_674"/>
            <p:cNvSpPr/>
            <p:nvPr/>
          </p:nvSpPr>
          <p:spPr>
            <a:xfrm>
              <a:off x="3379229" y="4140970"/>
              <a:ext cx="11269" cy="4447"/>
            </a:xfrm>
            <a:prstGeom prst="line">
              <a:avLst/>
            </a:prstGeom>
            <a:noFill/>
            <a:ln w="12383">
              <a:solidFill>
                <a:srgbClr val="C88931"/>
              </a:solidFill>
              <a:prstDash val="solid"/>
            </a:ln>
          </p:spPr>
        </p:sp>
        <p:sp>
          <p:nvSpPr>
            <p:cNvPr id="676" name="panel1__line_675"/>
            <p:cNvSpPr/>
            <p:nvPr/>
          </p:nvSpPr>
          <p:spPr>
            <a:xfrm>
              <a:off x="3390498" y="4145417"/>
              <a:ext cx="11269" cy="25114"/>
            </a:xfrm>
            <a:prstGeom prst="line">
              <a:avLst/>
            </a:prstGeom>
            <a:noFill/>
            <a:ln w="12383">
              <a:solidFill>
                <a:srgbClr val="C88931"/>
              </a:solidFill>
              <a:prstDash val="solid"/>
            </a:ln>
          </p:spPr>
        </p:sp>
        <p:sp>
          <p:nvSpPr>
            <p:cNvPr id="677" name="panel1__line_676"/>
            <p:cNvSpPr/>
            <p:nvPr/>
          </p:nvSpPr>
          <p:spPr>
            <a:xfrm>
              <a:off x="3401767" y="4170531"/>
              <a:ext cx="11269" cy="21940"/>
            </a:xfrm>
            <a:prstGeom prst="line">
              <a:avLst/>
            </a:prstGeom>
            <a:noFill/>
            <a:ln w="12383">
              <a:solidFill>
                <a:srgbClr val="C88931"/>
              </a:solidFill>
              <a:prstDash val="solid"/>
            </a:ln>
          </p:spPr>
        </p:sp>
        <p:sp>
          <p:nvSpPr>
            <p:cNvPr id="678" name="panel1__line_677"/>
            <p:cNvSpPr/>
            <p:nvPr/>
          </p:nvSpPr>
          <p:spPr>
            <a:xfrm flipV="1">
              <a:off x="3413036" y="4190408"/>
              <a:ext cx="11269" cy="2063"/>
            </a:xfrm>
            <a:prstGeom prst="line">
              <a:avLst/>
            </a:prstGeom>
            <a:noFill/>
            <a:ln w="12383">
              <a:solidFill>
                <a:srgbClr val="C88931"/>
              </a:solidFill>
              <a:prstDash val="solid"/>
            </a:ln>
          </p:spPr>
        </p:sp>
        <p:sp>
          <p:nvSpPr>
            <p:cNvPr id="679" name="panel1__line_678"/>
            <p:cNvSpPr/>
            <p:nvPr/>
          </p:nvSpPr>
          <p:spPr>
            <a:xfrm flipV="1">
              <a:off x="3424305" y="4166300"/>
              <a:ext cx="11269" cy="24108"/>
            </a:xfrm>
            <a:prstGeom prst="line">
              <a:avLst/>
            </a:prstGeom>
            <a:noFill/>
            <a:ln w="12383">
              <a:solidFill>
                <a:srgbClr val="C88931"/>
              </a:solidFill>
              <a:prstDash val="solid"/>
            </a:ln>
          </p:spPr>
        </p:sp>
        <p:sp>
          <p:nvSpPr>
            <p:cNvPr id="680" name="panel1__line_679"/>
            <p:cNvSpPr/>
            <p:nvPr/>
          </p:nvSpPr>
          <p:spPr>
            <a:xfrm flipV="1">
              <a:off x="3435574" y="4143035"/>
              <a:ext cx="11269" cy="23265"/>
            </a:xfrm>
            <a:prstGeom prst="line">
              <a:avLst/>
            </a:prstGeom>
            <a:noFill/>
            <a:ln w="12383">
              <a:solidFill>
                <a:srgbClr val="C88931"/>
              </a:solidFill>
              <a:prstDash val="solid"/>
            </a:ln>
          </p:spPr>
        </p:sp>
        <p:sp>
          <p:nvSpPr>
            <p:cNvPr id="681" name="panel1__line_680"/>
            <p:cNvSpPr/>
            <p:nvPr/>
          </p:nvSpPr>
          <p:spPr>
            <a:xfrm flipV="1">
              <a:off x="3446843" y="4142699"/>
              <a:ext cx="11269" cy="336"/>
            </a:xfrm>
            <a:prstGeom prst="line">
              <a:avLst/>
            </a:prstGeom>
            <a:noFill/>
            <a:ln w="12383">
              <a:solidFill>
                <a:srgbClr val="C88931"/>
              </a:solidFill>
              <a:prstDash val="solid"/>
            </a:ln>
          </p:spPr>
        </p:sp>
        <p:sp>
          <p:nvSpPr>
            <p:cNvPr id="682" name="panel1__line_681"/>
            <p:cNvSpPr/>
            <p:nvPr/>
          </p:nvSpPr>
          <p:spPr>
            <a:xfrm>
              <a:off x="3458112" y="4142699"/>
              <a:ext cx="11269" cy="22912"/>
            </a:xfrm>
            <a:prstGeom prst="line">
              <a:avLst/>
            </a:prstGeom>
            <a:noFill/>
            <a:ln w="12383">
              <a:solidFill>
                <a:srgbClr val="C88931"/>
              </a:solidFill>
              <a:prstDash val="solid"/>
            </a:ln>
          </p:spPr>
        </p:sp>
        <p:sp>
          <p:nvSpPr>
            <p:cNvPr id="683" name="panel1__line_682"/>
            <p:cNvSpPr/>
            <p:nvPr/>
          </p:nvSpPr>
          <p:spPr>
            <a:xfrm>
              <a:off x="3469381" y="4165611"/>
              <a:ext cx="11269" cy="24409"/>
            </a:xfrm>
            <a:prstGeom prst="line">
              <a:avLst/>
            </a:prstGeom>
            <a:noFill/>
            <a:ln w="12383">
              <a:solidFill>
                <a:srgbClr val="C88931"/>
              </a:solidFill>
              <a:prstDash val="solid"/>
            </a:ln>
          </p:spPr>
        </p:sp>
        <p:sp>
          <p:nvSpPr>
            <p:cNvPr id="684" name="panel1__line_683"/>
            <p:cNvSpPr/>
            <p:nvPr/>
          </p:nvSpPr>
          <p:spPr>
            <a:xfrm>
              <a:off x="3480650" y="4190020"/>
              <a:ext cx="11269" cy="2733"/>
            </a:xfrm>
            <a:prstGeom prst="line">
              <a:avLst/>
            </a:prstGeom>
            <a:noFill/>
            <a:ln w="12383">
              <a:solidFill>
                <a:srgbClr val="C88931"/>
              </a:solidFill>
              <a:prstDash val="solid"/>
            </a:ln>
          </p:spPr>
        </p:sp>
        <p:sp>
          <p:nvSpPr>
            <p:cNvPr id="685" name="panel1__line_684"/>
            <p:cNvSpPr/>
            <p:nvPr/>
          </p:nvSpPr>
          <p:spPr>
            <a:xfrm flipV="1">
              <a:off x="3491919" y="4171215"/>
              <a:ext cx="11269" cy="21537"/>
            </a:xfrm>
            <a:prstGeom prst="line">
              <a:avLst/>
            </a:prstGeom>
            <a:noFill/>
            <a:ln w="12383">
              <a:solidFill>
                <a:srgbClr val="C88931"/>
              </a:solidFill>
              <a:prstDash val="solid"/>
            </a:ln>
          </p:spPr>
        </p:sp>
        <p:sp>
          <p:nvSpPr>
            <p:cNvPr id="686" name="panel1__line_685"/>
            <p:cNvSpPr/>
            <p:nvPr/>
          </p:nvSpPr>
          <p:spPr>
            <a:xfrm flipV="1">
              <a:off x="3503188" y="4145854"/>
              <a:ext cx="11269" cy="25361"/>
            </a:xfrm>
            <a:prstGeom prst="line">
              <a:avLst/>
            </a:prstGeom>
            <a:noFill/>
            <a:ln w="12383">
              <a:solidFill>
                <a:srgbClr val="C88931"/>
              </a:solidFill>
              <a:prstDash val="solid"/>
            </a:ln>
          </p:spPr>
        </p:sp>
        <p:sp>
          <p:nvSpPr>
            <p:cNvPr id="687" name="panel1__line_686"/>
            <p:cNvSpPr/>
            <p:nvPr/>
          </p:nvSpPr>
          <p:spPr>
            <a:xfrm flipV="1">
              <a:off x="3514457" y="4140746"/>
              <a:ext cx="11269" cy="5108"/>
            </a:xfrm>
            <a:prstGeom prst="line">
              <a:avLst/>
            </a:prstGeom>
            <a:noFill/>
            <a:ln w="12383">
              <a:solidFill>
                <a:srgbClr val="C88931"/>
              </a:solidFill>
              <a:prstDash val="solid"/>
            </a:ln>
          </p:spPr>
        </p:sp>
        <p:sp>
          <p:nvSpPr>
            <p:cNvPr id="688" name="panel1__line_687"/>
            <p:cNvSpPr/>
            <p:nvPr/>
          </p:nvSpPr>
          <p:spPr>
            <a:xfrm>
              <a:off x="3525726" y="4140746"/>
              <a:ext cx="11269" cy="19994"/>
            </a:xfrm>
            <a:prstGeom prst="line">
              <a:avLst/>
            </a:prstGeom>
            <a:noFill/>
            <a:ln w="12383">
              <a:solidFill>
                <a:srgbClr val="C88931"/>
              </a:solidFill>
              <a:prstDash val="solid"/>
            </a:ln>
          </p:spPr>
        </p:sp>
        <p:sp>
          <p:nvSpPr>
            <p:cNvPr id="689" name="panel1__line_688"/>
            <p:cNvSpPr/>
            <p:nvPr/>
          </p:nvSpPr>
          <p:spPr>
            <a:xfrm>
              <a:off x="3536995" y="4160740"/>
              <a:ext cx="11269" cy="26115"/>
            </a:xfrm>
            <a:prstGeom prst="line">
              <a:avLst/>
            </a:prstGeom>
            <a:noFill/>
            <a:ln w="12383">
              <a:solidFill>
                <a:srgbClr val="C88931"/>
              </a:solidFill>
              <a:prstDash val="solid"/>
            </a:ln>
          </p:spPr>
        </p:sp>
        <p:sp>
          <p:nvSpPr>
            <p:cNvPr id="690" name="panel1__line_689"/>
            <p:cNvSpPr/>
            <p:nvPr/>
          </p:nvSpPr>
          <p:spPr>
            <a:xfrm>
              <a:off x="3548264" y="4186855"/>
              <a:ext cx="11269" cy="7444"/>
            </a:xfrm>
            <a:prstGeom prst="line">
              <a:avLst/>
            </a:prstGeom>
            <a:noFill/>
            <a:ln w="12383">
              <a:solidFill>
                <a:srgbClr val="C88931"/>
              </a:solidFill>
              <a:prstDash val="solid"/>
            </a:ln>
          </p:spPr>
        </p:sp>
        <p:sp>
          <p:nvSpPr>
            <p:cNvPr id="691" name="panel1__line_690"/>
            <p:cNvSpPr/>
            <p:nvPr/>
          </p:nvSpPr>
          <p:spPr>
            <a:xfrm flipV="1">
              <a:off x="3559533" y="4176005"/>
              <a:ext cx="11269" cy="18294"/>
            </a:xfrm>
            <a:prstGeom prst="line">
              <a:avLst/>
            </a:prstGeom>
            <a:noFill/>
            <a:ln w="12383">
              <a:solidFill>
                <a:srgbClr val="C88931"/>
              </a:solidFill>
              <a:prstDash val="solid"/>
            </a:ln>
          </p:spPr>
        </p:sp>
        <p:sp>
          <p:nvSpPr>
            <p:cNvPr id="692" name="panel1__line_691"/>
            <p:cNvSpPr/>
            <p:nvPr/>
          </p:nvSpPr>
          <p:spPr>
            <a:xfrm flipV="1">
              <a:off x="3570802" y="4149340"/>
              <a:ext cx="11269" cy="26665"/>
            </a:xfrm>
            <a:prstGeom prst="line">
              <a:avLst/>
            </a:prstGeom>
            <a:noFill/>
            <a:ln w="12383">
              <a:solidFill>
                <a:srgbClr val="C88931"/>
              </a:solidFill>
              <a:prstDash val="solid"/>
            </a:ln>
          </p:spPr>
        </p:sp>
        <p:sp>
          <p:nvSpPr>
            <p:cNvPr id="693" name="panel1__line_692"/>
            <p:cNvSpPr/>
            <p:nvPr/>
          </p:nvSpPr>
          <p:spPr>
            <a:xfrm flipV="1">
              <a:off x="3582071" y="4139619"/>
              <a:ext cx="11269" cy="9721"/>
            </a:xfrm>
            <a:prstGeom prst="line">
              <a:avLst/>
            </a:prstGeom>
            <a:noFill/>
            <a:ln w="12383">
              <a:solidFill>
                <a:srgbClr val="C88931"/>
              </a:solidFill>
              <a:prstDash val="solid"/>
            </a:ln>
          </p:spPr>
        </p:sp>
        <p:sp>
          <p:nvSpPr>
            <p:cNvPr id="694" name="panel1__line_693"/>
            <p:cNvSpPr/>
            <p:nvPr/>
          </p:nvSpPr>
          <p:spPr>
            <a:xfrm>
              <a:off x="3593340" y="4139619"/>
              <a:ext cx="11269" cy="16451"/>
            </a:xfrm>
            <a:prstGeom prst="line">
              <a:avLst/>
            </a:prstGeom>
            <a:noFill/>
            <a:ln w="12383">
              <a:solidFill>
                <a:srgbClr val="C88931"/>
              </a:solidFill>
              <a:prstDash val="solid"/>
            </a:ln>
          </p:spPr>
        </p:sp>
        <p:sp>
          <p:nvSpPr>
            <p:cNvPr id="695" name="panel1__line_694"/>
            <p:cNvSpPr/>
            <p:nvPr/>
          </p:nvSpPr>
          <p:spPr>
            <a:xfrm>
              <a:off x="3604609" y="4156070"/>
              <a:ext cx="11269" cy="27006"/>
            </a:xfrm>
            <a:prstGeom prst="line">
              <a:avLst/>
            </a:prstGeom>
            <a:noFill/>
            <a:ln w="12383">
              <a:solidFill>
                <a:srgbClr val="C88931"/>
              </a:solidFill>
              <a:prstDash val="solid"/>
            </a:ln>
          </p:spPr>
        </p:sp>
        <p:sp>
          <p:nvSpPr>
            <p:cNvPr id="696" name="panel1__line_695"/>
            <p:cNvSpPr/>
            <p:nvPr/>
          </p:nvSpPr>
          <p:spPr>
            <a:xfrm>
              <a:off x="3615878" y="4183076"/>
              <a:ext cx="11269" cy="11922"/>
            </a:xfrm>
            <a:prstGeom prst="line">
              <a:avLst/>
            </a:prstGeom>
            <a:noFill/>
            <a:ln w="12383">
              <a:solidFill>
                <a:srgbClr val="C88931"/>
              </a:solidFill>
              <a:prstDash val="solid"/>
            </a:ln>
          </p:spPr>
        </p:sp>
        <p:sp>
          <p:nvSpPr>
            <p:cNvPr id="697" name="panel1__line_696"/>
            <p:cNvSpPr/>
            <p:nvPr/>
          </p:nvSpPr>
          <p:spPr>
            <a:xfrm flipV="1">
              <a:off x="3627147" y="4180518"/>
              <a:ext cx="11269" cy="14480"/>
            </a:xfrm>
            <a:prstGeom prst="line">
              <a:avLst/>
            </a:prstGeom>
            <a:noFill/>
            <a:ln w="12383">
              <a:solidFill>
                <a:srgbClr val="C88931"/>
              </a:solidFill>
              <a:prstDash val="solid"/>
            </a:ln>
          </p:spPr>
        </p:sp>
        <p:sp>
          <p:nvSpPr>
            <p:cNvPr id="698" name="panel1__line_697"/>
            <p:cNvSpPr/>
            <p:nvPr/>
          </p:nvSpPr>
          <p:spPr>
            <a:xfrm flipV="1">
              <a:off x="3638416" y="4153383"/>
              <a:ext cx="11269" cy="27135"/>
            </a:xfrm>
            <a:prstGeom prst="line">
              <a:avLst/>
            </a:prstGeom>
            <a:noFill/>
            <a:ln w="12383">
              <a:solidFill>
                <a:srgbClr val="C88931"/>
              </a:solidFill>
              <a:prstDash val="solid"/>
            </a:ln>
          </p:spPr>
        </p:sp>
        <p:sp>
          <p:nvSpPr>
            <p:cNvPr id="699" name="panel1__line_698"/>
            <p:cNvSpPr/>
            <p:nvPr/>
          </p:nvSpPr>
          <p:spPr>
            <a:xfrm flipV="1">
              <a:off x="3649685" y="4139353"/>
              <a:ext cx="11269" cy="14030"/>
            </a:xfrm>
            <a:prstGeom prst="line">
              <a:avLst/>
            </a:prstGeom>
            <a:noFill/>
            <a:ln w="12383">
              <a:solidFill>
                <a:srgbClr val="C88931"/>
              </a:solidFill>
              <a:prstDash val="solid"/>
            </a:ln>
          </p:spPr>
        </p:sp>
        <p:sp>
          <p:nvSpPr>
            <p:cNvPr id="700" name="panel1__line_699"/>
            <p:cNvSpPr/>
            <p:nvPr/>
          </p:nvSpPr>
          <p:spPr>
            <a:xfrm>
              <a:off x="3660954" y="4139353"/>
              <a:ext cx="11269" cy="12395"/>
            </a:xfrm>
            <a:prstGeom prst="line">
              <a:avLst/>
            </a:prstGeom>
            <a:noFill/>
            <a:ln w="12383">
              <a:solidFill>
                <a:srgbClr val="C88931"/>
              </a:solidFill>
              <a:prstDash val="solid"/>
            </a:ln>
          </p:spPr>
        </p:sp>
        <p:sp>
          <p:nvSpPr>
            <p:cNvPr id="701" name="panel1__line_700"/>
            <p:cNvSpPr/>
            <p:nvPr/>
          </p:nvSpPr>
          <p:spPr>
            <a:xfrm>
              <a:off x="3672223" y="4151748"/>
              <a:ext cx="11269" cy="27052"/>
            </a:xfrm>
            <a:prstGeom prst="line">
              <a:avLst/>
            </a:prstGeom>
            <a:noFill/>
            <a:ln w="12383">
              <a:solidFill>
                <a:srgbClr val="C88931"/>
              </a:solidFill>
              <a:prstDash val="solid"/>
            </a:ln>
          </p:spPr>
        </p:sp>
        <p:sp>
          <p:nvSpPr>
            <p:cNvPr id="702" name="panel1__line_701"/>
            <p:cNvSpPr/>
            <p:nvPr/>
          </p:nvSpPr>
          <p:spPr>
            <a:xfrm>
              <a:off x="3683492" y="4178800"/>
              <a:ext cx="11269" cy="16028"/>
            </a:xfrm>
            <a:prstGeom prst="line">
              <a:avLst/>
            </a:prstGeom>
            <a:noFill/>
            <a:ln w="12383">
              <a:solidFill>
                <a:srgbClr val="C88931"/>
              </a:solidFill>
              <a:prstDash val="solid"/>
            </a:ln>
          </p:spPr>
        </p:sp>
        <p:sp>
          <p:nvSpPr>
            <p:cNvPr id="703" name="panel1__line_702"/>
            <p:cNvSpPr/>
            <p:nvPr/>
          </p:nvSpPr>
          <p:spPr>
            <a:xfrm flipV="1">
              <a:off x="3694761" y="4184616"/>
              <a:ext cx="11269" cy="10213"/>
            </a:xfrm>
            <a:prstGeom prst="line">
              <a:avLst/>
            </a:prstGeom>
            <a:noFill/>
            <a:ln w="12383">
              <a:solidFill>
                <a:srgbClr val="C88931"/>
              </a:solidFill>
              <a:prstDash val="solid"/>
            </a:ln>
          </p:spPr>
        </p:sp>
        <p:sp>
          <p:nvSpPr>
            <p:cNvPr id="704" name="panel1__line_703"/>
            <p:cNvSpPr/>
            <p:nvPr/>
          </p:nvSpPr>
          <p:spPr>
            <a:xfrm flipV="1">
              <a:off x="3706030" y="4157858"/>
              <a:ext cx="11269" cy="26758"/>
            </a:xfrm>
            <a:prstGeom prst="line">
              <a:avLst/>
            </a:prstGeom>
            <a:noFill/>
            <a:ln w="12383">
              <a:solidFill>
                <a:srgbClr val="C88931"/>
              </a:solidFill>
              <a:prstDash val="solid"/>
            </a:ln>
          </p:spPr>
        </p:sp>
        <p:sp>
          <p:nvSpPr>
            <p:cNvPr id="705" name="panel1__line_704"/>
            <p:cNvSpPr/>
            <p:nvPr/>
          </p:nvSpPr>
          <p:spPr>
            <a:xfrm flipV="1">
              <a:off x="3717299" y="4139957"/>
              <a:ext cx="11269" cy="17901"/>
            </a:xfrm>
            <a:prstGeom prst="line">
              <a:avLst/>
            </a:prstGeom>
            <a:noFill/>
            <a:ln w="12383">
              <a:solidFill>
                <a:srgbClr val="C88931"/>
              </a:solidFill>
              <a:prstDash val="solid"/>
            </a:ln>
          </p:spPr>
        </p:sp>
        <p:sp>
          <p:nvSpPr>
            <p:cNvPr id="706" name="panel1__line_705"/>
            <p:cNvSpPr/>
            <p:nvPr/>
          </p:nvSpPr>
          <p:spPr>
            <a:xfrm>
              <a:off x="3728568" y="4139957"/>
              <a:ext cx="11269" cy="7951"/>
            </a:xfrm>
            <a:prstGeom prst="line">
              <a:avLst/>
            </a:prstGeom>
            <a:noFill/>
            <a:ln w="12383">
              <a:solidFill>
                <a:srgbClr val="C88931"/>
              </a:solidFill>
              <a:prstDash val="solid"/>
            </a:ln>
          </p:spPr>
        </p:sp>
        <p:sp>
          <p:nvSpPr>
            <p:cNvPr id="707" name="panel1__line_706"/>
            <p:cNvSpPr/>
            <p:nvPr/>
          </p:nvSpPr>
          <p:spPr>
            <a:xfrm>
              <a:off x="3739837" y="4147908"/>
              <a:ext cx="11269" cy="26254"/>
            </a:xfrm>
            <a:prstGeom prst="line">
              <a:avLst/>
            </a:prstGeom>
            <a:noFill/>
            <a:ln w="12383">
              <a:solidFill>
                <a:srgbClr val="C88931"/>
              </a:solidFill>
              <a:prstDash val="solid"/>
            </a:ln>
          </p:spPr>
        </p:sp>
        <p:sp>
          <p:nvSpPr>
            <p:cNvPr id="708" name="panel1__line_707"/>
            <p:cNvSpPr/>
            <p:nvPr/>
          </p:nvSpPr>
          <p:spPr>
            <a:xfrm>
              <a:off x="3751106" y="4174162"/>
              <a:ext cx="11269" cy="19633"/>
            </a:xfrm>
            <a:prstGeom prst="line">
              <a:avLst/>
            </a:prstGeom>
            <a:noFill/>
            <a:ln w="12383">
              <a:solidFill>
                <a:srgbClr val="C88931"/>
              </a:solidFill>
              <a:prstDash val="solid"/>
            </a:ln>
          </p:spPr>
        </p:sp>
        <p:sp>
          <p:nvSpPr>
            <p:cNvPr id="709" name="panel1__text_708"/>
            <p:cNvSpPr/>
            <p:nvPr/>
          </p:nvSpPr>
          <p:spPr>
            <a:xfrm>
              <a:off x="409575" y="4305300"/>
              <a:ext cx="447675" cy="247650"/>
            </a:xfrm>
            <a:prstGeom prst="rect">
              <a:avLst/>
            </a:prstGeom>
            <a:noFill/>
            <a:ln/>
          </p:spPr>
          <p:txBody>
            <a:bodyPr wrap="none" lIns="0" tIns="0" rIns="0" bIns="0" rtlCol="0" anchor="ctr"/>
            <a:lstStyle/>
            <a:p>
              <a:pPr algn="l" indent="0" marL="0">
                <a:buNone/>
              </a:pPr>
              <a:r>
                <a:rPr lang="en-US" sz="1350" dirty="0">
                  <a:solidFill>
                    <a:srgbClr val="242B32"/>
                  </a:solidFill>
                  <a:latin typeface="Times New Roman" pitchFamily="34" charset="0"/>
                  <a:ea typeface="Times New Roman" pitchFamily="34" charset="-122"/>
                  <a:cs typeface="Times New Roman" pitchFamily="34" charset="-120"/>
                </a:rPr>
                <a:t>ch </a:t>
              </a:r>
              <a:pPr algn="l" indent="0" marL="0">
                <a:buNone/>
              </a:pPr>
              <a:r>
                <a:rPr lang="en-US" sz="1350" i="1" dirty="0">
                  <a:solidFill>
                    <a:srgbClr val="242B32"/>
                  </a:solidFill>
                  <a:latin typeface="Times New Roman" pitchFamily="34" charset="0"/>
                  <a:ea typeface="Times New Roman" pitchFamily="34" charset="-122"/>
                  <a:cs typeface="Times New Roman" pitchFamily="34" charset="-120"/>
                </a:rPr>
                <a:t>C</a:t>
              </a:r>
              <a:endParaRPr lang="en-US" sz="1350" dirty="0"/>
            </a:p>
          </p:txBody>
        </p:sp>
        <p:sp>
          <p:nvSpPr>
            <p:cNvPr id="710" name="panel1__rect_709"/>
            <p:cNvSpPr/>
            <p:nvPr/>
          </p:nvSpPr>
          <p:spPr>
            <a:xfrm>
              <a:off x="981075" y="4324350"/>
              <a:ext cx="876300" cy="219075"/>
            </a:xfrm>
            <a:prstGeom prst="rect">
              <a:avLst>
                <a:gd name="adj" fmla="val 41739"/>
              </a:avLst>
            </a:prstGeom>
            <a:solidFill>
              <a:srgbClr val="F8FAFB"/>
            </a:solidFill>
            <a:ln w="6191">
              <a:solidFill>
                <a:srgbClr val="D3DADF"/>
              </a:solidFill>
              <a:prstDash val="solid"/>
            </a:ln>
          </p:spPr>
        </p:sp>
        <p:sp>
          <p:nvSpPr>
            <p:cNvPr id="711" name="panel1__line_710"/>
            <p:cNvSpPr/>
            <p:nvPr/>
          </p:nvSpPr>
          <p:spPr>
            <a:xfrm>
              <a:off x="1019175" y="4368437"/>
              <a:ext cx="11269" cy="3400"/>
            </a:xfrm>
            <a:prstGeom prst="line">
              <a:avLst/>
            </a:prstGeom>
            <a:noFill/>
            <a:ln w="12383">
              <a:solidFill>
                <a:srgbClr val="42949E"/>
              </a:solidFill>
              <a:prstDash val="solid"/>
            </a:ln>
          </p:spPr>
        </p:sp>
        <p:sp>
          <p:nvSpPr>
            <p:cNvPr id="712" name="panel1__line_711"/>
            <p:cNvSpPr/>
            <p:nvPr/>
          </p:nvSpPr>
          <p:spPr>
            <a:xfrm>
              <a:off x="1030444" y="4371837"/>
              <a:ext cx="11269" cy="9801"/>
            </a:xfrm>
            <a:prstGeom prst="line">
              <a:avLst/>
            </a:prstGeom>
            <a:noFill/>
            <a:ln w="12383">
              <a:solidFill>
                <a:srgbClr val="42949E"/>
              </a:solidFill>
              <a:prstDash val="solid"/>
            </a:ln>
          </p:spPr>
        </p:sp>
        <p:sp>
          <p:nvSpPr>
            <p:cNvPr id="713" name="panel1__line_712"/>
            <p:cNvSpPr/>
            <p:nvPr/>
          </p:nvSpPr>
          <p:spPr>
            <a:xfrm>
              <a:off x="1041713" y="4381639"/>
              <a:ext cx="11269" cy="15060"/>
            </a:xfrm>
            <a:prstGeom prst="line">
              <a:avLst/>
            </a:prstGeom>
            <a:noFill/>
            <a:ln w="12383">
              <a:solidFill>
                <a:srgbClr val="42949E"/>
              </a:solidFill>
              <a:prstDash val="solid"/>
            </a:ln>
          </p:spPr>
        </p:sp>
        <p:sp>
          <p:nvSpPr>
            <p:cNvPr id="714" name="panel1__line_713"/>
            <p:cNvSpPr/>
            <p:nvPr/>
          </p:nvSpPr>
          <p:spPr>
            <a:xfrm>
              <a:off x="1052982" y="4396699"/>
              <a:ext cx="11269" cy="18582"/>
            </a:xfrm>
            <a:prstGeom prst="line">
              <a:avLst/>
            </a:prstGeom>
            <a:noFill/>
            <a:ln w="12383">
              <a:solidFill>
                <a:srgbClr val="42949E"/>
              </a:solidFill>
              <a:prstDash val="solid"/>
            </a:ln>
          </p:spPr>
        </p:sp>
        <p:sp>
          <p:nvSpPr>
            <p:cNvPr id="715" name="panel1__line_714"/>
            <p:cNvSpPr/>
            <p:nvPr/>
          </p:nvSpPr>
          <p:spPr>
            <a:xfrm>
              <a:off x="1064251" y="4415281"/>
              <a:ext cx="11269" cy="19994"/>
            </a:xfrm>
            <a:prstGeom prst="line">
              <a:avLst/>
            </a:prstGeom>
            <a:noFill/>
            <a:ln w="12383">
              <a:solidFill>
                <a:srgbClr val="42949E"/>
              </a:solidFill>
              <a:prstDash val="solid"/>
            </a:ln>
          </p:spPr>
        </p:sp>
        <p:sp>
          <p:nvSpPr>
            <p:cNvPr id="716" name="panel1__line_715"/>
            <p:cNvSpPr/>
            <p:nvPr/>
          </p:nvSpPr>
          <p:spPr>
            <a:xfrm>
              <a:off x="1075520" y="4435275"/>
              <a:ext cx="11269" cy="19194"/>
            </a:xfrm>
            <a:prstGeom prst="line">
              <a:avLst/>
            </a:prstGeom>
            <a:noFill/>
            <a:ln w="12383">
              <a:solidFill>
                <a:srgbClr val="42949E"/>
              </a:solidFill>
              <a:prstDash val="solid"/>
            </a:ln>
          </p:spPr>
        </p:sp>
        <p:sp>
          <p:nvSpPr>
            <p:cNvPr id="717" name="panel1__line_716"/>
            <p:cNvSpPr/>
            <p:nvPr/>
          </p:nvSpPr>
          <p:spPr>
            <a:xfrm>
              <a:off x="1086789" y="4454469"/>
              <a:ext cx="11269" cy="16348"/>
            </a:xfrm>
            <a:prstGeom prst="line">
              <a:avLst/>
            </a:prstGeom>
            <a:noFill/>
            <a:ln w="12383">
              <a:solidFill>
                <a:srgbClr val="42949E"/>
              </a:solidFill>
              <a:prstDash val="solid"/>
            </a:ln>
          </p:spPr>
        </p:sp>
        <p:sp>
          <p:nvSpPr>
            <p:cNvPr id="718" name="panel1__line_717"/>
            <p:cNvSpPr/>
            <p:nvPr/>
          </p:nvSpPr>
          <p:spPr>
            <a:xfrm>
              <a:off x="1098058" y="4470817"/>
              <a:ext cx="11269" cy="11865"/>
            </a:xfrm>
            <a:prstGeom prst="line">
              <a:avLst/>
            </a:prstGeom>
            <a:noFill/>
            <a:ln w="12383">
              <a:solidFill>
                <a:srgbClr val="42949E"/>
              </a:solidFill>
              <a:prstDash val="solid"/>
            </a:ln>
          </p:spPr>
        </p:sp>
        <p:sp>
          <p:nvSpPr>
            <p:cNvPr id="719" name="panel1__line_718"/>
            <p:cNvSpPr/>
            <p:nvPr/>
          </p:nvSpPr>
          <p:spPr>
            <a:xfrm>
              <a:off x="1109327" y="4482682"/>
              <a:ext cx="11269" cy="6328"/>
            </a:xfrm>
            <a:prstGeom prst="line">
              <a:avLst/>
            </a:prstGeom>
            <a:noFill/>
            <a:ln w="12383">
              <a:solidFill>
                <a:srgbClr val="42949E"/>
              </a:solidFill>
              <a:prstDash val="solid"/>
            </a:ln>
          </p:spPr>
        </p:sp>
        <p:sp>
          <p:nvSpPr>
            <p:cNvPr id="720" name="panel1__line_719"/>
            <p:cNvSpPr/>
            <p:nvPr/>
          </p:nvSpPr>
          <p:spPr>
            <a:xfrm>
              <a:off x="1120596" y="4489010"/>
              <a:ext cx="11269" cy="415"/>
            </a:xfrm>
            <a:prstGeom prst="line">
              <a:avLst/>
            </a:prstGeom>
            <a:noFill/>
            <a:ln w="12383">
              <a:solidFill>
                <a:srgbClr val="42949E"/>
              </a:solidFill>
              <a:prstDash val="solid"/>
            </a:ln>
          </p:spPr>
        </p:sp>
        <p:sp>
          <p:nvSpPr>
            <p:cNvPr id="721" name="panel1__line_720"/>
            <p:cNvSpPr/>
            <p:nvPr/>
          </p:nvSpPr>
          <p:spPr>
            <a:xfrm flipV="1">
              <a:off x="1131865" y="4484229"/>
              <a:ext cx="11269" cy="5196"/>
            </a:xfrm>
            <a:prstGeom prst="line">
              <a:avLst/>
            </a:prstGeom>
            <a:noFill/>
            <a:ln w="12383">
              <a:solidFill>
                <a:srgbClr val="42949E"/>
              </a:solidFill>
              <a:prstDash val="solid"/>
            </a:ln>
          </p:spPr>
        </p:sp>
        <p:sp>
          <p:nvSpPr>
            <p:cNvPr id="722" name="panel1__line_721"/>
            <p:cNvSpPr/>
            <p:nvPr/>
          </p:nvSpPr>
          <p:spPr>
            <a:xfrm flipV="1">
              <a:off x="1143134" y="4474319"/>
              <a:ext cx="11269" cy="9911"/>
            </a:xfrm>
            <a:prstGeom prst="line">
              <a:avLst/>
            </a:prstGeom>
            <a:noFill/>
            <a:ln w="12383">
              <a:solidFill>
                <a:srgbClr val="42949E"/>
              </a:solidFill>
              <a:prstDash val="solid"/>
            </a:ln>
          </p:spPr>
        </p:sp>
        <p:sp>
          <p:nvSpPr>
            <p:cNvPr id="723" name="panel1__line_722"/>
            <p:cNvSpPr/>
            <p:nvPr/>
          </p:nvSpPr>
          <p:spPr>
            <a:xfrm flipV="1">
              <a:off x="1154403" y="4461036"/>
              <a:ext cx="11269" cy="13283"/>
            </a:xfrm>
            <a:prstGeom prst="line">
              <a:avLst/>
            </a:prstGeom>
            <a:noFill/>
            <a:ln w="12383">
              <a:solidFill>
                <a:srgbClr val="42949E"/>
              </a:solidFill>
              <a:prstDash val="solid"/>
            </a:ln>
          </p:spPr>
        </p:sp>
        <p:sp>
          <p:nvSpPr>
            <p:cNvPr id="724" name="panel1__line_723"/>
            <p:cNvSpPr/>
            <p:nvPr/>
          </p:nvSpPr>
          <p:spPr>
            <a:xfrm flipV="1">
              <a:off x="1165672" y="4445977"/>
              <a:ext cx="11269" cy="15059"/>
            </a:xfrm>
            <a:prstGeom prst="line">
              <a:avLst/>
            </a:prstGeom>
            <a:noFill/>
            <a:ln w="12383">
              <a:solidFill>
                <a:srgbClr val="42949E"/>
              </a:solidFill>
              <a:prstDash val="solid"/>
            </a:ln>
          </p:spPr>
        </p:sp>
        <p:sp>
          <p:nvSpPr>
            <p:cNvPr id="725" name="panel1__line_724"/>
            <p:cNvSpPr/>
            <p:nvPr/>
          </p:nvSpPr>
          <p:spPr>
            <a:xfrm flipV="1">
              <a:off x="1176941" y="4430792"/>
              <a:ext cx="11269" cy="15185"/>
            </a:xfrm>
            <a:prstGeom prst="line">
              <a:avLst/>
            </a:prstGeom>
            <a:noFill/>
            <a:ln w="12383">
              <a:solidFill>
                <a:srgbClr val="42949E"/>
              </a:solidFill>
              <a:prstDash val="solid"/>
            </a:ln>
          </p:spPr>
        </p:sp>
        <p:sp>
          <p:nvSpPr>
            <p:cNvPr id="726" name="panel1__line_725"/>
            <p:cNvSpPr/>
            <p:nvPr/>
          </p:nvSpPr>
          <p:spPr>
            <a:xfrm flipV="1">
              <a:off x="1188210" y="4416997"/>
              <a:ext cx="11269" cy="13795"/>
            </a:xfrm>
            <a:prstGeom prst="line">
              <a:avLst/>
            </a:prstGeom>
            <a:noFill/>
            <a:ln w="12383">
              <a:solidFill>
                <a:srgbClr val="42949E"/>
              </a:solidFill>
              <a:prstDash val="solid"/>
            </a:ln>
          </p:spPr>
        </p:sp>
        <p:sp>
          <p:nvSpPr>
            <p:cNvPr id="727" name="panel1__line_726"/>
            <p:cNvSpPr/>
            <p:nvPr/>
          </p:nvSpPr>
          <p:spPr>
            <a:xfrm flipV="1">
              <a:off x="1199479" y="4405832"/>
              <a:ext cx="11269" cy="11165"/>
            </a:xfrm>
            <a:prstGeom prst="line">
              <a:avLst/>
            </a:prstGeom>
            <a:noFill/>
            <a:ln w="12383">
              <a:solidFill>
                <a:srgbClr val="42949E"/>
              </a:solidFill>
              <a:prstDash val="solid"/>
            </a:ln>
          </p:spPr>
        </p:sp>
        <p:sp>
          <p:nvSpPr>
            <p:cNvPr id="728" name="panel1__line_727"/>
            <p:cNvSpPr/>
            <p:nvPr/>
          </p:nvSpPr>
          <p:spPr>
            <a:xfrm flipV="1">
              <a:off x="1210748" y="4398162"/>
              <a:ext cx="11269" cy="7670"/>
            </a:xfrm>
            <a:prstGeom prst="line">
              <a:avLst/>
            </a:prstGeom>
            <a:noFill/>
            <a:ln w="12383">
              <a:solidFill>
                <a:srgbClr val="42949E"/>
              </a:solidFill>
              <a:prstDash val="solid"/>
            </a:ln>
          </p:spPr>
        </p:sp>
        <p:sp>
          <p:nvSpPr>
            <p:cNvPr id="729" name="panel1__line_728"/>
            <p:cNvSpPr/>
            <p:nvPr/>
          </p:nvSpPr>
          <p:spPr>
            <a:xfrm flipV="1">
              <a:off x="1222017" y="4394443"/>
              <a:ext cx="11269" cy="3719"/>
            </a:xfrm>
            <a:prstGeom prst="line">
              <a:avLst/>
            </a:prstGeom>
            <a:noFill/>
            <a:ln w="12383">
              <a:solidFill>
                <a:srgbClr val="42949E"/>
              </a:solidFill>
              <a:prstDash val="solid"/>
            </a:ln>
          </p:spPr>
        </p:sp>
        <p:sp>
          <p:nvSpPr>
            <p:cNvPr id="730" name="panel1__line_729"/>
            <p:cNvSpPr/>
            <p:nvPr/>
          </p:nvSpPr>
          <p:spPr>
            <a:xfrm>
              <a:off x="1233286" y="4394443"/>
              <a:ext cx="11269" cy="288"/>
            </a:xfrm>
            <a:prstGeom prst="line">
              <a:avLst/>
            </a:prstGeom>
            <a:noFill/>
            <a:ln w="12383">
              <a:solidFill>
                <a:srgbClr val="42949E"/>
              </a:solidFill>
              <a:prstDash val="solid"/>
            </a:ln>
          </p:spPr>
        </p:sp>
        <p:sp>
          <p:nvSpPr>
            <p:cNvPr id="731" name="panel1__line_730"/>
            <p:cNvSpPr/>
            <p:nvPr/>
          </p:nvSpPr>
          <p:spPr>
            <a:xfrm>
              <a:off x="1244555" y="4394731"/>
              <a:ext cx="11269" cy="4000"/>
            </a:xfrm>
            <a:prstGeom prst="line">
              <a:avLst/>
            </a:prstGeom>
            <a:noFill/>
            <a:ln w="12383">
              <a:solidFill>
                <a:srgbClr val="42949E"/>
              </a:solidFill>
              <a:prstDash val="solid"/>
            </a:ln>
          </p:spPr>
        </p:sp>
        <p:sp>
          <p:nvSpPr>
            <p:cNvPr id="732" name="panel1__line_731"/>
            <p:cNvSpPr/>
            <p:nvPr/>
          </p:nvSpPr>
          <p:spPr>
            <a:xfrm>
              <a:off x="1255824" y="4398731"/>
              <a:ext cx="11269" cy="7140"/>
            </a:xfrm>
            <a:prstGeom prst="line">
              <a:avLst/>
            </a:prstGeom>
            <a:noFill/>
            <a:ln w="12383">
              <a:solidFill>
                <a:srgbClr val="42949E"/>
              </a:solidFill>
              <a:prstDash val="solid"/>
            </a:ln>
          </p:spPr>
        </p:sp>
        <p:sp>
          <p:nvSpPr>
            <p:cNvPr id="733" name="panel1__line_732"/>
            <p:cNvSpPr/>
            <p:nvPr/>
          </p:nvSpPr>
          <p:spPr>
            <a:xfrm>
              <a:off x="1267093" y="4405870"/>
              <a:ext cx="11269" cy="9510"/>
            </a:xfrm>
            <a:prstGeom prst="line">
              <a:avLst/>
            </a:prstGeom>
            <a:noFill/>
            <a:ln w="12383">
              <a:solidFill>
                <a:srgbClr val="42949E"/>
              </a:solidFill>
              <a:prstDash val="solid"/>
            </a:ln>
          </p:spPr>
        </p:sp>
        <p:sp>
          <p:nvSpPr>
            <p:cNvPr id="734" name="panel1__line_733"/>
            <p:cNvSpPr/>
            <p:nvPr/>
          </p:nvSpPr>
          <p:spPr>
            <a:xfrm>
              <a:off x="1278362" y="4415381"/>
              <a:ext cx="11269" cy="10989"/>
            </a:xfrm>
            <a:prstGeom prst="line">
              <a:avLst/>
            </a:prstGeom>
            <a:noFill/>
            <a:ln w="12383">
              <a:solidFill>
                <a:srgbClr val="42949E"/>
              </a:solidFill>
              <a:prstDash val="solid"/>
            </a:ln>
          </p:spPr>
        </p:sp>
        <p:sp>
          <p:nvSpPr>
            <p:cNvPr id="735" name="panel1__line_734"/>
            <p:cNvSpPr/>
            <p:nvPr/>
          </p:nvSpPr>
          <p:spPr>
            <a:xfrm>
              <a:off x="1289631" y="4426369"/>
              <a:ext cx="11269" cy="11517"/>
            </a:xfrm>
            <a:prstGeom prst="line">
              <a:avLst/>
            </a:prstGeom>
            <a:noFill/>
            <a:ln w="12383">
              <a:solidFill>
                <a:srgbClr val="42949E"/>
              </a:solidFill>
              <a:prstDash val="solid"/>
            </a:ln>
          </p:spPr>
        </p:sp>
        <p:sp>
          <p:nvSpPr>
            <p:cNvPr id="736" name="panel1__line_735"/>
            <p:cNvSpPr/>
            <p:nvPr/>
          </p:nvSpPr>
          <p:spPr>
            <a:xfrm>
              <a:off x="1300900" y="4437886"/>
              <a:ext cx="11269" cy="11088"/>
            </a:xfrm>
            <a:prstGeom prst="line">
              <a:avLst/>
            </a:prstGeom>
            <a:noFill/>
            <a:ln w="12383">
              <a:solidFill>
                <a:srgbClr val="42949E"/>
              </a:solidFill>
              <a:prstDash val="solid"/>
            </a:ln>
          </p:spPr>
        </p:sp>
        <p:sp>
          <p:nvSpPr>
            <p:cNvPr id="737" name="panel1__line_736"/>
            <p:cNvSpPr/>
            <p:nvPr/>
          </p:nvSpPr>
          <p:spPr>
            <a:xfrm>
              <a:off x="1312169" y="4448974"/>
              <a:ext cx="11269" cy="9740"/>
            </a:xfrm>
            <a:prstGeom prst="line">
              <a:avLst/>
            </a:prstGeom>
            <a:noFill/>
            <a:ln w="12383">
              <a:solidFill>
                <a:srgbClr val="42949E"/>
              </a:solidFill>
              <a:prstDash val="solid"/>
            </a:ln>
          </p:spPr>
        </p:sp>
        <p:sp>
          <p:nvSpPr>
            <p:cNvPr id="738" name="panel1__line_737"/>
            <p:cNvSpPr/>
            <p:nvPr/>
          </p:nvSpPr>
          <p:spPr>
            <a:xfrm>
              <a:off x="1323438" y="4458714"/>
              <a:ext cx="11269" cy="7551"/>
            </a:xfrm>
            <a:prstGeom prst="line">
              <a:avLst/>
            </a:prstGeom>
            <a:noFill/>
            <a:ln w="12383">
              <a:solidFill>
                <a:srgbClr val="42949E"/>
              </a:solidFill>
              <a:prstDash val="solid"/>
            </a:ln>
          </p:spPr>
        </p:sp>
        <p:sp>
          <p:nvSpPr>
            <p:cNvPr id="739" name="panel1__line_738"/>
            <p:cNvSpPr/>
            <p:nvPr/>
          </p:nvSpPr>
          <p:spPr>
            <a:xfrm>
              <a:off x="1334707" y="4466265"/>
              <a:ext cx="11269" cy="4645"/>
            </a:xfrm>
            <a:prstGeom prst="line">
              <a:avLst/>
            </a:prstGeom>
            <a:noFill/>
            <a:ln w="12383">
              <a:solidFill>
                <a:srgbClr val="42949E"/>
              </a:solidFill>
              <a:prstDash val="solid"/>
            </a:ln>
          </p:spPr>
        </p:sp>
        <p:sp>
          <p:nvSpPr>
            <p:cNvPr id="740" name="panel1__line_739"/>
            <p:cNvSpPr/>
            <p:nvPr/>
          </p:nvSpPr>
          <p:spPr>
            <a:xfrm>
              <a:off x="1345976" y="4470909"/>
              <a:ext cx="11269" cy="1198"/>
            </a:xfrm>
            <a:prstGeom prst="line">
              <a:avLst/>
            </a:prstGeom>
            <a:noFill/>
            <a:ln w="12383">
              <a:solidFill>
                <a:srgbClr val="42949E"/>
              </a:solidFill>
              <a:prstDash val="solid"/>
            </a:ln>
          </p:spPr>
        </p:sp>
        <p:sp>
          <p:nvSpPr>
            <p:cNvPr id="741" name="panel1__line_740"/>
            <p:cNvSpPr/>
            <p:nvPr/>
          </p:nvSpPr>
          <p:spPr>
            <a:xfrm flipV="1">
              <a:off x="1357245" y="4469555"/>
              <a:ext cx="11269" cy="2553"/>
            </a:xfrm>
            <a:prstGeom prst="line">
              <a:avLst/>
            </a:prstGeom>
            <a:noFill/>
            <a:ln w="12383">
              <a:solidFill>
                <a:srgbClr val="42949E"/>
              </a:solidFill>
              <a:prstDash val="solid"/>
            </a:ln>
          </p:spPr>
        </p:sp>
        <p:sp>
          <p:nvSpPr>
            <p:cNvPr id="742" name="panel1__line_741"/>
            <p:cNvSpPr/>
            <p:nvPr/>
          </p:nvSpPr>
          <p:spPr>
            <a:xfrm flipV="1">
              <a:off x="1368514" y="4463242"/>
              <a:ext cx="11269" cy="6313"/>
            </a:xfrm>
            <a:prstGeom prst="line">
              <a:avLst/>
            </a:prstGeom>
            <a:noFill/>
            <a:ln w="12383">
              <a:solidFill>
                <a:srgbClr val="42949E"/>
              </a:solidFill>
              <a:prstDash val="solid"/>
            </a:ln>
          </p:spPr>
        </p:sp>
        <p:sp>
          <p:nvSpPr>
            <p:cNvPr id="743" name="panel1__line_742"/>
            <p:cNvSpPr/>
            <p:nvPr/>
          </p:nvSpPr>
          <p:spPr>
            <a:xfrm flipV="1">
              <a:off x="1379783" y="4453501"/>
              <a:ext cx="11269" cy="9741"/>
            </a:xfrm>
            <a:prstGeom prst="line">
              <a:avLst/>
            </a:prstGeom>
            <a:noFill/>
            <a:ln w="12383">
              <a:solidFill>
                <a:srgbClr val="42949E"/>
              </a:solidFill>
              <a:prstDash val="solid"/>
            </a:ln>
          </p:spPr>
        </p:sp>
        <p:sp>
          <p:nvSpPr>
            <p:cNvPr id="744" name="panel1__line_743"/>
            <p:cNvSpPr/>
            <p:nvPr/>
          </p:nvSpPr>
          <p:spPr>
            <a:xfrm flipV="1">
              <a:off x="1391052" y="4441029"/>
              <a:ext cx="11269" cy="12471"/>
            </a:xfrm>
            <a:prstGeom prst="line">
              <a:avLst/>
            </a:prstGeom>
            <a:noFill/>
            <a:ln w="12383">
              <a:solidFill>
                <a:srgbClr val="42949E"/>
              </a:solidFill>
              <a:prstDash val="solid"/>
            </a:ln>
          </p:spPr>
        </p:sp>
        <p:sp>
          <p:nvSpPr>
            <p:cNvPr id="745" name="panel1__line_744"/>
            <p:cNvSpPr/>
            <p:nvPr/>
          </p:nvSpPr>
          <p:spPr>
            <a:xfrm flipV="1">
              <a:off x="1402321" y="4426876"/>
              <a:ext cx="11269" cy="14154"/>
            </a:xfrm>
            <a:prstGeom prst="line">
              <a:avLst/>
            </a:prstGeom>
            <a:noFill/>
            <a:ln w="12383">
              <a:solidFill>
                <a:srgbClr val="42949E"/>
              </a:solidFill>
              <a:prstDash val="solid"/>
            </a:ln>
          </p:spPr>
        </p:sp>
        <p:sp>
          <p:nvSpPr>
            <p:cNvPr id="746" name="panel1__line_745"/>
            <p:cNvSpPr/>
            <p:nvPr/>
          </p:nvSpPr>
          <p:spPr>
            <a:xfrm flipV="1">
              <a:off x="1413590" y="4412376"/>
              <a:ext cx="11269" cy="14500"/>
            </a:xfrm>
            <a:prstGeom prst="line">
              <a:avLst/>
            </a:prstGeom>
            <a:noFill/>
            <a:ln w="12383">
              <a:solidFill>
                <a:srgbClr val="42949E"/>
              </a:solidFill>
              <a:prstDash val="solid"/>
            </a:ln>
          </p:spPr>
        </p:sp>
        <p:sp>
          <p:nvSpPr>
            <p:cNvPr id="747" name="panel1__line_746"/>
            <p:cNvSpPr/>
            <p:nvPr/>
          </p:nvSpPr>
          <p:spPr>
            <a:xfrm flipV="1">
              <a:off x="1424860" y="4399041"/>
              <a:ext cx="11269" cy="13335"/>
            </a:xfrm>
            <a:prstGeom prst="line">
              <a:avLst/>
            </a:prstGeom>
            <a:noFill/>
            <a:ln w="12383">
              <a:solidFill>
                <a:srgbClr val="42949E"/>
              </a:solidFill>
              <a:prstDash val="solid"/>
            </a:ln>
          </p:spPr>
        </p:sp>
        <p:sp>
          <p:nvSpPr>
            <p:cNvPr id="748" name="panel1__line_747"/>
            <p:cNvSpPr/>
            <p:nvPr/>
          </p:nvSpPr>
          <p:spPr>
            <a:xfrm flipV="1">
              <a:off x="1436129" y="4388405"/>
              <a:ext cx="11269" cy="10636"/>
            </a:xfrm>
            <a:prstGeom prst="line">
              <a:avLst/>
            </a:prstGeom>
            <a:noFill/>
            <a:ln w="12383">
              <a:solidFill>
                <a:srgbClr val="42949E"/>
              </a:solidFill>
              <a:prstDash val="solid"/>
            </a:ln>
          </p:spPr>
        </p:sp>
        <p:sp>
          <p:nvSpPr>
            <p:cNvPr id="749" name="panel1__line_748"/>
            <p:cNvSpPr/>
            <p:nvPr/>
          </p:nvSpPr>
          <p:spPr>
            <a:xfrm flipV="1">
              <a:off x="1447398" y="4381843"/>
              <a:ext cx="11269" cy="6562"/>
            </a:xfrm>
            <a:prstGeom prst="line">
              <a:avLst/>
            </a:prstGeom>
            <a:noFill/>
            <a:ln w="12383">
              <a:solidFill>
                <a:srgbClr val="42949E"/>
              </a:solidFill>
              <a:prstDash val="solid"/>
            </a:ln>
          </p:spPr>
        </p:sp>
        <p:sp>
          <p:nvSpPr>
            <p:cNvPr id="750" name="panel1__line_749"/>
            <p:cNvSpPr/>
            <p:nvPr/>
          </p:nvSpPr>
          <p:spPr>
            <a:xfrm flipV="1">
              <a:off x="1458667" y="4380385"/>
              <a:ext cx="11269" cy="1458"/>
            </a:xfrm>
            <a:prstGeom prst="line">
              <a:avLst/>
            </a:prstGeom>
            <a:noFill/>
            <a:ln w="12383">
              <a:solidFill>
                <a:srgbClr val="42949E"/>
              </a:solidFill>
              <a:prstDash val="solid"/>
            </a:ln>
          </p:spPr>
        </p:sp>
        <p:sp>
          <p:nvSpPr>
            <p:cNvPr id="751" name="panel1__line_750"/>
            <p:cNvSpPr/>
            <p:nvPr/>
          </p:nvSpPr>
          <p:spPr>
            <a:xfrm>
              <a:off x="1469936" y="4380385"/>
              <a:ext cx="11269" cy="4171"/>
            </a:xfrm>
            <a:prstGeom prst="line">
              <a:avLst/>
            </a:prstGeom>
            <a:noFill/>
            <a:ln w="12383">
              <a:solidFill>
                <a:srgbClr val="42949E"/>
              </a:solidFill>
              <a:prstDash val="solid"/>
            </a:ln>
          </p:spPr>
        </p:sp>
        <p:sp>
          <p:nvSpPr>
            <p:cNvPr id="752" name="panel1__line_751"/>
            <p:cNvSpPr/>
            <p:nvPr/>
          </p:nvSpPr>
          <p:spPr>
            <a:xfrm>
              <a:off x="1481205" y="4384556"/>
              <a:ext cx="11269" cy="9705"/>
            </a:xfrm>
            <a:prstGeom prst="line">
              <a:avLst/>
            </a:prstGeom>
            <a:noFill/>
            <a:ln w="12383">
              <a:solidFill>
                <a:srgbClr val="42949E"/>
              </a:solidFill>
              <a:prstDash val="solid"/>
            </a:ln>
          </p:spPr>
        </p:sp>
        <p:sp>
          <p:nvSpPr>
            <p:cNvPr id="753" name="panel1__line_752"/>
            <p:cNvSpPr/>
            <p:nvPr/>
          </p:nvSpPr>
          <p:spPr>
            <a:xfrm>
              <a:off x="1492474" y="4394261"/>
              <a:ext cx="11269" cy="14488"/>
            </a:xfrm>
            <a:prstGeom prst="line">
              <a:avLst/>
            </a:prstGeom>
            <a:noFill/>
            <a:ln w="12383">
              <a:solidFill>
                <a:srgbClr val="42949E"/>
              </a:solidFill>
              <a:prstDash val="solid"/>
            </a:ln>
          </p:spPr>
        </p:sp>
        <p:sp>
          <p:nvSpPr>
            <p:cNvPr id="754" name="panel1__line_753"/>
            <p:cNvSpPr/>
            <p:nvPr/>
          </p:nvSpPr>
          <p:spPr>
            <a:xfrm>
              <a:off x="1503743" y="4408749"/>
              <a:ext cx="11269" cy="17907"/>
            </a:xfrm>
            <a:prstGeom prst="line">
              <a:avLst/>
            </a:prstGeom>
            <a:noFill/>
            <a:ln w="12383">
              <a:solidFill>
                <a:srgbClr val="42949E"/>
              </a:solidFill>
              <a:prstDash val="solid"/>
            </a:ln>
          </p:spPr>
        </p:sp>
        <p:sp>
          <p:nvSpPr>
            <p:cNvPr id="755" name="panel1__line_754"/>
            <p:cNvSpPr/>
            <p:nvPr/>
          </p:nvSpPr>
          <p:spPr>
            <a:xfrm>
              <a:off x="1515012" y="4426656"/>
              <a:ext cx="11269" cy="19483"/>
            </a:xfrm>
            <a:prstGeom prst="line">
              <a:avLst/>
            </a:prstGeom>
            <a:noFill/>
            <a:ln w="12383">
              <a:solidFill>
                <a:srgbClr val="42949E"/>
              </a:solidFill>
              <a:prstDash val="solid"/>
            </a:ln>
          </p:spPr>
        </p:sp>
        <p:sp>
          <p:nvSpPr>
            <p:cNvPr id="756" name="panel1__line_755"/>
            <p:cNvSpPr/>
            <p:nvPr/>
          </p:nvSpPr>
          <p:spPr>
            <a:xfrm>
              <a:off x="1526281" y="4446139"/>
              <a:ext cx="11269" cy="18939"/>
            </a:xfrm>
            <a:prstGeom prst="line">
              <a:avLst/>
            </a:prstGeom>
            <a:noFill/>
            <a:ln w="12383">
              <a:solidFill>
                <a:srgbClr val="42949E"/>
              </a:solidFill>
              <a:prstDash val="solid"/>
            </a:ln>
          </p:spPr>
        </p:sp>
        <p:sp>
          <p:nvSpPr>
            <p:cNvPr id="757" name="panel1__line_756"/>
            <p:cNvSpPr/>
            <p:nvPr/>
          </p:nvSpPr>
          <p:spPr>
            <a:xfrm>
              <a:off x="1537550" y="4465078"/>
              <a:ext cx="11269" cy="16255"/>
            </a:xfrm>
            <a:prstGeom prst="line">
              <a:avLst/>
            </a:prstGeom>
            <a:noFill/>
            <a:ln w="12383">
              <a:solidFill>
                <a:srgbClr val="42949E"/>
              </a:solidFill>
              <a:prstDash val="solid"/>
            </a:ln>
          </p:spPr>
        </p:sp>
        <p:sp>
          <p:nvSpPr>
            <p:cNvPr id="758" name="panel1__line_757"/>
            <p:cNvSpPr/>
            <p:nvPr/>
          </p:nvSpPr>
          <p:spPr>
            <a:xfrm>
              <a:off x="1548819" y="4481333"/>
              <a:ext cx="11269" cy="11675"/>
            </a:xfrm>
            <a:prstGeom prst="line">
              <a:avLst/>
            </a:prstGeom>
            <a:noFill/>
            <a:ln w="12383">
              <a:solidFill>
                <a:srgbClr val="42949E"/>
              </a:solidFill>
              <a:prstDash val="solid"/>
            </a:ln>
          </p:spPr>
        </p:sp>
        <p:sp>
          <p:nvSpPr>
            <p:cNvPr id="759" name="panel1__line_758"/>
            <p:cNvSpPr/>
            <p:nvPr/>
          </p:nvSpPr>
          <p:spPr>
            <a:xfrm>
              <a:off x="1560088" y="4493008"/>
              <a:ext cx="11269" cy="5693"/>
            </a:xfrm>
            <a:prstGeom prst="line">
              <a:avLst/>
            </a:prstGeom>
            <a:noFill/>
            <a:ln w="12383">
              <a:solidFill>
                <a:srgbClr val="42949E"/>
              </a:solidFill>
              <a:prstDash val="solid"/>
            </a:ln>
          </p:spPr>
        </p:sp>
        <p:sp>
          <p:nvSpPr>
            <p:cNvPr id="760" name="panel1__line_759"/>
            <p:cNvSpPr/>
            <p:nvPr/>
          </p:nvSpPr>
          <p:spPr>
            <a:xfrm flipV="1">
              <a:off x="1571357" y="4497687"/>
              <a:ext cx="11269" cy="1014"/>
            </a:xfrm>
            <a:prstGeom prst="line">
              <a:avLst/>
            </a:prstGeom>
            <a:noFill/>
            <a:ln w="12383">
              <a:solidFill>
                <a:srgbClr val="42949E"/>
              </a:solidFill>
              <a:prstDash val="solid"/>
            </a:ln>
          </p:spPr>
        </p:sp>
        <p:sp>
          <p:nvSpPr>
            <p:cNvPr id="761" name="panel1__line_760"/>
            <p:cNvSpPr/>
            <p:nvPr/>
          </p:nvSpPr>
          <p:spPr>
            <a:xfrm flipV="1">
              <a:off x="1582626" y="4490023"/>
              <a:ext cx="11269" cy="7664"/>
            </a:xfrm>
            <a:prstGeom prst="line">
              <a:avLst/>
            </a:prstGeom>
            <a:noFill/>
            <a:ln w="12383">
              <a:solidFill>
                <a:srgbClr val="42949E"/>
              </a:solidFill>
              <a:prstDash val="solid"/>
            </a:ln>
          </p:spPr>
        </p:sp>
        <p:sp>
          <p:nvSpPr>
            <p:cNvPr id="762" name="panel1__line_761"/>
            <p:cNvSpPr/>
            <p:nvPr/>
          </p:nvSpPr>
          <p:spPr>
            <a:xfrm flipV="1">
              <a:off x="1593895" y="4476548"/>
              <a:ext cx="11269" cy="13475"/>
            </a:xfrm>
            <a:prstGeom prst="line">
              <a:avLst/>
            </a:prstGeom>
            <a:noFill/>
            <a:ln w="12383">
              <a:solidFill>
                <a:srgbClr val="42949E"/>
              </a:solidFill>
              <a:prstDash val="solid"/>
            </a:ln>
          </p:spPr>
        </p:sp>
        <p:sp>
          <p:nvSpPr>
            <p:cNvPr id="763" name="panel1__line_762"/>
            <p:cNvSpPr/>
            <p:nvPr/>
          </p:nvSpPr>
          <p:spPr>
            <a:xfrm flipV="1">
              <a:off x="1605164" y="4458778"/>
              <a:ext cx="11269" cy="17770"/>
            </a:xfrm>
            <a:prstGeom prst="line">
              <a:avLst/>
            </a:prstGeom>
            <a:noFill/>
            <a:ln w="12383">
              <a:solidFill>
                <a:srgbClr val="42949E"/>
              </a:solidFill>
              <a:prstDash val="solid"/>
            </a:ln>
          </p:spPr>
        </p:sp>
        <p:sp>
          <p:nvSpPr>
            <p:cNvPr id="764" name="panel1__line_763"/>
            <p:cNvSpPr/>
            <p:nvPr/>
          </p:nvSpPr>
          <p:spPr>
            <a:xfrm flipV="1">
              <a:off x="1616433" y="4438716"/>
              <a:ext cx="11269" cy="20061"/>
            </a:xfrm>
            <a:prstGeom prst="line">
              <a:avLst/>
            </a:prstGeom>
            <a:noFill/>
            <a:ln w="12383">
              <a:solidFill>
                <a:srgbClr val="42949E"/>
              </a:solidFill>
              <a:prstDash val="solid"/>
            </a:ln>
          </p:spPr>
        </p:sp>
        <p:sp>
          <p:nvSpPr>
            <p:cNvPr id="765" name="panel1__line_764"/>
            <p:cNvSpPr/>
            <p:nvPr/>
          </p:nvSpPr>
          <p:spPr>
            <a:xfrm flipV="1">
              <a:off x="1627702" y="4418601"/>
              <a:ext cx="11269" cy="20115"/>
            </a:xfrm>
            <a:prstGeom prst="line">
              <a:avLst/>
            </a:prstGeom>
            <a:noFill/>
            <a:ln w="12383">
              <a:solidFill>
                <a:srgbClr val="42949E"/>
              </a:solidFill>
              <a:prstDash val="solid"/>
            </a:ln>
          </p:spPr>
        </p:sp>
        <p:sp>
          <p:nvSpPr>
            <p:cNvPr id="766" name="panel1__line_765"/>
            <p:cNvSpPr/>
            <p:nvPr/>
          </p:nvSpPr>
          <p:spPr>
            <a:xfrm flipV="1">
              <a:off x="1638971" y="4400625"/>
              <a:ext cx="11269" cy="17976"/>
            </a:xfrm>
            <a:prstGeom prst="line">
              <a:avLst/>
            </a:prstGeom>
            <a:noFill/>
            <a:ln w="12383">
              <a:solidFill>
                <a:srgbClr val="42949E"/>
              </a:solidFill>
              <a:prstDash val="solid"/>
            </a:ln>
          </p:spPr>
        </p:sp>
        <p:sp>
          <p:nvSpPr>
            <p:cNvPr id="767" name="panel1__line_766"/>
            <p:cNvSpPr/>
            <p:nvPr/>
          </p:nvSpPr>
          <p:spPr>
            <a:xfrm flipV="1">
              <a:off x="1650240" y="4386670"/>
              <a:ext cx="11269" cy="13955"/>
            </a:xfrm>
            <a:prstGeom prst="line">
              <a:avLst/>
            </a:prstGeom>
            <a:noFill/>
            <a:ln w="12383">
              <a:solidFill>
                <a:srgbClr val="42949E"/>
              </a:solidFill>
              <a:prstDash val="solid"/>
            </a:ln>
          </p:spPr>
        </p:sp>
        <p:sp>
          <p:nvSpPr>
            <p:cNvPr id="768" name="panel1__line_767"/>
            <p:cNvSpPr/>
            <p:nvPr/>
          </p:nvSpPr>
          <p:spPr>
            <a:xfrm flipV="1">
              <a:off x="1661509" y="4378090"/>
              <a:ext cx="11269" cy="8580"/>
            </a:xfrm>
            <a:prstGeom prst="line">
              <a:avLst/>
            </a:prstGeom>
            <a:noFill/>
            <a:ln w="12383">
              <a:solidFill>
                <a:srgbClr val="42949E"/>
              </a:solidFill>
              <a:prstDash val="solid"/>
            </a:ln>
          </p:spPr>
        </p:sp>
        <p:sp>
          <p:nvSpPr>
            <p:cNvPr id="769" name="panel1__line_768"/>
            <p:cNvSpPr/>
            <p:nvPr/>
          </p:nvSpPr>
          <p:spPr>
            <a:xfrm flipV="1">
              <a:off x="1672778" y="4375571"/>
              <a:ext cx="11269" cy="2519"/>
            </a:xfrm>
            <a:prstGeom prst="line">
              <a:avLst/>
            </a:prstGeom>
            <a:noFill/>
            <a:ln w="12383">
              <a:solidFill>
                <a:srgbClr val="42949E"/>
              </a:solidFill>
              <a:prstDash val="solid"/>
            </a:ln>
          </p:spPr>
        </p:sp>
        <p:sp>
          <p:nvSpPr>
            <p:cNvPr id="770" name="panel1__line_769"/>
            <p:cNvSpPr/>
            <p:nvPr/>
          </p:nvSpPr>
          <p:spPr>
            <a:xfrm>
              <a:off x="1684047" y="4375571"/>
              <a:ext cx="11269" cy="3511"/>
            </a:xfrm>
            <a:prstGeom prst="line">
              <a:avLst/>
            </a:prstGeom>
            <a:noFill/>
            <a:ln w="12383">
              <a:solidFill>
                <a:srgbClr val="42949E"/>
              </a:solidFill>
              <a:prstDash val="solid"/>
            </a:ln>
          </p:spPr>
        </p:sp>
        <p:sp>
          <p:nvSpPr>
            <p:cNvPr id="771" name="panel1__line_770"/>
            <p:cNvSpPr/>
            <p:nvPr/>
          </p:nvSpPr>
          <p:spPr>
            <a:xfrm>
              <a:off x="1695316" y="4379082"/>
              <a:ext cx="11269" cy="8840"/>
            </a:xfrm>
            <a:prstGeom prst="line">
              <a:avLst/>
            </a:prstGeom>
            <a:noFill/>
            <a:ln w="12383">
              <a:solidFill>
                <a:srgbClr val="42949E"/>
              </a:solidFill>
              <a:prstDash val="solid"/>
            </a:ln>
          </p:spPr>
        </p:sp>
        <p:sp>
          <p:nvSpPr>
            <p:cNvPr id="772" name="panel1__line_771"/>
            <p:cNvSpPr/>
            <p:nvPr/>
          </p:nvSpPr>
          <p:spPr>
            <a:xfrm>
              <a:off x="1706585" y="4387922"/>
              <a:ext cx="11269" cy="12921"/>
            </a:xfrm>
            <a:prstGeom prst="line">
              <a:avLst/>
            </a:prstGeom>
            <a:noFill/>
            <a:ln w="12383">
              <a:solidFill>
                <a:srgbClr val="42949E"/>
              </a:solidFill>
              <a:prstDash val="solid"/>
            </a:ln>
          </p:spPr>
        </p:sp>
        <p:sp>
          <p:nvSpPr>
            <p:cNvPr id="773" name="panel1__line_772"/>
            <p:cNvSpPr/>
            <p:nvPr/>
          </p:nvSpPr>
          <p:spPr>
            <a:xfrm>
              <a:off x="1717854" y="4400842"/>
              <a:ext cx="11269" cy="15394"/>
            </a:xfrm>
            <a:prstGeom prst="line">
              <a:avLst/>
            </a:prstGeom>
            <a:noFill/>
            <a:ln w="12383">
              <a:solidFill>
                <a:srgbClr val="42949E"/>
              </a:solidFill>
              <a:prstDash val="solid"/>
            </a:ln>
          </p:spPr>
        </p:sp>
        <p:sp>
          <p:nvSpPr>
            <p:cNvPr id="774" name="panel1__line_773"/>
            <p:cNvSpPr/>
            <p:nvPr/>
          </p:nvSpPr>
          <p:spPr>
            <a:xfrm>
              <a:off x="1729123" y="4416236"/>
              <a:ext cx="11269" cy="16111"/>
            </a:xfrm>
            <a:prstGeom prst="line">
              <a:avLst/>
            </a:prstGeom>
            <a:noFill/>
            <a:ln w="12383">
              <a:solidFill>
                <a:srgbClr val="42949E"/>
              </a:solidFill>
              <a:prstDash val="solid"/>
            </a:ln>
          </p:spPr>
        </p:sp>
        <p:sp>
          <p:nvSpPr>
            <p:cNvPr id="775" name="panel1__line_774"/>
            <p:cNvSpPr/>
            <p:nvPr/>
          </p:nvSpPr>
          <p:spPr>
            <a:xfrm>
              <a:off x="1740392" y="4432347"/>
              <a:ext cx="11269" cy="15138"/>
            </a:xfrm>
            <a:prstGeom prst="line">
              <a:avLst/>
            </a:prstGeom>
            <a:noFill/>
            <a:ln w="12383">
              <a:solidFill>
                <a:srgbClr val="42949E"/>
              </a:solidFill>
              <a:prstDash val="solid"/>
            </a:ln>
          </p:spPr>
        </p:sp>
        <p:sp>
          <p:nvSpPr>
            <p:cNvPr id="776" name="panel1__line_775"/>
            <p:cNvSpPr/>
            <p:nvPr/>
          </p:nvSpPr>
          <p:spPr>
            <a:xfrm>
              <a:off x="1751661" y="4447485"/>
              <a:ext cx="11269" cy="12717"/>
            </a:xfrm>
            <a:prstGeom prst="line">
              <a:avLst/>
            </a:prstGeom>
            <a:noFill/>
            <a:ln w="12383">
              <a:solidFill>
                <a:srgbClr val="42949E"/>
              </a:solidFill>
              <a:prstDash val="solid"/>
            </a:ln>
          </p:spPr>
        </p:sp>
        <p:sp>
          <p:nvSpPr>
            <p:cNvPr id="777" name="panel1__line_776"/>
            <p:cNvSpPr/>
            <p:nvPr/>
          </p:nvSpPr>
          <p:spPr>
            <a:xfrm>
              <a:off x="1762930" y="4460202"/>
              <a:ext cx="11269" cy="9225"/>
            </a:xfrm>
            <a:prstGeom prst="line">
              <a:avLst/>
            </a:prstGeom>
            <a:noFill/>
            <a:ln w="12383">
              <a:solidFill>
                <a:srgbClr val="42949E"/>
              </a:solidFill>
              <a:prstDash val="solid"/>
            </a:ln>
          </p:spPr>
        </p:sp>
        <p:sp>
          <p:nvSpPr>
            <p:cNvPr id="778" name="panel1__line_777"/>
            <p:cNvSpPr/>
            <p:nvPr/>
          </p:nvSpPr>
          <p:spPr>
            <a:xfrm>
              <a:off x="1774199" y="4469427"/>
              <a:ext cx="11269" cy="5107"/>
            </a:xfrm>
            <a:prstGeom prst="line">
              <a:avLst/>
            </a:prstGeom>
            <a:noFill/>
            <a:ln w="12383">
              <a:solidFill>
                <a:srgbClr val="42949E"/>
              </a:solidFill>
              <a:prstDash val="solid"/>
            </a:ln>
          </p:spPr>
        </p:sp>
        <p:sp>
          <p:nvSpPr>
            <p:cNvPr id="779" name="panel1__line_778"/>
            <p:cNvSpPr/>
            <p:nvPr/>
          </p:nvSpPr>
          <p:spPr>
            <a:xfrm>
              <a:off x="1785468" y="4474535"/>
              <a:ext cx="11269" cy="819"/>
            </a:xfrm>
            <a:prstGeom prst="line">
              <a:avLst/>
            </a:prstGeom>
            <a:noFill/>
            <a:ln w="12383">
              <a:solidFill>
                <a:srgbClr val="42949E"/>
              </a:solidFill>
              <a:prstDash val="solid"/>
            </a:ln>
          </p:spPr>
        </p:sp>
        <p:sp>
          <p:nvSpPr>
            <p:cNvPr id="780" name="panel1__line_779"/>
            <p:cNvSpPr/>
            <p:nvPr/>
          </p:nvSpPr>
          <p:spPr>
            <a:xfrm flipV="1">
              <a:off x="1796737" y="4472129"/>
              <a:ext cx="11269" cy="3225"/>
            </a:xfrm>
            <a:prstGeom prst="line">
              <a:avLst/>
            </a:prstGeom>
            <a:noFill/>
            <a:ln w="12383">
              <a:solidFill>
                <a:srgbClr val="42949E"/>
              </a:solidFill>
              <a:prstDash val="solid"/>
            </a:ln>
          </p:spPr>
        </p:sp>
        <p:sp>
          <p:nvSpPr>
            <p:cNvPr id="781" name="panel1__line_780"/>
            <p:cNvSpPr/>
            <p:nvPr/>
          </p:nvSpPr>
          <p:spPr>
            <a:xfrm flipV="1">
              <a:off x="1808006" y="4465438"/>
              <a:ext cx="11269" cy="6690"/>
            </a:xfrm>
            <a:prstGeom prst="line">
              <a:avLst/>
            </a:prstGeom>
            <a:noFill/>
            <a:ln w="12383">
              <a:solidFill>
                <a:srgbClr val="42949E"/>
              </a:solidFill>
              <a:prstDash val="solid"/>
            </a:ln>
          </p:spPr>
        </p:sp>
        <p:sp>
          <p:nvSpPr>
            <p:cNvPr id="782" name="panel1__rect_781"/>
            <p:cNvSpPr/>
            <p:nvPr/>
          </p:nvSpPr>
          <p:spPr>
            <a:xfrm>
              <a:off x="1952625" y="4324350"/>
              <a:ext cx="876300" cy="219075"/>
            </a:xfrm>
            <a:prstGeom prst="rect">
              <a:avLst>
                <a:gd name="adj" fmla="val 41739"/>
              </a:avLst>
            </a:prstGeom>
            <a:solidFill>
              <a:srgbClr val="F8FAFB"/>
            </a:solidFill>
            <a:ln w="6191">
              <a:solidFill>
                <a:srgbClr val="D3DADF"/>
              </a:solidFill>
              <a:prstDash val="solid"/>
            </a:ln>
          </p:spPr>
        </p:sp>
        <p:sp>
          <p:nvSpPr>
            <p:cNvPr id="783" name="panel1__line_782"/>
            <p:cNvSpPr/>
            <p:nvPr/>
          </p:nvSpPr>
          <p:spPr>
            <a:xfrm>
              <a:off x="1990725" y="4392202"/>
              <a:ext cx="11269" cy="18664"/>
            </a:xfrm>
            <a:prstGeom prst="line">
              <a:avLst/>
            </a:prstGeom>
            <a:noFill/>
            <a:ln w="12383">
              <a:solidFill>
                <a:srgbClr val="9A4D8E"/>
              </a:solidFill>
              <a:prstDash val="solid"/>
            </a:ln>
          </p:spPr>
        </p:sp>
        <p:sp>
          <p:nvSpPr>
            <p:cNvPr id="784" name="panel1__line_783"/>
            <p:cNvSpPr/>
            <p:nvPr/>
          </p:nvSpPr>
          <p:spPr>
            <a:xfrm>
              <a:off x="2001994" y="4410867"/>
              <a:ext cx="11269" cy="27699"/>
            </a:xfrm>
            <a:prstGeom prst="line">
              <a:avLst/>
            </a:prstGeom>
            <a:noFill/>
            <a:ln w="12383">
              <a:solidFill>
                <a:srgbClr val="9A4D8E"/>
              </a:solidFill>
              <a:prstDash val="solid"/>
            </a:ln>
          </p:spPr>
        </p:sp>
        <p:sp>
          <p:nvSpPr>
            <p:cNvPr id="785" name="panel1__line_784"/>
            <p:cNvSpPr/>
            <p:nvPr/>
          </p:nvSpPr>
          <p:spPr>
            <a:xfrm>
              <a:off x="2013263" y="4438565"/>
              <a:ext cx="11269" cy="25863"/>
            </a:xfrm>
            <a:prstGeom prst="line">
              <a:avLst/>
            </a:prstGeom>
            <a:noFill/>
            <a:ln w="12383">
              <a:solidFill>
                <a:srgbClr val="9A4D8E"/>
              </a:solidFill>
              <a:prstDash val="solid"/>
            </a:ln>
          </p:spPr>
        </p:sp>
        <p:sp>
          <p:nvSpPr>
            <p:cNvPr id="786" name="panel1__line_785"/>
            <p:cNvSpPr/>
            <p:nvPr/>
          </p:nvSpPr>
          <p:spPr>
            <a:xfrm>
              <a:off x="2024532" y="4464428"/>
              <a:ext cx="11269" cy="13878"/>
            </a:xfrm>
            <a:prstGeom prst="line">
              <a:avLst/>
            </a:prstGeom>
            <a:noFill/>
            <a:ln w="12383">
              <a:solidFill>
                <a:srgbClr val="9A4D8E"/>
              </a:solidFill>
              <a:prstDash val="solid"/>
            </a:ln>
          </p:spPr>
        </p:sp>
        <p:sp>
          <p:nvSpPr>
            <p:cNvPr id="787" name="panel1__line_786"/>
            <p:cNvSpPr/>
            <p:nvPr/>
          </p:nvSpPr>
          <p:spPr>
            <a:xfrm flipV="1">
              <a:off x="2035801" y="4474753"/>
              <a:ext cx="11269" cy="3553"/>
            </a:xfrm>
            <a:prstGeom prst="line">
              <a:avLst/>
            </a:prstGeom>
            <a:noFill/>
            <a:ln w="12383">
              <a:solidFill>
                <a:srgbClr val="9A4D8E"/>
              </a:solidFill>
              <a:prstDash val="solid"/>
            </a:ln>
          </p:spPr>
        </p:sp>
        <p:sp>
          <p:nvSpPr>
            <p:cNvPr id="788" name="panel1__line_787"/>
            <p:cNvSpPr/>
            <p:nvPr/>
          </p:nvSpPr>
          <p:spPr>
            <a:xfrm flipV="1">
              <a:off x="2047070" y="4455162"/>
              <a:ext cx="11269" cy="19590"/>
            </a:xfrm>
            <a:prstGeom prst="line">
              <a:avLst/>
            </a:prstGeom>
            <a:noFill/>
            <a:ln w="12383">
              <a:solidFill>
                <a:srgbClr val="9A4D8E"/>
              </a:solidFill>
              <a:prstDash val="solid"/>
            </a:ln>
          </p:spPr>
        </p:sp>
        <p:sp>
          <p:nvSpPr>
            <p:cNvPr id="789" name="panel1__line_788"/>
            <p:cNvSpPr/>
            <p:nvPr/>
          </p:nvSpPr>
          <p:spPr>
            <a:xfrm flipV="1">
              <a:off x="2058339" y="4427223"/>
              <a:ext cx="11269" cy="27939"/>
            </a:xfrm>
            <a:prstGeom prst="line">
              <a:avLst/>
            </a:prstGeom>
            <a:noFill/>
            <a:ln w="12383">
              <a:solidFill>
                <a:srgbClr val="9A4D8E"/>
              </a:solidFill>
              <a:prstDash val="solid"/>
            </a:ln>
          </p:spPr>
        </p:sp>
        <p:sp>
          <p:nvSpPr>
            <p:cNvPr id="790" name="panel1__line_789"/>
            <p:cNvSpPr/>
            <p:nvPr/>
          </p:nvSpPr>
          <p:spPr>
            <a:xfrm flipV="1">
              <a:off x="2069608" y="4401899"/>
              <a:ext cx="11269" cy="25324"/>
            </a:xfrm>
            <a:prstGeom prst="line">
              <a:avLst/>
            </a:prstGeom>
            <a:noFill/>
            <a:ln w="12383">
              <a:solidFill>
                <a:srgbClr val="9A4D8E"/>
              </a:solidFill>
              <a:prstDash val="solid"/>
            </a:ln>
          </p:spPr>
        </p:sp>
        <p:sp>
          <p:nvSpPr>
            <p:cNvPr id="791" name="panel1__line_790"/>
            <p:cNvSpPr/>
            <p:nvPr/>
          </p:nvSpPr>
          <p:spPr>
            <a:xfrm flipV="1">
              <a:off x="2080877" y="4389129"/>
              <a:ext cx="11269" cy="12771"/>
            </a:xfrm>
            <a:prstGeom prst="line">
              <a:avLst/>
            </a:prstGeom>
            <a:noFill/>
            <a:ln w="12383">
              <a:solidFill>
                <a:srgbClr val="9A4D8E"/>
              </a:solidFill>
              <a:prstDash val="solid"/>
            </a:ln>
          </p:spPr>
        </p:sp>
        <p:sp>
          <p:nvSpPr>
            <p:cNvPr id="792" name="panel1__line_791"/>
            <p:cNvSpPr/>
            <p:nvPr/>
          </p:nvSpPr>
          <p:spPr>
            <a:xfrm>
              <a:off x="2092146" y="4389129"/>
              <a:ext cx="11269" cy="4794"/>
            </a:xfrm>
            <a:prstGeom prst="line">
              <a:avLst/>
            </a:prstGeom>
            <a:noFill/>
            <a:ln w="12383">
              <a:solidFill>
                <a:srgbClr val="9A4D8E"/>
              </a:solidFill>
              <a:prstDash val="solid"/>
            </a:ln>
          </p:spPr>
        </p:sp>
        <p:sp>
          <p:nvSpPr>
            <p:cNvPr id="793" name="panel1__line_792"/>
            <p:cNvSpPr/>
            <p:nvPr/>
          </p:nvSpPr>
          <p:spPr>
            <a:xfrm>
              <a:off x="2103415" y="4393923"/>
              <a:ext cx="11269" cy="20478"/>
            </a:xfrm>
            <a:prstGeom prst="line">
              <a:avLst/>
            </a:prstGeom>
            <a:noFill/>
            <a:ln w="12383">
              <a:solidFill>
                <a:srgbClr val="9A4D8E"/>
              </a:solidFill>
              <a:prstDash val="solid"/>
            </a:ln>
          </p:spPr>
        </p:sp>
        <p:sp>
          <p:nvSpPr>
            <p:cNvPr id="794" name="panel1__line_793"/>
            <p:cNvSpPr/>
            <p:nvPr/>
          </p:nvSpPr>
          <p:spPr>
            <a:xfrm>
              <a:off x="2114684" y="4414400"/>
              <a:ext cx="11269" cy="28125"/>
            </a:xfrm>
            <a:prstGeom prst="line">
              <a:avLst/>
            </a:prstGeom>
            <a:noFill/>
            <a:ln w="12383">
              <a:solidFill>
                <a:srgbClr val="9A4D8E"/>
              </a:solidFill>
              <a:prstDash val="solid"/>
            </a:ln>
          </p:spPr>
        </p:sp>
        <p:sp>
          <p:nvSpPr>
            <p:cNvPr id="795" name="panel1__line_794"/>
            <p:cNvSpPr/>
            <p:nvPr/>
          </p:nvSpPr>
          <p:spPr>
            <a:xfrm>
              <a:off x="2125953" y="4442525"/>
              <a:ext cx="11269" cy="24735"/>
            </a:xfrm>
            <a:prstGeom prst="line">
              <a:avLst/>
            </a:prstGeom>
            <a:noFill/>
            <a:ln w="12383">
              <a:solidFill>
                <a:srgbClr val="9A4D8E"/>
              </a:solidFill>
              <a:prstDash val="solid"/>
            </a:ln>
          </p:spPr>
        </p:sp>
        <p:sp>
          <p:nvSpPr>
            <p:cNvPr id="796" name="panel1__line_795"/>
            <p:cNvSpPr/>
            <p:nvPr/>
          </p:nvSpPr>
          <p:spPr>
            <a:xfrm>
              <a:off x="2137222" y="4467260"/>
              <a:ext cx="11269" cy="11639"/>
            </a:xfrm>
            <a:prstGeom prst="line">
              <a:avLst/>
            </a:prstGeom>
            <a:noFill/>
            <a:ln w="12383">
              <a:solidFill>
                <a:srgbClr val="9A4D8E"/>
              </a:solidFill>
              <a:prstDash val="solid"/>
            </a:ln>
          </p:spPr>
        </p:sp>
        <p:sp>
          <p:nvSpPr>
            <p:cNvPr id="797" name="panel1__line_796"/>
            <p:cNvSpPr/>
            <p:nvPr/>
          </p:nvSpPr>
          <p:spPr>
            <a:xfrm flipV="1">
              <a:off x="2148491" y="4472874"/>
              <a:ext cx="11269" cy="6025"/>
            </a:xfrm>
            <a:prstGeom prst="line">
              <a:avLst/>
            </a:prstGeom>
            <a:noFill/>
            <a:ln w="12383">
              <a:solidFill>
                <a:srgbClr val="9A4D8E"/>
              </a:solidFill>
              <a:prstDash val="solid"/>
            </a:ln>
          </p:spPr>
        </p:sp>
        <p:sp>
          <p:nvSpPr>
            <p:cNvPr id="798" name="panel1__line_797"/>
            <p:cNvSpPr/>
            <p:nvPr/>
          </p:nvSpPr>
          <p:spPr>
            <a:xfrm flipV="1">
              <a:off x="2159760" y="4451549"/>
              <a:ext cx="11269" cy="21325"/>
            </a:xfrm>
            <a:prstGeom prst="line">
              <a:avLst/>
            </a:prstGeom>
            <a:noFill/>
            <a:ln w="12383">
              <a:solidFill>
                <a:srgbClr val="9A4D8E"/>
              </a:solidFill>
              <a:prstDash val="solid"/>
            </a:ln>
          </p:spPr>
        </p:sp>
        <p:sp>
          <p:nvSpPr>
            <p:cNvPr id="799" name="panel1__line_798"/>
            <p:cNvSpPr/>
            <p:nvPr/>
          </p:nvSpPr>
          <p:spPr>
            <a:xfrm flipV="1">
              <a:off x="2171029" y="4423293"/>
              <a:ext cx="11269" cy="28256"/>
            </a:xfrm>
            <a:prstGeom prst="line">
              <a:avLst/>
            </a:prstGeom>
            <a:noFill/>
            <a:ln w="12383">
              <a:solidFill>
                <a:srgbClr val="9A4D8E"/>
              </a:solidFill>
              <a:prstDash val="solid"/>
            </a:ln>
          </p:spPr>
        </p:sp>
        <p:sp>
          <p:nvSpPr>
            <p:cNvPr id="800" name="panel1__line_799"/>
            <p:cNvSpPr/>
            <p:nvPr/>
          </p:nvSpPr>
          <p:spPr>
            <a:xfrm flipV="1">
              <a:off x="2182298" y="4399195"/>
              <a:ext cx="11269" cy="24098"/>
            </a:xfrm>
            <a:prstGeom prst="line">
              <a:avLst/>
            </a:prstGeom>
            <a:noFill/>
            <a:ln w="12383">
              <a:solidFill>
                <a:srgbClr val="9A4D8E"/>
              </a:solidFill>
              <a:prstDash val="solid"/>
            </a:ln>
          </p:spPr>
        </p:sp>
        <p:sp>
          <p:nvSpPr>
            <p:cNvPr id="801" name="panel1__line_800"/>
            <p:cNvSpPr/>
            <p:nvPr/>
          </p:nvSpPr>
          <p:spPr>
            <a:xfrm flipV="1">
              <a:off x="2193567" y="4388711"/>
              <a:ext cx="11269" cy="10484"/>
            </a:xfrm>
            <a:prstGeom prst="line">
              <a:avLst/>
            </a:prstGeom>
            <a:noFill/>
            <a:ln w="12383">
              <a:solidFill>
                <a:srgbClr val="9A4D8E"/>
              </a:solidFill>
              <a:prstDash val="solid"/>
            </a:ln>
          </p:spPr>
        </p:sp>
        <p:sp>
          <p:nvSpPr>
            <p:cNvPr id="802" name="panel1__line_801"/>
            <p:cNvSpPr/>
            <p:nvPr/>
          </p:nvSpPr>
          <p:spPr>
            <a:xfrm>
              <a:off x="2204836" y="4388711"/>
              <a:ext cx="11269" cy="7245"/>
            </a:xfrm>
            <a:prstGeom prst="line">
              <a:avLst/>
            </a:prstGeom>
            <a:noFill/>
            <a:ln w="12383">
              <a:solidFill>
                <a:srgbClr val="9A4D8E"/>
              </a:solidFill>
              <a:prstDash val="solid"/>
            </a:ln>
          </p:spPr>
        </p:sp>
        <p:sp>
          <p:nvSpPr>
            <p:cNvPr id="803" name="panel1__line_802"/>
            <p:cNvSpPr/>
            <p:nvPr/>
          </p:nvSpPr>
          <p:spPr>
            <a:xfrm>
              <a:off x="2216105" y="4395956"/>
              <a:ext cx="11269" cy="22130"/>
            </a:xfrm>
            <a:prstGeom prst="line">
              <a:avLst/>
            </a:prstGeom>
            <a:noFill/>
            <a:ln w="12383">
              <a:solidFill>
                <a:srgbClr val="9A4D8E"/>
              </a:solidFill>
              <a:prstDash val="solid"/>
            </a:ln>
          </p:spPr>
        </p:sp>
        <p:sp>
          <p:nvSpPr>
            <p:cNvPr id="804" name="panel1__line_803"/>
            <p:cNvSpPr/>
            <p:nvPr/>
          </p:nvSpPr>
          <p:spPr>
            <a:xfrm>
              <a:off x="2227374" y="4418087"/>
              <a:ext cx="11269" cy="28331"/>
            </a:xfrm>
            <a:prstGeom prst="line">
              <a:avLst/>
            </a:prstGeom>
            <a:noFill/>
            <a:ln w="12383">
              <a:solidFill>
                <a:srgbClr val="9A4D8E"/>
              </a:solidFill>
              <a:prstDash val="solid"/>
            </a:ln>
          </p:spPr>
        </p:sp>
        <p:sp>
          <p:nvSpPr>
            <p:cNvPr id="805" name="panel1__line_804"/>
            <p:cNvSpPr/>
            <p:nvPr/>
          </p:nvSpPr>
          <p:spPr>
            <a:xfrm>
              <a:off x="2238643" y="4446418"/>
              <a:ext cx="11269" cy="23414"/>
            </a:xfrm>
            <a:prstGeom prst="line">
              <a:avLst/>
            </a:prstGeom>
            <a:noFill/>
            <a:ln w="12383">
              <a:solidFill>
                <a:srgbClr val="9A4D8E"/>
              </a:solidFill>
              <a:prstDash val="solid"/>
            </a:ln>
          </p:spPr>
        </p:sp>
        <p:sp>
          <p:nvSpPr>
            <p:cNvPr id="806" name="panel1__line_805"/>
            <p:cNvSpPr/>
            <p:nvPr/>
          </p:nvSpPr>
          <p:spPr>
            <a:xfrm>
              <a:off x="2249912" y="4469832"/>
              <a:ext cx="11269" cy="9308"/>
            </a:xfrm>
            <a:prstGeom prst="line">
              <a:avLst/>
            </a:prstGeom>
            <a:noFill/>
            <a:ln w="12383">
              <a:solidFill>
                <a:srgbClr val="9A4D8E"/>
              </a:solidFill>
              <a:prstDash val="solid"/>
            </a:ln>
          </p:spPr>
        </p:sp>
        <p:sp>
          <p:nvSpPr>
            <p:cNvPr id="807" name="panel1__line_806"/>
            <p:cNvSpPr/>
            <p:nvPr/>
          </p:nvSpPr>
          <p:spPr>
            <a:xfrm flipV="1">
              <a:off x="2261181" y="4470689"/>
              <a:ext cx="11269" cy="8450"/>
            </a:xfrm>
            <a:prstGeom prst="line">
              <a:avLst/>
            </a:prstGeom>
            <a:noFill/>
            <a:ln w="12383">
              <a:solidFill>
                <a:srgbClr val="9A4D8E"/>
              </a:solidFill>
              <a:prstDash val="solid"/>
            </a:ln>
          </p:spPr>
        </p:sp>
        <p:sp>
          <p:nvSpPr>
            <p:cNvPr id="808" name="panel1__line_807"/>
            <p:cNvSpPr/>
            <p:nvPr/>
          </p:nvSpPr>
          <p:spPr>
            <a:xfrm flipV="1">
              <a:off x="2272450" y="4447797"/>
              <a:ext cx="11269" cy="22893"/>
            </a:xfrm>
            <a:prstGeom prst="line">
              <a:avLst/>
            </a:prstGeom>
            <a:noFill/>
            <a:ln w="12383">
              <a:solidFill>
                <a:srgbClr val="9A4D8E"/>
              </a:solidFill>
              <a:prstDash val="solid"/>
            </a:ln>
          </p:spPr>
        </p:sp>
        <p:sp>
          <p:nvSpPr>
            <p:cNvPr id="809" name="panel1__line_808"/>
            <p:cNvSpPr/>
            <p:nvPr/>
          </p:nvSpPr>
          <p:spPr>
            <a:xfrm flipV="1">
              <a:off x="2283719" y="4419446"/>
              <a:ext cx="11269" cy="28351"/>
            </a:xfrm>
            <a:prstGeom prst="line">
              <a:avLst/>
            </a:prstGeom>
            <a:noFill/>
            <a:ln w="12383">
              <a:solidFill>
                <a:srgbClr val="9A4D8E"/>
              </a:solidFill>
              <a:prstDash val="solid"/>
            </a:ln>
          </p:spPr>
        </p:sp>
        <p:sp>
          <p:nvSpPr>
            <p:cNvPr id="810" name="panel1__line_809"/>
            <p:cNvSpPr/>
            <p:nvPr/>
          </p:nvSpPr>
          <p:spPr>
            <a:xfrm flipV="1">
              <a:off x="2294988" y="4396762"/>
              <a:ext cx="11269" cy="22684"/>
            </a:xfrm>
            <a:prstGeom prst="line">
              <a:avLst/>
            </a:prstGeom>
            <a:noFill/>
            <a:ln w="12383">
              <a:solidFill>
                <a:srgbClr val="9A4D8E"/>
              </a:solidFill>
              <a:prstDash val="solid"/>
            </a:ln>
          </p:spPr>
        </p:sp>
        <p:sp>
          <p:nvSpPr>
            <p:cNvPr id="811" name="panel1__line_810"/>
            <p:cNvSpPr/>
            <p:nvPr/>
          </p:nvSpPr>
          <p:spPr>
            <a:xfrm flipV="1">
              <a:off x="2306257" y="4388648"/>
              <a:ext cx="11269" cy="8114"/>
            </a:xfrm>
            <a:prstGeom prst="line">
              <a:avLst/>
            </a:prstGeom>
            <a:noFill/>
            <a:ln w="12383">
              <a:solidFill>
                <a:srgbClr val="9A4D8E"/>
              </a:solidFill>
              <a:prstDash val="solid"/>
            </a:ln>
          </p:spPr>
        </p:sp>
        <p:sp>
          <p:nvSpPr>
            <p:cNvPr id="812" name="panel1__line_811"/>
            <p:cNvSpPr/>
            <p:nvPr/>
          </p:nvSpPr>
          <p:spPr>
            <a:xfrm>
              <a:off x="2317526" y="4388648"/>
              <a:ext cx="11269" cy="9639"/>
            </a:xfrm>
            <a:prstGeom prst="line">
              <a:avLst/>
            </a:prstGeom>
            <a:noFill/>
            <a:ln w="12383">
              <a:solidFill>
                <a:srgbClr val="9A4D8E"/>
              </a:solidFill>
              <a:prstDash val="solid"/>
            </a:ln>
          </p:spPr>
        </p:sp>
        <p:sp>
          <p:nvSpPr>
            <p:cNvPr id="813" name="panel1__line_812"/>
            <p:cNvSpPr/>
            <p:nvPr/>
          </p:nvSpPr>
          <p:spPr>
            <a:xfrm>
              <a:off x="2328795" y="4398287"/>
              <a:ext cx="11269" cy="23610"/>
            </a:xfrm>
            <a:prstGeom prst="line">
              <a:avLst/>
            </a:prstGeom>
            <a:noFill/>
            <a:ln w="12383">
              <a:solidFill>
                <a:srgbClr val="9A4D8E"/>
              </a:solidFill>
              <a:prstDash val="solid"/>
            </a:ln>
          </p:spPr>
        </p:sp>
        <p:sp>
          <p:nvSpPr>
            <p:cNvPr id="814" name="panel1__line_813"/>
            <p:cNvSpPr/>
            <p:nvPr/>
          </p:nvSpPr>
          <p:spPr>
            <a:xfrm>
              <a:off x="2340064" y="4421897"/>
              <a:ext cx="11269" cy="28316"/>
            </a:xfrm>
            <a:prstGeom prst="line">
              <a:avLst/>
            </a:prstGeom>
            <a:noFill/>
            <a:ln w="12383">
              <a:solidFill>
                <a:srgbClr val="9A4D8E"/>
              </a:solidFill>
              <a:prstDash val="solid"/>
            </a:ln>
          </p:spPr>
        </p:sp>
        <p:sp>
          <p:nvSpPr>
            <p:cNvPr id="815" name="panel1__line_814"/>
            <p:cNvSpPr/>
            <p:nvPr/>
          </p:nvSpPr>
          <p:spPr>
            <a:xfrm>
              <a:off x="2351333" y="4450212"/>
              <a:ext cx="11269" cy="21909"/>
            </a:xfrm>
            <a:prstGeom prst="line">
              <a:avLst/>
            </a:prstGeom>
            <a:noFill/>
            <a:ln w="12383">
              <a:solidFill>
                <a:srgbClr val="9A4D8E"/>
              </a:solidFill>
              <a:prstDash val="solid"/>
            </a:ln>
          </p:spPr>
        </p:sp>
        <p:sp>
          <p:nvSpPr>
            <p:cNvPr id="816" name="panel1__line_815"/>
            <p:cNvSpPr/>
            <p:nvPr/>
          </p:nvSpPr>
          <p:spPr>
            <a:xfrm>
              <a:off x="2362602" y="4472122"/>
              <a:ext cx="11269" cy="6905"/>
            </a:xfrm>
            <a:prstGeom prst="line">
              <a:avLst/>
            </a:prstGeom>
            <a:noFill/>
            <a:ln w="12383">
              <a:solidFill>
                <a:srgbClr val="9A4D8E"/>
              </a:solidFill>
              <a:prstDash val="solid"/>
            </a:ln>
          </p:spPr>
        </p:sp>
        <p:sp>
          <p:nvSpPr>
            <p:cNvPr id="817" name="panel1__line_816"/>
            <p:cNvSpPr/>
            <p:nvPr/>
          </p:nvSpPr>
          <p:spPr>
            <a:xfrm flipV="1">
              <a:off x="2373871" y="4468217"/>
              <a:ext cx="11269" cy="10809"/>
            </a:xfrm>
            <a:prstGeom prst="line">
              <a:avLst/>
            </a:prstGeom>
            <a:noFill/>
            <a:ln w="12383">
              <a:solidFill>
                <a:srgbClr val="9A4D8E"/>
              </a:solidFill>
              <a:prstDash val="solid"/>
            </a:ln>
          </p:spPr>
        </p:sp>
        <p:sp>
          <p:nvSpPr>
            <p:cNvPr id="818" name="panel1__line_817"/>
            <p:cNvSpPr/>
            <p:nvPr/>
          </p:nvSpPr>
          <p:spPr>
            <a:xfrm flipV="1">
              <a:off x="2385140" y="4443936"/>
              <a:ext cx="11269" cy="24281"/>
            </a:xfrm>
            <a:prstGeom prst="line">
              <a:avLst/>
            </a:prstGeom>
            <a:noFill/>
            <a:ln w="12383">
              <a:solidFill>
                <a:srgbClr val="9A4D8E"/>
              </a:solidFill>
              <a:prstDash val="solid"/>
            </a:ln>
          </p:spPr>
        </p:sp>
        <p:sp>
          <p:nvSpPr>
            <p:cNvPr id="819" name="panel1__line_818"/>
            <p:cNvSpPr/>
            <p:nvPr/>
          </p:nvSpPr>
          <p:spPr>
            <a:xfrm flipV="1">
              <a:off x="2396410" y="4415711"/>
              <a:ext cx="11269" cy="28225"/>
            </a:xfrm>
            <a:prstGeom prst="line">
              <a:avLst/>
            </a:prstGeom>
            <a:noFill/>
            <a:ln w="12383">
              <a:solidFill>
                <a:srgbClr val="9A4D8E"/>
              </a:solidFill>
              <a:prstDash val="solid"/>
            </a:ln>
          </p:spPr>
        </p:sp>
        <p:sp>
          <p:nvSpPr>
            <p:cNvPr id="820" name="panel1__line_819"/>
            <p:cNvSpPr/>
            <p:nvPr/>
          </p:nvSpPr>
          <p:spPr>
            <a:xfrm flipV="1">
              <a:off x="2407679" y="4394620"/>
              <a:ext cx="11269" cy="21092"/>
            </a:xfrm>
            <a:prstGeom prst="line">
              <a:avLst/>
            </a:prstGeom>
            <a:noFill/>
            <a:ln w="12383">
              <a:solidFill>
                <a:srgbClr val="9A4D8E"/>
              </a:solidFill>
              <a:prstDash val="solid"/>
            </a:ln>
          </p:spPr>
        </p:sp>
        <p:sp>
          <p:nvSpPr>
            <p:cNvPr id="821" name="panel1__line_820"/>
            <p:cNvSpPr/>
            <p:nvPr/>
          </p:nvSpPr>
          <p:spPr>
            <a:xfrm flipV="1">
              <a:off x="2418948" y="4388938"/>
              <a:ext cx="11269" cy="5682"/>
            </a:xfrm>
            <a:prstGeom prst="line">
              <a:avLst/>
            </a:prstGeom>
            <a:noFill/>
            <a:ln w="12383">
              <a:solidFill>
                <a:srgbClr val="9A4D8E"/>
              </a:solidFill>
              <a:prstDash val="solid"/>
            </a:ln>
          </p:spPr>
        </p:sp>
        <p:sp>
          <p:nvSpPr>
            <p:cNvPr id="822" name="panel1__line_821"/>
            <p:cNvSpPr/>
            <p:nvPr/>
          </p:nvSpPr>
          <p:spPr>
            <a:xfrm>
              <a:off x="2430217" y="4388938"/>
              <a:ext cx="11269" cy="11958"/>
            </a:xfrm>
            <a:prstGeom prst="line">
              <a:avLst/>
            </a:prstGeom>
            <a:noFill/>
            <a:ln w="12383">
              <a:solidFill>
                <a:srgbClr val="9A4D8E"/>
              </a:solidFill>
              <a:prstDash val="solid"/>
            </a:ln>
          </p:spPr>
        </p:sp>
        <p:sp>
          <p:nvSpPr>
            <p:cNvPr id="823" name="panel1__line_822"/>
            <p:cNvSpPr/>
            <p:nvPr/>
          </p:nvSpPr>
          <p:spPr>
            <a:xfrm>
              <a:off x="2441486" y="4400896"/>
              <a:ext cx="11269" cy="24905"/>
            </a:xfrm>
            <a:prstGeom prst="line">
              <a:avLst/>
            </a:prstGeom>
            <a:noFill/>
            <a:ln w="12383">
              <a:solidFill>
                <a:srgbClr val="9A4D8E"/>
              </a:solidFill>
              <a:prstDash val="solid"/>
            </a:ln>
          </p:spPr>
        </p:sp>
        <p:sp>
          <p:nvSpPr>
            <p:cNvPr id="824" name="panel1__line_823"/>
            <p:cNvSpPr/>
            <p:nvPr/>
          </p:nvSpPr>
          <p:spPr>
            <a:xfrm>
              <a:off x="2452755" y="4425801"/>
              <a:ext cx="11269" cy="28078"/>
            </a:xfrm>
            <a:prstGeom prst="line">
              <a:avLst/>
            </a:prstGeom>
            <a:noFill/>
            <a:ln w="12383">
              <a:solidFill>
                <a:srgbClr val="9A4D8E"/>
              </a:solidFill>
              <a:prstDash val="solid"/>
            </a:ln>
          </p:spPr>
        </p:sp>
        <p:sp>
          <p:nvSpPr>
            <p:cNvPr id="825" name="panel1__line_824"/>
            <p:cNvSpPr/>
            <p:nvPr/>
          </p:nvSpPr>
          <p:spPr>
            <a:xfrm>
              <a:off x="2464024" y="4453879"/>
              <a:ext cx="11269" cy="20233"/>
            </a:xfrm>
            <a:prstGeom prst="line">
              <a:avLst/>
            </a:prstGeom>
            <a:noFill/>
            <a:ln w="12383">
              <a:solidFill>
                <a:srgbClr val="9A4D8E"/>
              </a:solidFill>
              <a:prstDash val="solid"/>
            </a:ln>
          </p:spPr>
        </p:sp>
        <p:sp>
          <p:nvSpPr>
            <p:cNvPr id="826" name="panel1__line_825"/>
            <p:cNvSpPr/>
            <p:nvPr/>
          </p:nvSpPr>
          <p:spPr>
            <a:xfrm>
              <a:off x="2475293" y="4474112"/>
              <a:ext cx="11269" cy="4448"/>
            </a:xfrm>
            <a:prstGeom prst="line">
              <a:avLst/>
            </a:prstGeom>
            <a:noFill/>
            <a:ln w="12383">
              <a:solidFill>
                <a:srgbClr val="9A4D8E"/>
              </a:solidFill>
              <a:prstDash val="solid"/>
            </a:ln>
          </p:spPr>
        </p:sp>
        <p:sp>
          <p:nvSpPr>
            <p:cNvPr id="827" name="panel1__line_826"/>
            <p:cNvSpPr/>
            <p:nvPr/>
          </p:nvSpPr>
          <p:spPr>
            <a:xfrm flipV="1">
              <a:off x="2486562" y="4465476"/>
              <a:ext cx="11269" cy="13083"/>
            </a:xfrm>
            <a:prstGeom prst="line">
              <a:avLst/>
            </a:prstGeom>
            <a:noFill/>
            <a:ln w="12383">
              <a:solidFill>
                <a:srgbClr val="9A4D8E"/>
              </a:solidFill>
              <a:prstDash val="solid"/>
            </a:ln>
          </p:spPr>
        </p:sp>
        <p:sp>
          <p:nvSpPr>
            <p:cNvPr id="828" name="panel1__line_827"/>
            <p:cNvSpPr/>
            <p:nvPr/>
          </p:nvSpPr>
          <p:spPr>
            <a:xfrm flipV="1">
              <a:off x="2497831" y="4439997"/>
              <a:ext cx="11269" cy="25480"/>
            </a:xfrm>
            <a:prstGeom prst="line">
              <a:avLst/>
            </a:prstGeom>
            <a:noFill/>
            <a:ln w="12383">
              <a:solidFill>
                <a:srgbClr val="9A4D8E"/>
              </a:solidFill>
              <a:prstDash val="solid"/>
            </a:ln>
          </p:spPr>
        </p:sp>
        <p:sp>
          <p:nvSpPr>
            <p:cNvPr id="829" name="panel1__line_828"/>
            <p:cNvSpPr/>
            <p:nvPr/>
          </p:nvSpPr>
          <p:spPr>
            <a:xfrm flipV="1">
              <a:off x="2509100" y="4412119"/>
              <a:ext cx="11269" cy="27877"/>
            </a:xfrm>
            <a:prstGeom prst="line">
              <a:avLst/>
            </a:prstGeom>
            <a:noFill/>
            <a:ln w="12383">
              <a:solidFill>
                <a:srgbClr val="9A4D8E"/>
              </a:solidFill>
              <a:prstDash val="solid"/>
            </a:ln>
          </p:spPr>
        </p:sp>
        <p:sp>
          <p:nvSpPr>
            <p:cNvPr id="830" name="panel1__line_829"/>
            <p:cNvSpPr/>
            <p:nvPr/>
          </p:nvSpPr>
          <p:spPr>
            <a:xfrm flipV="1">
              <a:off x="2520369" y="4392785"/>
              <a:ext cx="11269" cy="19335"/>
            </a:xfrm>
            <a:prstGeom prst="line">
              <a:avLst/>
            </a:prstGeom>
            <a:noFill/>
            <a:ln w="12383">
              <a:solidFill>
                <a:srgbClr val="9A4D8E"/>
              </a:solidFill>
              <a:prstDash val="solid"/>
            </a:ln>
          </p:spPr>
        </p:sp>
        <p:sp>
          <p:nvSpPr>
            <p:cNvPr id="831" name="panel1__line_830"/>
            <p:cNvSpPr/>
            <p:nvPr/>
          </p:nvSpPr>
          <p:spPr>
            <a:xfrm flipV="1">
              <a:off x="2531638" y="4389580"/>
              <a:ext cx="11269" cy="3205"/>
            </a:xfrm>
            <a:prstGeom prst="line">
              <a:avLst/>
            </a:prstGeom>
            <a:noFill/>
            <a:ln w="12383">
              <a:solidFill>
                <a:srgbClr val="9A4D8E"/>
              </a:solidFill>
              <a:prstDash val="solid"/>
            </a:ln>
          </p:spPr>
        </p:sp>
        <p:sp>
          <p:nvSpPr>
            <p:cNvPr id="832" name="panel1__line_831"/>
            <p:cNvSpPr/>
            <p:nvPr/>
          </p:nvSpPr>
          <p:spPr>
            <a:xfrm>
              <a:off x="2542907" y="4389580"/>
              <a:ext cx="11269" cy="14183"/>
            </a:xfrm>
            <a:prstGeom prst="line">
              <a:avLst/>
            </a:prstGeom>
            <a:noFill/>
            <a:ln w="12383">
              <a:solidFill>
                <a:srgbClr val="9A4D8E"/>
              </a:solidFill>
              <a:prstDash val="solid"/>
            </a:ln>
          </p:spPr>
        </p:sp>
        <p:sp>
          <p:nvSpPr>
            <p:cNvPr id="833" name="panel1__line_832"/>
            <p:cNvSpPr/>
            <p:nvPr/>
          </p:nvSpPr>
          <p:spPr>
            <a:xfrm>
              <a:off x="2554176" y="4403763"/>
              <a:ext cx="11269" cy="26005"/>
            </a:xfrm>
            <a:prstGeom prst="line">
              <a:avLst/>
            </a:prstGeom>
            <a:noFill/>
            <a:ln w="12383">
              <a:solidFill>
                <a:srgbClr val="9A4D8E"/>
              </a:solidFill>
              <a:prstDash val="solid"/>
            </a:ln>
          </p:spPr>
        </p:sp>
        <p:sp>
          <p:nvSpPr>
            <p:cNvPr id="834" name="panel1__line_833"/>
            <p:cNvSpPr/>
            <p:nvPr/>
          </p:nvSpPr>
          <p:spPr>
            <a:xfrm>
              <a:off x="2565445" y="4429768"/>
              <a:ext cx="11269" cy="27622"/>
            </a:xfrm>
            <a:prstGeom prst="line">
              <a:avLst/>
            </a:prstGeom>
            <a:noFill/>
            <a:ln w="12383">
              <a:solidFill>
                <a:srgbClr val="9A4D8E"/>
              </a:solidFill>
              <a:prstDash val="solid"/>
            </a:ln>
          </p:spPr>
        </p:sp>
        <p:sp>
          <p:nvSpPr>
            <p:cNvPr id="835" name="panel1__line_834"/>
            <p:cNvSpPr/>
            <p:nvPr/>
          </p:nvSpPr>
          <p:spPr>
            <a:xfrm>
              <a:off x="2576714" y="4457389"/>
              <a:ext cx="11269" cy="18399"/>
            </a:xfrm>
            <a:prstGeom prst="line">
              <a:avLst/>
            </a:prstGeom>
            <a:noFill/>
            <a:ln w="12383">
              <a:solidFill>
                <a:srgbClr val="9A4D8E"/>
              </a:solidFill>
              <a:prstDash val="solid"/>
            </a:ln>
          </p:spPr>
        </p:sp>
        <p:sp>
          <p:nvSpPr>
            <p:cNvPr id="836" name="panel1__line_835"/>
            <p:cNvSpPr/>
            <p:nvPr/>
          </p:nvSpPr>
          <p:spPr>
            <a:xfrm>
              <a:off x="2587983" y="4475788"/>
              <a:ext cx="11269" cy="1955"/>
            </a:xfrm>
            <a:prstGeom prst="line">
              <a:avLst/>
            </a:prstGeom>
            <a:noFill/>
            <a:ln w="12383">
              <a:solidFill>
                <a:srgbClr val="9A4D8E"/>
              </a:solidFill>
              <a:prstDash val="solid"/>
            </a:ln>
          </p:spPr>
        </p:sp>
        <p:sp>
          <p:nvSpPr>
            <p:cNvPr id="837" name="panel1__line_836"/>
            <p:cNvSpPr/>
            <p:nvPr/>
          </p:nvSpPr>
          <p:spPr>
            <a:xfrm flipV="1">
              <a:off x="2599252" y="4462488"/>
              <a:ext cx="11269" cy="15255"/>
            </a:xfrm>
            <a:prstGeom prst="line">
              <a:avLst/>
            </a:prstGeom>
            <a:noFill/>
            <a:ln w="12383">
              <a:solidFill>
                <a:srgbClr val="9A4D8E"/>
              </a:solidFill>
              <a:prstDash val="solid"/>
            </a:ln>
          </p:spPr>
        </p:sp>
        <p:sp>
          <p:nvSpPr>
            <p:cNvPr id="838" name="panel1__line_837"/>
            <p:cNvSpPr/>
            <p:nvPr/>
          </p:nvSpPr>
          <p:spPr>
            <a:xfrm flipV="1">
              <a:off x="2610521" y="4436009"/>
              <a:ext cx="11269" cy="26479"/>
            </a:xfrm>
            <a:prstGeom prst="line">
              <a:avLst/>
            </a:prstGeom>
            <a:noFill/>
            <a:ln w="12383">
              <a:solidFill>
                <a:srgbClr val="9A4D8E"/>
              </a:solidFill>
              <a:prstDash val="solid"/>
            </a:ln>
          </p:spPr>
        </p:sp>
        <p:sp>
          <p:nvSpPr>
            <p:cNvPr id="839" name="panel1__line_838"/>
            <p:cNvSpPr/>
            <p:nvPr/>
          </p:nvSpPr>
          <p:spPr>
            <a:xfrm flipV="1">
              <a:off x="2621790" y="4408698"/>
              <a:ext cx="11269" cy="27312"/>
            </a:xfrm>
            <a:prstGeom prst="line">
              <a:avLst/>
            </a:prstGeom>
            <a:noFill/>
            <a:ln w="12383">
              <a:solidFill>
                <a:srgbClr val="9A4D8E"/>
              </a:solidFill>
              <a:prstDash val="solid"/>
            </a:ln>
          </p:spPr>
        </p:sp>
        <p:sp>
          <p:nvSpPr>
            <p:cNvPr id="840" name="panel1__line_839"/>
            <p:cNvSpPr/>
            <p:nvPr/>
          </p:nvSpPr>
          <p:spPr>
            <a:xfrm flipV="1">
              <a:off x="2633059" y="4391271"/>
              <a:ext cx="11269" cy="17426"/>
            </a:xfrm>
            <a:prstGeom prst="line">
              <a:avLst/>
            </a:prstGeom>
            <a:noFill/>
            <a:ln w="12383">
              <a:solidFill>
                <a:srgbClr val="9A4D8E"/>
              </a:solidFill>
              <a:prstDash val="solid"/>
            </a:ln>
          </p:spPr>
        </p:sp>
        <p:sp>
          <p:nvSpPr>
            <p:cNvPr id="841" name="panel1__line_840"/>
            <p:cNvSpPr/>
            <p:nvPr/>
          </p:nvSpPr>
          <p:spPr>
            <a:xfrm flipV="1">
              <a:off x="2644328" y="4390569"/>
              <a:ext cx="11269" cy="702"/>
            </a:xfrm>
            <a:prstGeom prst="line">
              <a:avLst/>
            </a:prstGeom>
            <a:noFill/>
            <a:ln w="12383">
              <a:solidFill>
                <a:srgbClr val="9A4D8E"/>
              </a:solidFill>
              <a:prstDash val="solid"/>
            </a:ln>
          </p:spPr>
        </p:sp>
        <p:sp>
          <p:nvSpPr>
            <p:cNvPr id="842" name="panel1__line_841"/>
            <p:cNvSpPr/>
            <p:nvPr/>
          </p:nvSpPr>
          <p:spPr>
            <a:xfrm>
              <a:off x="2655597" y="4390569"/>
              <a:ext cx="11269" cy="16297"/>
            </a:xfrm>
            <a:prstGeom prst="line">
              <a:avLst/>
            </a:prstGeom>
            <a:noFill/>
            <a:ln w="12383">
              <a:solidFill>
                <a:srgbClr val="9A4D8E"/>
              </a:solidFill>
              <a:prstDash val="solid"/>
            </a:ln>
          </p:spPr>
        </p:sp>
        <p:sp>
          <p:nvSpPr>
            <p:cNvPr id="843" name="panel1__line_842"/>
            <p:cNvSpPr/>
            <p:nvPr/>
          </p:nvSpPr>
          <p:spPr>
            <a:xfrm>
              <a:off x="2666866" y="4406866"/>
              <a:ext cx="11269" cy="26901"/>
            </a:xfrm>
            <a:prstGeom prst="line">
              <a:avLst/>
            </a:prstGeom>
            <a:noFill/>
            <a:ln w="12383">
              <a:solidFill>
                <a:srgbClr val="9A4D8E"/>
              </a:solidFill>
              <a:prstDash val="solid"/>
            </a:ln>
          </p:spPr>
        </p:sp>
        <p:sp>
          <p:nvSpPr>
            <p:cNvPr id="844" name="panel1__line_843"/>
            <p:cNvSpPr/>
            <p:nvPr/>
          </p:nvSpPr>
          <p:spPr>
            <a:xfrm>
              <a:off x="2678135" y="4433767"/>
              <a:ext cx="11269" cy="26948"/>
            </a:xfrm>
            <a:prstGeom prst="line">
              <a:avLst/>
            </a:prstGeom>
            <a:noFill/>
            <a:ln w="12383">
              <a:solidFill>
                <a:srgbClr val="9A4D8E"/>
              </a:solidFill>
              <a:prstDash val="solid"/>
            </a:ln>
          </p:spPr>
        </p:sp>
        <p:sp>
          <p:nvSpPr>
            <p:cNvPr id="845" name="panel1__line_844"/>
            <p:cNvSpPr/>
            <p:nvPr/>
          </p:nvSpPr>
          <p:spPr>
            <a:xfrm>
              <a:off x="2689404" y="4460716"/>
              <a:ext cx="11269" cy="16420"/>
            </a:xfrm>
            <a:prstGeom prst="line">
              <a:avLst/>
            </a:prstGeom>
            <a:noFill/>
            <a:ln w="12383">
              <a:solidFill>
                <a:srgbClr val="9A4D8E"/>
              </a:solidFill>
              <a:prstDash val="solid"/>
            </a:ln>
          </p:spPr>
        </p:sp>
        <p:sp>
          <p:nvSpPr>
            <p:cNvPr id="846" name="panel1__line_845"/>
            <p:cNvSpPr/>
            <p:nvPr/>
          </p:nvSpPr>
          <p:spPr>
            <a:xfrm flipV="1">
              <a:off x="2700673" y="4476584"/>
              <a:ext cx="11269" cy="552"/>
            </a:xfrm>
            <a:prstGeom prst="line">
              <a:avLst/>
            </a:prstGeom>
            <a:noFill/>
            <a:ln w="12383">
              <a:solidFill>
                <a:srgbClr val="9A4D8E"/>
              </a:solidFill>
              <a:prstDash val="solid"/>
            </a:ln>
          </p:spPr>
        </p:sp>
        <p:sp>
          <p:nvSpPr>
            <p:cNvPr id="847" name="panel1__line_846"/>
            <p:cNvSpPr/>
            <p:nvPr/>
          </p:nvSpPr>
          <p:spPr>
            <a:xfrm flipV="1">
              <a:off x="2711942" y="4459277"/>
              <a:ext cx="11269" cy="17307"/>
            </a:xfrm>
            <a:prstGeom prst="line">
              <a:avLst/>
            </a:prstGeom>
            <a:noFill/>
            <a:ln w="12383">
              <a:solidFill>
                <a:srgbClr val="9A4D8E"/>
              </a:solidFill>
              <a:prstDash val="solid"/>
            </a:ln>
          </p:spPr>
        </p:sp>
        <p:sp>
          <p:nvSpPr>
            <p:cNvPr id="848" name="panel1__line_847"/>
            <p:cNvSpPr/>
            <p:nvPr/>
          </p:nvSpPr>
          <p:spPr>
            <a:xfrm flipV="1">
              <a:off x="2723211" y="4432006"/>
              <a:ext cx="11269" cy="27271"/>
            </a:xfrm>
            <a:prstGeom prst="line">
              <a:avLst/>
            </a:prstGeom>
            <a:noFill/>
            <a:ln w="12383">
              <a:solidFill>
                <a:srgbClr val="9A4D8E"/>
              </a:solidFill>
              <a:prstDash val="solid"/>
            </a:ln>
          </p:spPr>
        </p:sp>
        <p:sp>
          <p:nvSpPr>
            <p:cNvPr id="849" name="panel1__line_848"/>
            <p:cNvSpPr/>
            <p:nvPr/>
          </p:nvSpPr>
          <p:spPr>
            <a:xfrm flipV="1">
              <a:off x="2734480" y="4405473"/>
              <a:ext cx="11269" cy="26532"/>
            </a:xfrm>
            <a:prstGeom prst="line">
              <a:avLst/>
            </a:prstGeom>
            <a:noFill/>
            <a:ln w="12383">
              <a:solidFill>
                <a:srgbClr val="9A4D8E"/>
              </a:solidFill>
              <a:prstDash val="solid"/>
            </a:ln>
          </p:spPr>
        </p:sp>
        <p:sp>
          <p:nvSpPr>
            <p:cNvPr id="850" name="panel1__line_849"/>
            <p:cNvSpPr/>
            <p:nvPr/>
          </p:nvSpPr>
          <p:spPr>
            <a:xfrm flipV="1">
              <a:off x="2745749" y="4390091"/>
              <a:ext cx="11269" cy="15382"/>
            </a:xfrm>
            <a:prstGeom prst="line">
              <a:avLst/>
            </a:prstGeom>
            <a:noFill/>
            <a:ln w="12383">
              <a:solidFill>
                <a:srgbClr val="9A4D8E"/>
              </a:solidFill>
              <a:prstDash val="solid"/>
            </a:ln>
          </p:spPr>
        </p:sp>
        <p:sp>
          <p:nvSpPr>
            <p:cNvPr id="851" name="panel1__line_850"/>
            <p:cNvSpPr/>
            <p:nvPr/>
          </p:nvSpPr>
          <p:spPr>
            <a:xfrm>
              <a:off x="2757018" y="4390091"/>
              <a:ext cx="11269" cy="1805"/>
            </a:xfrm>
            <a:prstGeom prst="line">
              <a:avLst/>
            </a:prstGeom>
            <a:noFill/>
            <a:ln w="12383">
              <a:solidFill>
                <a:srgbClr val="9A4D8E"/>
              </a:solidFill>
              <a:prstDash val="solid"/>
            </a:ln>
          </p:spPr>
        </p:sp>
        <p:sp>
          <p:nvSpPr>
            <p:cNvPr id="852" name="panel1__line_851"/>
            <p:cNvSpPr/>
            <p:nvPr/>
          </p:nvSpPr>
          <p:spPr>
            <a:xfrm>
              <a:off x="2768287" y="4391897"/>
              <a:ext cx="11269" cy="18284"/>
            </a:xfrm>
            <a:prstGeom prst="line">
              <a:avLst/>
            </a:prstGeom>
            <a:noFill/>
            <a:ln w="12383">
              <a:solidFill>
                <a:srgbClr val="9A4D8E"/>
              </a:solidFill>
              <a:prstDash val="solid"/>
            </a:ln>
          </p:spPr>
        </p:sp>
        <p:sp>
          <p:nvSpPr>
            <p:cNvPr id="853" name="panel1__line_852"/>
            <p:cNvSpPr/>
            <p:nvPr/>
          </p:nvSpPr>
          <p:spPr>
            <a:xfrm>
              <a:off x="2779556" y="4410181"/>
              <a:ext cx="11269" cy="27587"/>
            </a:xfrm>
            <a:prstGeom prst="line">
              <a:avLst/>
            </a:prstGeom>
            <a:noFill/>
            <a:ln w="12383">
              <a:solidFill>
                <a:srgbClr val="9A4D8E"/>
              </a:solidFill>
              <a:prstDash val="solid"/>
            </a:ln>
          </p:spPr>
        </p:sp>
        <p:sp>
          <p:nvSpPr>
            <p:cNvPr id="854" name="panel1__rect_853"/>
            <p:cNvSpPr/>
            <p:nvPr/>
          </p:nvSpPr>
          <p:spPr>
            <a:xfrm>
              <a:off x="2924175" y="4324350"/>
              <a:ext cx="876300" cy="219075"/>
            </a:xfrm>
            <a:prstGeom prst="rect">
              <a:avLst>
                <a:gd name="adj" fmla="val 41739"/>
              </a:avLst>
            </a:prstGeom>
            <a:solidFill>
              <a:srgbClr val="F8FAFB"/>
            </a:solidFill>
            <a:ln w="6191">
              <a:solidFill>
                <a:srgbClr val="D3DADF"/>
              </a:solidFill>
              <a:prstDash val="solid"/>
            </a:ln>
          </p:spPr>
        </p:sp>
        <p:sp>
          <p:nvSpPr>
            <p:cNvPr id="855" name="panel1__line_854"/>
            <p:cNvSpPr/>
            <p:nvPr/>
          </p:nvSpPr>
          <p:spPr>
            <a:xfrm>
              <a:off x="2962275" y="4407280"/>
              <a:ext cx="11269" cy="5626"/>
            </a:xfrm>
            <a:prstGeom prst="line">
              <a:avLst/>
            </a:prstGeom>
            <a:noFill/>
            <a:ln w="12383">
              <a:solidFill>
                <a:srgbClr val="C88931"/>
              </a:solidFill>
              <a:prstDash val="solid"/>
            </a:ln>
          </p:spPr>
        </p:sp>
        <p:sp>
          <p:nvSpPr>
            <p:cNvPr id="856" name="panel1__line_855"/>
            <p:cNvSpPr/>
            <p:nvPr/>
          </p:nvSpPr>
          <p:spPr>
            <a:xfrm>
              <a:off x="2973544" y="4412907"/>
              <a:ext cx="11269" cy="25544"/>
            </a:xfrm>
            <a:prstGeom prst="line">
              <a:avLst/>
            </a:prstGeom>
            <a:noFill/>
            <a:ln w="12383">
              <a:solidFill>
                <a:srgbClr val="C88931"/>
              </a:solidFill>
              <a:prstDash val="solid"/>
            </a:ln>
          </p:spPr>
        </p:sp>
        <p:sp>
          <p:nvSpPr>
            <p:cNvPr id="857" name="panel1__line_856"/>
            <p:cNvSpPr/>
            <p:nvPr/>
          </p:nvSpPr>
          <p:spPr>
            <a:xfrm>
              <a:off x="2984813" y="4438451"/>
              <a:ext cx="11269" cy="21212"/>
            </a:xfrm>
            <a:prstGeom prst="line">
              <a:avLst/>
            </a:prstGeom>
            <a:noFill/>
            <a:ln w="12383">
              <a:solidFill>
                <a:srgbClr val="C88931"/>
              </a:solidFill>
              <a:prstDash val="solid"/>
            </a:ln>
          </p:spPr>
        </p:sp>
        <p:sp>
          <p:nvSpPr>
            <p:cNvPr id="858" name="panel1__line_857"/>
            <p:cNvSpPr/>
            <p:nvPr/>
          </p:nvSpPr>
          <p:spPr>
            <a:xfrm flipV="1">
              <a:off x="2996082" y="4456405"/>
              <a:ext cx="11269" cy="3258"/>
            </a:xfrm>
            <a:prstGeom prst="line">
              <a:avLst/>
            </a:prstGeom>
            <a:noFill/>
            <a:ln w="12383">
              <a:solidFill>
                <a:srgbClr val="C88931"/>
              </a:solidFill>
              <a:prstDash val="solid"/>
            </a:ln>
          </p:spPr>
        </p:sp>
        <p:sp>
          <p:nvSpPr>
            <p:cNvPr id="859" name="panel1__line_858"/>
            <p:cNvSpPr/>
            <p:nvPr/>
          </p:nvSpPr>
          <p:spPr>
            <a:xfrm flipV="1">
              <a:off x="3007351" y="4431770"/>
              <a:ext cx="11269" cy="24635"/>
            </a:xfrm>
            <a:prstGeom prst="line">
              <a:avLst/>
            </a:prstGeom>
            <a:noFill/>
            <a:ln w="12383">
              <a:solidFill>
                <a:srgbClr val="C88931"/>
              </a:solidFill>
              <a:prstDash val="solid"/>
            </a:ln>
          </p:spPr>
        </p:sp>
        <p:sp>
          <p:nvSpPr>
            <p:cNvPr id="860" name="panel1__line_859"/>
            <p:cNvSpPr/>
            <p:nvPr/>
          </p:nvSpPr>
          <p:spPr>
            <a:xfrm flipV="1">
              <a:off x="3018620" y="4409145"/>
              <a:ext cx="11269" cy="22625"/>
            </a:xfrm>
            <a:prstGeom prst="line">
              <a:avLst/>
            </a:prstGeom>
            <a:noFill/>
            <a:ln w="12383">
              <a:solidFill>
                <a:srgbClr val="C88931"/>
              </a:solidFill>
              <a:prstDash val="solid"/>
            </a:ln>
          </p:spPr>
        </p:sp>
        <p:sp>
          <p:nvSpPr>
            <p:cNvPr id="861" name="panel1__line_860"/>
            <p:cNvSpPr/>
            <p:nvPr/>
          </p:nvSpPr>
          <p:spPr>
            <a:xfrm>
              <a:off x="3029889" y="4409145"/>
              <a:ext cx="11269" cy="864"/>
            </a:xfrm>
            <a:prstGeom prst="line">
              <a:avLst/>
            </a:prstGeom>
            <a:noFill/>
            <a:ln w="12383">
              <a:solidFill>
                <a:srgbClr val="C88931"/>
              </a:solidFill>
              <a:prstDash val="solid"/>
            </a:ln>
          </p:spPr>
        </p:sp>
        <p:sp>
          <p:nvSpPr>
            <p:cNvPr id="862" name="panel1__line_861"/>
            <p:cNvSpPr/>
            <p:nvPr/>
          </p:nvSpPr>
          <p:spPr>
            <a:xfrm>
              <a:off x="3041158" y="4410010"/>
              <a:ext cx="11269" cy="23533"/>
            </a:xfrm>
            <a:prstGeom prst="line">
              <a:avLst/>
            </a:prstGeom>
            <a:noFill/>
            <a:ln w="12383">
              <a:solidFill>
                <a:srgbClr val="C88931"/>
              </a:solidFill>
              <a:prstDash val="solid"/>
            </a:ln>
          </p:spPr>
        </p:sp>
        <p:sp>
          <p:nvSpPr>
            <p:cNvPr id="863" name="panel1__line_862"/>
            <p:cNvSpPr/>
            <p:nvPr/>
          </p:nvSpPr>
          <p:spPr>
            <a:xfrm>
              <a:off x="3052427" y="4433542"/>
              <a:ext cx="11269" cy="23861"/>
            </a:xfrm>
            <a:prstGeom prst="line">
              <a:avLst/>
            </a:prstGeom>
            <a:noFill/>
            <a:ln w="12383">
              <a:solidFill>
                <a:srgbClr val="C88931"/>
              </a:solidFill>
              <a:prstDash val="solid"/>
            </a:ln>
          </p:spPr>
        </p:sp>
        <p:sp>
          <p:nvSpPr>
            <p:cNvPr id="864" name="panel1__line_863"/>
            <p:cNvSpPr/>
            <p:nvPr/>
          </p:nvSpPr>
          <p:spPr>
            <a:xfrm>
              <a:off x="3063696" y="4457403"/>
              <a:ext cx="11269" cy="1536"/>
            </a:xfrm>
            <a:prstGeom prst="line">
              <a:avLst/>
            </a:prstGeom>
            <a:noFill/>
            <a:ln w="12383">
              <a:solidFill>
                <a:srgbClr val="C88931"/>
              </a:solidFill>
              <a:prstDash val="solid"/>
            </a:ln>
          </p:spPr>
        </p:sp>
        <p:sp>
          <p:nvSpPr>
            <p:cNvPr id="865" name="panel1__line_864"/>
            <p:cNvSpPr/>
            <p:nvPr/>
          </p:nvSpPr>
          <p:spPr>
            <a:xfrm flipV="1">
              <a:off x="3074965" y="4436692"/>
              <a:ext cx="11269" cy="22247"/>
            </a:xfrm>
            <a:prstGeom prst="line">
              <a:avLst/>
            </a:prstGeom>
            <a:noFill/>
            <a:ln w="12383">
              <a:solidFill>
                <a:srgbClr val="C88931"/>
              </a:solidFill>
              <a:prstDash val="solid"/>
            </a:ln>
          </p:spPr>
        </p:sp>
        <p:sp>
          <p:nvSpPr>
            <p:cNvPr id="866" name="panel1__line_865"/>
            <p:cNvSpPr/>
            <p:nvPr/>
          </p:nvSpPr>
          <p:spPr>
            <a:xfrm flipV="1">
              <a:off x="3086234" y="4411783"/>
              <a:ext cx="11269" cy="24910"/>
            </a:xfrm>
            <a:prstGeom prst="line">
              <a:avLst/>
            </a:prstGeom>
            <a:noFill/>
            <a:ln w="12383">
              <a:solidFill>
                <a:srgbClr val="C88931"/>
              </a:solidFill>
              <a:prstDash val="solid"/>
            </a:ln>
          </p:spPr>
        </p:sp>
        <p:sp>
          <p:nvSpPr>
            <p:cNvPr id="867" name="panel1__line_866"/>
            <p:cNvSpPr/>
            <p:nvPr/>
          </p:nvSpPr>
          <p:spPr>
            <a:xfrm flipV="1">
              <a:off x="3097503" y="4407858"/>
              <a:ext cx="11269" cy="3925"/>
            </a:xfrm>
            <a:prstGeom prst="line">
              <a:avLst/>
            </a:prstGeom>
            <a:noFill/>
            <a:ln w="12383">
              <a:solidFill>
                <a:srgbClr val="C88931"/>
              </a:solidFill>
              <a:prstDash val="solid"/>
            </a:ln>
          </p:spPr>
        </p:sp>
        <p:sp>
          <p:nvSpPr>
            <p:cNvPr id="868" name="panel1__line_867"/>
            <p:cNvSpPr/>
            <p:nvPr/>
          </p:nvSpPr>
          <p:spPr>
            <a:xfrm>
              <a:off x="3108772" y="4407858"/>
              <a:ext cx="11269" cy="20786"/>
            </a:xfrm>
            <a:prstGeom prst="line">
              <a:avLst/>
            </a:prstGeom>
            <a:noFill/>
            <a:ln w="12383">
              <a:solidFill>
                <a:srgbClr val="C88931"/>
              </a:solidFill>
              <a:prstDash val="solid"/>
            </a:ln>
          </p:spPr>
        </p:sp>
        <p:sp>
          <p:nvSpPr>
            <p:cNvPr id="869" name="panel1__line_868"/>
            <p:cNvSpPr/>
            <p:nvPr/>
          </p:nvSpPr>
          <p:spPr>
            <a:xfrm>
              <a:off x="3120041" y="4428645"/>
              <a:ext cx="11269" cy="25764"/>
            </a:xfrm>
            <a:prstGeom prst="line">
              <a:avLst/>
            </a:prstGeom>
            <a:noFill/>
            <a:ln w="12383">
              <a:solidFill>
                <a:srgbClr val="C88931"/>
              </a:solidFill>
              <a:prstDash val="solid"/>
            </a:ln>
          </p:spPr>
        </p:sp>
        <p:sp>
          <p:nvSpPr>
            <p:cNvPr id="870" name="panel1__line_869"/>
            <p:cNvSpPr/>
            <p:nvPr/>
          </p:nvSpPr>
          <p:spPr>
            <a:xfrm>
              <a:off x="3131310" y="4454408"/>
              <a:ext cx="11269" cy="6282"/>
            </a:xfrm>
            <a:prstGeom prst="line">
              <a:avLst/>
            </a:prstGeom>
            <a:noFill/>
            <a:ln w="12383">
              <a:solidFill>
                <a:srgbClr val="C88931"/>
              </a:solidFill>
              <a:prstDash val="solid"/>
            </a:ln>
          </p:spPr>
        </p:sp>
        <p:sp>
          <p:nvSpPr>
            <p:cNvPr id="871" name="panel1__line_870"/>
            <p:cNvSpPr/>
            <p:nvPr/>
          </p:nvSpPr>
          <p:spPr>
            <a:xfrm flipV="1">
              <a:off x="3142579" y="4441527"/>
              <a:ext cx="11269" cy="19163"/>
            </a:xfrm>
            <a:prstGeom prst="line">
              <a:avLst/>
            </a:prstGeom>
            <a:noFill/>
            <a:ln w="12383">
              <a:solidFill>
                <a:srgbClr val="C88931"/>
              </a:solidFill>
              <a:prstDash val="solid"/>
            </a:ln>
          </p:spPr>
        </p:sp>
        <p:sp>
          <p:nvSpPr>
            <p:cNvPr id="872" name="panel1__line_871"/>
            <p:cNvSpPr/>
            <p:nvPr/>
          </p:nvSpPr>
          <p:spPr>
            <a:xfrm flipV="1">
              <a:off x="3153848" y="4415111"/>
              <a:ext cx="11269" cy="26416"/>
            </a:xfrm>
            <a:prstGeom prst="line">
              <a:avLst/>
            </a:prstGeom>
            <a:noFill/>
            <a:ln w="12383">
              <a:solidFill>
                <a:srgbClr val="C88931"/>
              </a:solidFill>
              <a:prstDash val="solid"/>
            </a:ln>
          </p:spPr>
        </p:sp>
        <p:sp>
          <p:nvSpPr>
            <p:cNvPr id="873" name="panel1__line_872"/>
            <p:cNvSpPr/>
            <p:nvPr/>
          </p:nvSpPr>
          <p:spPr>
            <a:xfrm flipV="1">
              <a:off x="3165117" y="4406521"/>
              <a:ext cx="11269" cy="8591"/>
            </a:xfrm>
            <a:prstGeom prst="line">
              <a:avLst/>
            </a:prstGeom>
            <a:noFill/>
            <a:ln w="12383">
              <a:solidFill>
                <a:srgbClr val="C88931"/>
              </a:solidFill>
              <a:prstDash val="solid"/>
            </a:ln>
          </p:spPr>
        </p:sp>
        <p:sp>
          <p:nvSpPr>
            <p:cNvPr id="874" name="panel1__line_873"/>
            <p:cNvSpPr/>
            <p:nvPr/>
          </p:nvSpPr>
          <p:spPr>
            <a:xfrm>
              <a:off x="3176386" y="4406521"/>
              <a:ext cx="11269" cy="17390"/>
            </a:xfrm>
            <a:prstGeom prst="line">
              <a:avLst/>
            </a:prstGeom>
            <a:noFill/>
            <a:ln w="12383">
              <a:solidFill>
                <a:srgbClr val="C88931"/>
              </a:solidFill>
              <a:prstDash val="solid"/>
            </a:ln>
          </p:spPr>
        </p:sp>
        <p:sp>
          <p:nvSpPr>
            <p:cNvPr id="875" name="panel1__line_874"/>
            <p:cNvSpPr/>
            <p:nvPr/>
          </p:nvSpPr>
          <p:spPr>
            <a:xfrm>
              <a:off x="3187655" y="4423910"/>
              <a:ext cx="11269" cy="26862"/>
            </a:xfrm>
            <a:prstGeom prst="line">
              <a:avLst/>
            </a:prstGeom>
            <a:noFill/>
            <a:ln w="12383">
              <a:solidFill>
                <a:srgbClr val="C88931"/>
              </a:solidFill>
              <a:prstDash val="solid"/>
            </a:ln>
          </p:spPr>
        </p:sp>
        <p:sp>
          <p:nvSpPr>
            <p:cNvPr id="876" name="panel1__line_875"/>
            <p:cNvSpPr/>
            <p:nvPr/>
          </p:nvSpPr>
          <p:spPr>
            <a:xfrm>
              <a:off x="3198924" y="4450772"/>
              <a:ext cx="11269" cy="10832"/>
            </a:xfrm>
            <a:prstGeom prst="line">
              <a:avLst/>
            </a:prstGeom>
            <a:noFill/>
            <a:ln w="12383">
              <a:solidFill>
                <a:srgbClr val="C88931"/>
              </a:solidFill>
              <a:prstDash val="solid"/>
            </a:ln>
          </p:spPr>
        </p:sp>
        <p:sp>
          <p:nvSpPr>
            <p:cNvPr id="877" name="panel1__line_876"/>
            <p:cNvSpPr/>
            <p:nvPr/>
          </p:nvSpPr>
          <p:spPr>
            <a:xfrm flipV="1">
              <a:off x="3210193" y="4446124"/>
              <a:ext cx="11269" cy="15481"/>
            </a:xfrm>
            <a:prstGeom prst="line">
              <a:avLst/>
            </a:prstGeom>
            <a:noFill/>
            <a:ln w="12383">
              <a:solidFill>
                <a:srgbClr val="C88931"/>
              </a:solidFill>
              <a:prstDash val="solid"/>
            </a:ln>
          </p:spPr>
        </p:sp>
        <p:sp>
          <p:nvSpPr>
            <p:cNvPr id="878" name="panel1__line_877"/>
            <p:cNvSpPr/>
            <p:nvPr/>
          </p:nvSpPr>
          <p:spPr>
            <a:xfrm flipV="1">
              <a:off x="3221462" y="4419027"/>
              <a:ext cx="11269" cy="27097"/>
            </a:xfrm>
            <a:prstGeom prst="line">
              <a:avLst/>
            </a:prstGeom>
            <a:noFill/>
            <a:ln w="12383">
              <a:solidFill>
                <a:srgbClr val="C88931"/>
              </a:solidFill>
              <a:prstDash val="solid"/>
            </a:ln>
          </p:spPr>
        </p:sp>
        <p:sp>
          <p:nvSpPr>
            <p:cNvPr id="879" name="panel1__line_878"/>
            <p:cNvSpPr/>
            <p:nvPr/>
          </p:nvSpPr>
          <p:spPr>
            <a:xfrm flipV="1">
              <a:off x="3232731" y="4406038"/>
              <a:ext cx="11269" cy="12989"/>
            </a:xfrm>
            <a:prstGeom prst="line">
              <a:avLst/>
            </a:prstGeom>
            <a:noFill/>
            <a:ln w="12383">
              <a:solidFill>
                <a:srgbClr val="C88931"/>
              </a:solidFill>
              <a:prstDash val="solid"/>
            </a:ln>
          </p:spPr>
        </p:sp>
        <p:sp>
          <p:nvSpPr>
            <p:cNvPr id="880" name="panel1__line_879"/>
            <p:cNvSpPr/>
            <p:nvPr/>
          </p:nvSpPr>
          <p:spPr>
            <a:xfrm>
              <a:off x="3244000" y="4406038"/>
              <a:ext cx="11269" cy="13450"/>
            </a:xfrm>
            <a:prstGeom prst="line">
              <a:avLst/>
            </a:prstGeom>
            <a:noFill/>
            <a:ln w="12383">
              <a:solidFill>
                <a:srgbClr val="C88931"/>
              </a:solidFill>
              <a:prstDash val="solid"/>
            </a:ln>
          </p:spPr>
        </p:sp>
        <p:sp>
          <p:nvSpPr>
            <p:cNvPr id="881" name="panel1__line_880"/>
            <p:cNvSpPr/>
            <p:nvPr/>
          </p:nvSpPr>
          <p:spPr>
            <a:xfrm>
              <a:off x="3255269" y="4419488"/>
              <a:ext cx="11269" cy="27120"/>
            </a:xfrm>
            <a:prstGeom prst="line">
              <a:avLst/>
            </a:prstGeom>
            <a:noFill/>
            <a:ln w="12383">
              <a:solidFill>
                <a:srgbClr val="C88931"/>
              </a:solidFill>
              <a:prstDash val="solid"/>
            </a:ln>
          </p:spPr>
        </p:sp>
        <p:sp>
          <p:nvSpPr>
            <p:cNvPr id="882" name="panel1__line_881"/>
            <p:cNvSpPr/>
            <p:nvPr/>
          </p:nvSpPr>
          <p:spPr>
            <a:xfrm>
              <a:off x="3266538" y="4446608"/>
              <a:ext cx="11269" cy="15044"/>
            </a:xfrm>
            <a:prstGeom prst="line">
              <a:avLst/>
            </a:prstGeom>
            <a:noFill/>
            <a:ln w="12383">
              <a:solidFill>
                <a:srgbClr val="C88931"/>
              </a:solidFill>
              <a:prstDash val="solid"/>
            </a:ln>
          </p:spPr>
        </p:sp>
        <p:sp>
          <p:nvSpPr>
            <p:cNvPr id="883" name="panel1__line_882"/>
            <p:cNvSpPr/>
            <p:nvPr/>
          </p:nvSpPr>
          <p:spPr>
            <a:xfrm flipV="1">
              <a:off x="3277807" y="4450338"/>
              <a:ext cx="11269" cy="11315"/>
            </a:xfrm>
            <a:prstGeom prst="line">
              <a:avLst/>
            </a:prstGeom>
            <a:noFill/>
            <a:ln w="12383">
              <a:solidFill>
                <a:srgbClr val="C88931"/>
              </a:solidFill>
              <a:prstDash val="solid"/>
            </a:ln>
          </p:spPr>
        </p:sp>
        <p:sp>
          <p:nvSpPr>
            <p:cNvPr id="884" name="panel1__line_883"/>
            <p:cNvSpPr/>
            <p:nvPr/>
          </p:nvSpPr>
          <p:spPr>
            <a:xfrm flipV="1">
              <a:off x="3289076" y="4423406"/>
              <a:ext cx="11269" cy="26932"/>
            </a:xfrm>
            <a:prstGeom prst="line">
              <a:avLst/>
            </a:prstGeom>
            <a:noFill/>
            <a:ln w="12383">
              <a:solidFill>
                <a:srgbClr val="C88931"/>
              </a:solidFill>
              <a:prstDash val="solid"/>
            </a:ln>
          </p:spPr>
        </p:sp>
        <p:sp>
          <p:nvSpPr>
            <p:cNvPr id="885" name="panel1__line_884"/>
            <p:cNvSpPr/>
            <p:nvPr/>
          </p:nvSpPr>
          <p:spPr>
            <a:xfrm flipV="1">
              <a:off x="3300345" y="4406425"/>
              <a:ext cx="11269" cy="16981"/>
            </a:xfrm>
            <a:prstGeom prst="line">
              <a:avLst/>
            </a:prstGeom>
            <a:noFill/>
            <a:ln w="12383">
              <a:solidFill>
                <a:srgbClr val="C88931"/>
              </a:solidFill>
              <a:prstDash val="solid"/>
            </a:ln>
          </p:spPr>
        </p:sp>
        <p:sp>
          <p:nvSpPr>
            <p:cNvPr id="886" name="panel1__line_885"/>
            <p:cNvSpPr/>
            <p:nvPr/>
          </p:nvSpPr>
          <p:spPr>
            <a:xfrm>
              <a:off x="3311614" y="4406425"/>
              <a:ext cx="11269" cy="9090"/>
            </a:xfrm>
            <a:prstGeom prst="line">
              <a:avLst/>
            </a:prstGeom>
            <a:noFill/>
            <a:ln w="12383">
              <a:solidFill>
                <a:srgbClr val="C88931"/>
              </a:solidFill>
              <a:prstDash val="solid"/>
            </a:ln>
          </p:spPr>
        </p:sp>
        <p:sp>
          <p:nvSpPr>
            <p:cNvPr id="887" name="panel1__line_886"/>
            <p:cNvSpPr/>
            <p:nvPr/>
          </p:nvSpPr>
          <p:spPr>
            <a:xfrm>
              <a:off x="3322883" y="4415516"/>
              <a:ext cx="11269" cy="26532"/>
            </a:xfrm>
            <a:prstGeom prst="line">
              <a:avLst/>
            </a:prstGeom>
            <a:noFill/>
            <a:ln w="12383">
              <a:solidFill>
                <a:srgbClr val="C88931"/>
              </a:solidFill>
              <a:prstDash val="solid"/>
            </a:ln>
          </p:spPr>
        </p:sp>
        <p:sp>
          <p:nvSpPr>
            <p:cNvPr id="888" name="panel1__line_887"/>
            <p:cNvSpPr/>
            <p:nvPr/>
          </p:nvSpPr>
          <p:spPr>
            <a:xfrm>
              <a:off x="3334152" y="4442047"/>
              <a:ext cx="11269" cy="18785"/>
            </a:xfrm>
            <a:prstGeom prst="line">
              <a:avLst/>
            </a:prstGeom>
            <a:noFill/>
            <a:ln w="12383">
              <a:solidFill>
                <a:srgbClr val="C88931"/>
              </a:solidFill>
              <a:prstDash val="solid"/>
            </a:ln>
          </p:spPr>
        </p:sp>
        <p:sp>
          <p:nvSpPr>
            <p:cNvPr id="889" name="panel1__line_888"/>
            <p:cNvSpPr/>
            <p:nvPr/>
          </p:nvSpPr>
          <p:spPr>
            <a:xfrm flipV="1">
              <a:off x="3345421" y="4454038"/>
              <a:ext cx="11269" cy="6795"/>
            </a:xfrm>
            <a:prstGeom prst="line">
              <a:avLst/>
            </a:prstGeom>
            <a:noFill/>
            <a:ln w="12383">
              <a:solidFill>
                <a:srgbClr val="C88931"/>
              </a:solidFill>
              <a:prstDash val="solid"/>
            </a:ln>
          </p:spPr>
        </p:sp>
        <p:sp>
          <p:nvSpPr>
            <p:cNvPr id="890" name="panel1__line_889"/>
            <p:cNvSpPr/>
            <p:nvPr/>
          </p:nvSpPr>
          <p:spPr>
            <a:xfrm flipV="1">
              <a:off x="3356690" y="4428113"/>
              <a:ext cx="11269" cy="25925"/>
            </a:xfrm>
            <a:prstGeom prst="line">
              <a:avLst/>
            </a:prstGeom>
            <a:noFill/>
            <a:ln w="12383">
              <a:solidFill>
                <a:srgbClr val="C88931"/>
              </a:solidFill>
              <a:prstDash val="solid"/>
            </a:ln>
          </p:spPr>
        </p:sp>
        <p:sp>
          <p:nvSpPr>
            <p:cNvPr id="891" name="panel1__line_890"/>
            <p:cNvSpPr/>
            <p:nvPr/>
          </p:nvSpPr>
          <p:spPr>
            <a:xfrm flipV="1">
              <a:off x="3367960" y="4407670"/>
              <a:ext cx="11269" cy="20443"/>
            </a:xfrm>
            <a:prstGeom prst="line">
              <a:avLst/>
            </a:prstGeom>
            <a:noFill/>
            <a:ln w="12383">
              <a:solidFill>
                <a:srgbClr val="C88931"/>
              </a:solidFill>
              <a:prstDash val="solid"/>
            </a:ln>
          </p:spPr>
        </p:sp>
        <p:sp>
          <p:nvSpPr>
            <p:cNvPr id="892" name="panel1__line_891"/>
            <p:cNvSpPr/>
            <p:nvPr/>
          </p:nvSpPr>
          <p:spPr>
            <a:xfrm>
              <a:off x="3379229" y="4407670"/>
              <a:ext cx="11269" cy="4447"/>
            </a:xfrm>
            <a:prstGeom prst="line">
              <a:avLst/>
            </a:prstGeom>
            <a:noFill/>
            <a:ln w="12383">
              <a:solidFill>
                <a:srgbClr val="C88931"/>
              </a:solidFill>
              <a:prstDash val="solid"/>
            </a:ln>
          </p:spPr>
        </p:sp>
        <p:sp>
          <p:nvSpPr>
            <p:cNvPr id="893" name="panel1__line_892"/>
            <p:cNvSpPr/>
            <p:nvPr/>
          </p:nvSpPr>
          <p:spPr>
            <a:xfrm>
              <a:off x="3390498" y="4412117"/>
              <a:ext cx="11269" cy="25114"/>
            </a:xfrm>
            <a:prstGeom prst="line">
              <a:avLst/>
            </a:prstGeom>
            <a:noFill/>
            <a:ln w="12383">
              <a:solidFill>
                <a:srgbClr val="C88931"/>
              </a:solidFill>
              <a:prstDash val="solid"/>
            </a:ln>
          </p:spPr>
        </p:sp>
        <p:sp>
          <p:nvSpPr>
            <p:cNvPr id="894" name="panel1__line_893"/>
            <p:cNvSpPr/>
            <p:nvPr/>
          </p:nvSpPr>
          <p:spPr>
            <a:xfrm>
              <a:off x="3401767" y="4437231"/>
              <a:ext cx="11269" cy="21940"/>
            </a:xfrm>
            <a:prstGeom prst="line">
              <a:avLst/>
            </a:prstGeom>
            <a:noFill/>
            <a:ln w="12383">
              <a:solidFill>
                <a:srgbClr val="C88931"/>
              </a:solidFill>
              <a:prstDash val="solid"/>
            </a:ln>
          </p:spPr>
        </p:sp>
        <p:sp>
          <p:nvSpPr>
            <p:cNvPr id="895" name="panel1__line_894"/>
            <p:cNvSpPr/>
            <p:nvPr/>
          </p:nvSpPr>
          <p:spPr>
            <a:xfrm flipV="1">
              <a:off x="3413036" y="4457108"/>
              <a:ext cx="11269" cy="2063"/>
            </a:xfrm>
            <a:prstGeom prst="line">
              <a:avLst/>
            </a:prstGeom>
            <a:noFill/>
            <a:ln w="12383">
              <a:solidFill>
                <a:srgbClr val="C88931"/>
              </a:solidFill>
              <a:prstDash val="solid"/>
            </a:ln>
          </p:spPr>
        </p:sp>
        <p:sp>
          <p:nvSpPr>
            <p:cNvPr id="896" name="panel1__line_895"/>
            <p:cNvSpPr/>
            <p:nvPr/>
          </p:nvSpPr>
          <p:spPr>
            <a:xfrm flipV="1">
              <a:off x="3424305" y="4433000"/>
              <a:ext cx="11269" cy="24108"/>
            </a:xfrm>
            <a:prstGeom prst="line">
              <a:avLst/>
            </a:prstGeom>
            <a:noFill/>
            <a:ln w="12383">
              <a:solidFill>
                <a:srgbClr val="C88931"/>
              </a:solidFill>
              <a:prstDash val="solid"/>
            </a:ln>
          </p:spPr>
        </p:sp>
        <p:sp>
          <p:nvSpPr>
            <p:cNvPr id="897" name="panel1__line_896"/>
            <p:cNvSpPr/>
            <p:nvPr/>
          </p:nvSpPr>
          <p:spPr>
            <a:xfrm flipV="1">
              <a:off x="3435574" y="4409735"/>
              <a:ext cx="11269" cy="23265"/>
            </a:xfrm>
            <a:prstGeom prst="line">
              <a:avLst/>
            </a:prstGeom>
            <a:noFill/>
            <a:ln w="12383">
              <a:solidFill>
                <a:srgbClr val="C88931"/>
              </a:solidFill>
              <a:prstDash val="solid"/>
            </a:ln>
          </p:spPr>
        </p:sp>
        <p:sp>
          <p:nvSpPr>
            <p:cNvPr id="898" name="panel1__line_897"/>
            <p:cNvSpPr/>
            <p:nvPr/>
          </p:nvSpPr>
          <p:spPr>
            <a:xfrm flipV="1">
              <a:off x="3446843" y="4409399"/>
              <a:ext cx="11269" cy="336"/>
            </a:xfrm>
            <a:prstGeom prst="line">
              <a:avLst/>
            </a:prstGeom>
            <a:noFill/>
            <a:ln w="12383">
              <a:solidFill>
                <a:srgbClr val="C88931"/>
              </a:solidFill>
              <a:prstDash val="solid"/>
            </a:ln>
          </p:spPr>
        </p:sp>
        <p:sp>
          <p:nvSpPr>
            <p:cNvPr id="899" name="panel1__line_898"/>
            <p:cNvSpPr/>
            <p:nvPr/>
          </p:nvSpPr>
          <p:spPr>
            <a:xfrm>
              <a:off x="3458112" y="4409399"/>
              <a:ext cx="11269" cy="22912"/>
            </a:xfrm>
            <a:prstGeom prst="line">
              <a:avLst/>
            </a:prstGeom>
            <a:noFill/>
            <a:ln w="12383">
              <a:solidFill>
                <a:srgbClr val="C88931"/>
              </a:solidFill>
              <a:prstDash val="solid"/>
            </a:ln>
          </p:spPr>
        </p:sp>
        <p:sp>
          <p:nvSpPr>
            <p:cNvPr id="900" name="panel1__line_899"/>
            <p:cNvSpPr/>
            <p:nvPr/>
          </p:nvSpPr>
          <p:spPr>
            <a:xfrm>
              <a:off x="3469381" y="4432311"/>
              <a:ext cx="11269" cy="24409"/>
            </a:xfrm>
            <a:prstGeom prst="line">
              <a:avLst/>
            </a:prstGeom>
            <a:noFill/>
            <a:ln w="12383">
              <a:solidFill>
                <a:srgbClr val="C88931"/>
              </a:solidFill>
              <a:prstDash val="solid"/>
            </a:ln>
          </p:spPr>
        </p:sp>
        <p:sp>
          <p:nvSpPr>
            <p:cNvPr id="901" name="panel1__line_900"/>
            <p:cNvSpPr/>
            <p:nvPr/>
          </p:nvSpPr>
          <p:spPr>
            <a:xfrm>
              <a:off x="3480650" y="4456720"/>
              <a:ext cx="11269" cy="2733"/>
            </a:xfrm>
            <a:prstGeom prst="line">
              <a:avLst/>
            </a:prstGeom>
            <a:noFill/>
            <a:ln w="12383">
              <a:solidFill>
                <a:srgbClr val="C88931"/>
              </a:solidFill>
              <a:prstDash val="solid"/>
            </a:ln>
          </p:spPr>
        </p:sp>
        <p:sp>
          <p:nvSpPr>
            <p:cNvPr id="902" name="panel1__line_901"/>
            <p:cNvSpPr/>
            <p:nvPr/>
          </p:nvSpPr>
          <p:spPr>
            <a:xfrm flipV="1">
              <a:off x="3491919" y="4437915"/>
              <a:ext cx="11269" cy="21537"/>
            </a:xfrm>
            <a:prstGeom prst="line">
              <a:avLst/>
            </a:prstGeom>
            <a:noFill/>
            <a:ln w="12383">
              <a:solidFill>
                <a:srgbClr val="C88931"/>
              </a:solidFill>
              <a:prstDash val="solid"/>
            </a:ln>
          </p:spPr>
        </p:sp>
        <p:sp>
          <p:nvSpPr>
            <p:cNvPr id="903" name="panel1__line_902"/>
            <p:cNvSpPr/>
            <p:nvPr/>
          </p:nvSpPr>
          <p:spPr>
            <a:xfrm flipV="1">
              <a:off x="3503188" y="4412554"/>
              <a:ext cx="11269" cy="25361"/>
            </a:xfrm>
            <a:prstGeom prst="line">
              <a:avLst/>
            </a:prstGeom>
            <a:noFill/>
            <a:ln w="12383">
              <a:solidFill>
                <a:srgbClr val="C88931"/>
              </a:solidFill>
              <a:prstDash val="solid"/>
            </a:ln>
          </p:spPr>
        </p:sp>
        <p:sp>
          <p:nvSpPr>
            <p:cNvPr id="904" name="panel1__line_903"/>
            <p:cNvSpPr/>
            <p:nvPr/>
          </p:nvSpPr>
          <p:spPr>
            <a:xfrm flipV="1">
              <a:off x="3514457" y="4407446"/>
              <a:ext cx="11269" cy="5108"/>
            </a:xfrm>
            <a:prstGeom prst="line">
              <a:avLst/>
            </a:prstGeom>
            <a:noFill/>
            <a:ln w="12383">
              <a:solidFill>
                <a:srgbClr val="C88931"/>
              </a:solidFill>
              <a:prstDash val="solid"/>
            </a:ln>
          </p:spPr>
        </p:sp>
        <p:sp>
          <p:nvSpPr>
            <p:cNvPr id="905" name="panel1__line_904"/>
            <p:cNvSpPr/>
            <p:nvPr/>
          </p:nvSpPr>
          <p:spPr>
            <a:xfrm>
              <a:off x="3525726" y="4407446"/>
              <a:ext cx="11269" cy="19994"/>
            </a:xfrm>
            <a:prstGeom prst="line">
              <a:avLst/>
            </a:prstGeom>
            <a:noFill/>
            <a:ln w="12383">
              <a:solidFill>
                <a:srgbClr val="C88931"/>
              </a:solidFill>
              <a:prstDash val="solid"/>
            </a:ln>
          </p:spPr>
        </p:sp>
        <p:sp>
          <p:nvSpPr>
            <p:cNvPr id="906" name="panel1__line_905"/>
            <p:cNvSpPr/>
            <p:nvPr/>
          </p:nvSpPr>
          <p:spPr>
            <a:xfrm>
              <a:off x="3536995" y="4427440"/>
              <a:ext cx="11269" cy="26115"/>
            </a:xfrm>
            <a:prstGeom prst="line">
              <a:avLst/>
            </a:prstGeom>
            <a:noFill/>
            <a:ln w="12383">
              <a:solidFill>
                <a:srgbClr val="C88931"/>
              </a:solidFill>
              <a:prstDash val="solid"/>
            </a:ln>
          </p:spPr>
        </p:sp>
        <p:sp>
          <p:nvSpPr>
            <p:cNvPr id="907" name="panel1__line_906"/>
            <p:cNvSpPr/>
            <p:nvPr/>
          </p:nvSpPr>
          <p:spPr>
            <a:xfrm>
              <a:off x="3548264" y="4453555"/>
              <a:ext cx="11269" cy="7444"/>
            </a:xfrm>
            <a:prstGeom prst="line">
              <a:avLst/>
            </a:prstGeom>
            <a:noFill/>
            <a:ln w="12383">
              <a:solidFill>
                <a:srgbClr val="C88931"/>
              </a:solidFill>
              <a:prstDash val="solid"/>
            </a:ln>
          </p:spPr>
        </p:sp>
        <p:sp>
          <p:nvSpPr>
            <p:cNvPr id="908" name="panel1__line_907"/>
            <p:cNvSpPr/>
            <p:nvPr/>
          </p:nvSpPr>
          <p:spPr>
            <a:xfrm flipV="1">
              <a:off x="3559533" y="4442705"/>
              <a:ext cx="11269" cy="18294"/>
            </a:xfrm>
            <a:prstGeom prst="line">
              <a:avLst/>
            </a:prstGeom>
            <a:noFill/>
            <a:ln w="12383">
              <a:solidFill>
                <a:srgbClr val="C88931"/>
              </a:solidFill>
              <a:prstDash val="solid"/>
            </a:ln>
          </p:spPr>
        </p:sp>
        <p:sp>
          <p:nvSpPr>
            <p:cNvPr id="909" name="panel1__line_908"/>
            <p:cNvSpPr/>
            <p:nvPr/>
          </p:nvSpPr>
          <p:spPr>
            <a:xfrm flipV="1">
              <a:off x="3570802" y="4416040"/>
              <a:ext cx="11269" cy="26665"/>
            </a:xfrm>
            <a:prstGeom prst="line">
              <a:avLst/>
            </a:prstGeom>
            <a:noFill/>
            <a:ln w="12383">
              <a:solidFill>
                <a:srgbClr val="C88931"/>
              </a:solidFill>
              <a:prstDash val="solid"/>
            </a:ln>
          </p:spPr>
        </p:sp>
        <p:sp>
          <p:nvSpPr>
            <p:cNvPr id="910" name="panel1__line_909"/>
            <p:cNvSpPr/>
            <p:nvPr/>
          </p:nvSpPr>
          <p:spPr>
            <a:xfrm flipV="1">
              <a:off x="3582071" y="4406319"/>
              <a:ext cx="11269" cy="9721"/>
            </a:xfrm>
            <a:prstGeom prst="line">
              <a:avLst/>
            </a:prstGeom>
            <a:noFill/>
            <a:ln w="12383">
              <a:solidFill>
                <a:srgbClr val="C88931"/>
              </a:solidFill>
              <a:prstDash val="solid"/>
            </a:ln>
          </p:spPr>
        </p:sp>
        <p:sp>
          <p:nvSpPr>
            <p:cNvPr id="911" name="panel1__line_910"/>
            <p:cNvSpPr/>
            <p:nvPr/>
          </p:nvSpPr>
          <p:spPr>
            <a:xfrm>
              <a:off x="3593340" y="4406319"/>
              <a:ext cx="11269" cy="16451"/>
            </a:xfrm>
            <a:prstGeom prst="line">
              <a:avLst/>
            </a:prstGeom>
            <a:noFill/>
            <a:ln w="12383">
              <a:solidFill>
                <a:srgbClr val="C88931"/>
              </a:solidFill>
              <a:prstDash val="solid"/>
            </a:ln>
          </p:spPr>
        </p:sp>
        <p:sp>
          <p:nvSpPr>
            <p:cNvPr id="912" name="panel1__line_911"/>
            <p:cNvSpPr/>
            <p:nvPr/>
          </p:nvSpPr>
          <p:spPr>
            <a:xfrm>
              <a:off x="3604609" y="4422770"/>
              <a:ext cx="11269" cy="27006"/>
            </a:xfrm>
            <a:prstGeom prst="line">
              <a:avLst/>
            </a:prstGeom>
            <a:noFill/>
            <a:ln w="12383">
              <a:solidFill>
                <a:srgbClr val="C88931"/>
              </a:solidFill>
              <a:prstDash val="solid"/>
            </a:ln>
          </p:spPr>
        </p:sp>
        <p:sp>
          <p:nvSpPr>
            <p:cNvPr id="913" name="panel1__line_912"/>
            <p:cNvSpPr/>
            <p:nvPr/>
          </p:nvSpPr>
          <p:spPr>
            <a:xfrm>
              <a:off x="3615878" y="4449776"/>
              <a:ext cx="11269" cy="11922"/>
            </a:xfrm>
            <a:prstGeom prst="line">
              <a:avLst/>
            </a:prstGeom>
            <a:noFill/>
            <a:ln w="12383">
              <a:solidFill>
                <a:srgbClr val="C88931"/>
              </a:solidFill>
              <a:prstDash val="solid"/>
            </a:ln>
          </p:spPr>
        </p:sp>
        <p:sp>
          <p:nvSpPr>
            <p:cNvPr id="914" name="panel1__line_913"/>
            <p:cNvSpPr/>
            <p:nvPr/>
          </p:nvSpPr>
          <p:spPr>
            <a:xfrm flipV="1">
              <a:off x="3627147" y="4447218"/>
              <a:ext cx="11269" cy="14480"/>
            </a:xfrm>
            <a:prstGeom prst="line">
              <a:avLst/>
            </a:prstGeom>
            <a:noFill/>
            <a:ln w="12383">
              <a:solidFill>
                <a:srgbClr val="C88931"/>
              </a:solidFill>
              <a:prstDash val="solid"/>
            </a:ln>
          </p:spPr>
        </p:sp>
        <p:sp>
          <p:nvSpPr>
            <p:cNvPr id="915" name="panel1__line_914"/>
            <p:cNvSpPr/>
            <p:nvPr/>
          </p:nvSpPr>
          <p:spPr>
            <a:xfrm flipV="1">
              <a:off x="3638416" y="4420083"/>
              <a:ext cx="11269" cy="27135"/>
            </a:xfrm>
            <a:prstGeom prst="line">
              <a:avLst/>
            </a:prstGeom>
            <a:noFill/>
            <a:ln w="12383">
              <a:solidFill>
                <a:srgbClr val="C88931"/>
              </a:solidFill>
              <a:prstDash val="solid"/>
            </a:ln>
          </p:spPr>
        </p:sp>
        <p:sp>
          <p:nvSpPr>
            <p:cNvPr id="916" name="panel1__line_915"/>
            <p:cNvSpPr/>
            <p:nvPr/>
          </p:nvSpPr>
          <p:spPr>
            <a:xfrm flipV="1">
              <a:off x="3649685" y="4406053"/>
              <a:ext cx="11269" cy="14030"/>
            </a:xfrm>
            <a:prstGeom prst="line">
              <a:avLst/>
            </a:prstGeom>
            <a:noFill/>
            <a:ln w="12383">
              <a:solidFill>
                <a:srgbClr val="C88931"/>
              </a:solidFill>
              <a:prstDash val="solid"/>
            </a:ln>
          </p:spPr>
        </p:sp>
        <p:sp>
          <p:nvSpPr>
            <p:cNvPr id="917" name="panel1__line_916"/>
            <p:cNvSpPr/>
            <p:nvPr/>
          </p:nvSpPr>
          <p:spPr>
            <a:xfrm>
              <a:off x="3660954" y="4406053"/>
              <a:ext cx="11269" cy="12395"/>
            </a:xfrm>
            <a:prstGeom prst="line">
              <a:avLst/>
            </a:prstGeom>
            <a:noFill/>
            <a:ln w="12383">
              <a:solidFill>
                <a:srgbClr val="C88931"/>
              </a:solidFill>
              <a:prstDash val="solid"/>
            </a:ln>
          </p:spPr>
        </p:sp>
        <p:sp>
          <p:nvSpPr>
            <p:cNvPr id="918" name="panel1__line_917"/>
            <p:cNvSpPr/>
            <p:nvPr/>
          </p:nvSpPr>
          <p:spPr>
            <a:xfrm>
              <a:off x="3672223" y="4418448"/>
              <a:ext cx="11269" cy="27052"/>
            </a:xfrm>
            <a:prstGeom prst="line">
              <a:avLst/>
            </a:prstGeom>
            <a:noFill/>
            <a:ln w="12383">
              <a:solidFill>
                <a:srgbClr val="C88931"/>
              </a:solidFill>
              <a:prstDash val="solid"/>
            </a:ln>
          </p:spPr>
        </p:sp>
        <p:sp>
          <p:nvSpPr>
            <p:cNvPr id="919" name="panel1__line_918"/>
            <p:cNvSpPr/>
            <p:nvPr/>
          </p:nvSpPr>
          <p:spPr>
            <a:xfrm>
              <a:off x="3683492" y="4445500"/>
              <a:ext cx="11269" cy="16028"/>
            </a:xfrm>
            <a:prstGeom prst="line">
              <a:avLst/>
            </a:prstGeom>
            <a:noFill/>
            <a:ln w="12383">
              <a:solidFill>
                <a:srgbClr val="C88931"/>
              </a:solidFill>
              <a:prstDash val="solid"/>
            </a:ln>
          </p:spPr>
        </p:sp>
        <p:sp>
          <p:nvSpPr>
            <p:cNvPr id="920" name="panel1__line_919"/>
            <p:cNvSpPr/>
            <p:nvPr/>
          </p:nvSpPr>
          <p:spPr>
            <a:xfrm flipV="1">
              <a:off x="3694761" y="4451316"/>
              <a:ext cx="11269" cy="10213"/>
            </a:xfrm>
            <a:prstGeom prst="line">
              <a:avLst/>
            </a:prstGeom>
            <a:noFill/>
            <a:ln w="12383">
              <a:solidFill>
                <a:srgbClr val="C88931"/>
              </a:solidFill>
              <a:prstDash val="solid"/>
            </a:ln>
          </p:spPr>
        </p:sp>
        <p:sp>
          <p:nvSpPr>
            <p:cNvPr id="921" name="panel1__line_920"/>
            <p:cNvSpPr/>
            <p:nvPr/>
          </p:nvSpPr>
          <p:spPr>
            <a:xfrm flipV="1">
              <a:off x="3706030" y="4424558"/>
              <a:ext cx="11269" cy="26758"/>
            </a:xfrm>
            <a:prstGeom prst="line">
              <a:avLst/>
            </a:prstGeom>
            <a:noFill/>
            <a:ln w="12383">
              <a:solidFill>
                <a:srgbClr val="C88931"/>
              </a:solidFill>
              <a:prstDash val="solid"/>
            </a:ln>
          </p:spPr>
        </p:sp>
        <p:sp>
          <p:nvSpPr>
            <p:cNvPr id="922" name="panel1__line_921"/>
            <p:cNvSpPr/>
            <p:nvPr/>
          </p:nvSpPr>
          <p:spPr>
            <a:xfrm flipV="1">
              <a:off x="3717299" y="4406657"/>
              <a:ext cx="11269" cy="17901"/>
            </a:xfrm>
            <a:prstGeom prst="line">
              <a:avLst/>
            </a:prstGeom>
            <a:noFill/>
            <a:ln w="12383">
              <a:solidFill>
                <a:srgbClr val="C88931"/>
              </a:solidFill>
              <a:prstDash val="solid"/>
            </a:ln>
          </p:spPr>
        </p:sp>
        <p:sp>
          <p:nvSpPr>
            <p:cNvPr id="923" name="panel1__line_922"/>
            <p:cNvSpPr/>
            <p:nvPr/>
          </p:nvSpPr>
          <p:spPr>
            <a:xfrm>
              <a:off x="3728568" y="4406657"/>
              <a:ext cx="11269" cy="7951"/>
            </a:xfrm>
            <a:prstGeom prst="line">
              <a:avLst/>
            </a:prstGeom>
            <a:noFill/>
            <a:ln w="12383">
              <a:solidFill>
                <a:srgbClr val="C88931"/>
              </a:solidFill>
              <a:prstDash val="solid"/>
            </a:ln>
          </p:spPr>
        </p:sp>
        <p:sp>
          <p:nvSpPr>
            <p:cNvPr id="924" name="panel1__line_923"/>
            <p:cNvSpPr/>
            <p:nvPr/>
          </p:nvSpPr>
          <p:spPr>
            <a:xfrm>
              <a:off x="3739837" y="4414608"/>
              <a:ext cx="11269" cy="26254"/>
            </a:xfrm>
            <a:prstGeom prst="line">
              <a:avLst/>
            </a:prstGeom>
            <a:noFill/>
            <a:ln w="12383">
              <a:solidFill>
                <a:srgbClr val="C88931"/>
              </a:solidFill>
              <a:prstDash val="solid"/>
            </a:ln>
          </p:spPr>
        </p:sp>
        <p:sp>
          <p:nvSpPr>
            <p:cNvPr id="925" name="panel1__line_924"/>
            <p:cNvSpPr/>
            <p:nvPr/>
          </p:nvSpPr>
          <p:spPr>
            <a:xfrm>
              <a:off x="3751106" y="4440862"/>
              <a:ext cx="11269" cy="19633"/>
            </a:xfrm>
            <a:prstGeom prst="line">
              <a:avLst/>
            </a:prstGeom>
            <a:noFill/>
            <a:ln w="12383">
              <a:solidFill>
                <a:srgbClr val="C88931"/>
              </a:solidFill>
              <a:prstDash val="solid"/>
            </a:ln>
          </p:spPr>
        </p:sp>
        <p:sp>
          <p:nvSpPr>
            <p:cNvPr id="2407" name="panel1__input_to_model" descr="Editable filled curved data-flow path"/>
            <p:cNvSpPr/>
            <p:nvPr/>
          </p:nvSpPr>
          <p:spPr>
            <a:xfrm>
              <a:off x="1470184" y="2190750"/>
              <a:ext cx="328263" cy="428625"/>
            </a:xfrm>
            <a:custGeom>
              <a:avLst/>
              <a:gdLst/>
              <a:ahLst/>
              <a:cxnLst/>
              <a:rect l="0" t="0" r="w" b="h"/>
              <a:pathLst>
                <a:path w="328263" h="428625" fill="norm" stroke="false">
                  <a:moveTo>
                    <a:pt x="0" y="0"/>
                  </a:moveTo>
                  <a:lnTo>
                    <a:pt x="25" y="3664"/>
                  </a:lnTo>
                  <a:lnTo>
                    <a:pt x="101" y="7293"/>
                  </a:lnTo>
                  <a:lnTo>
                    <a:pt x="226" y="10889"/>
                  </a:lnTo>
                  <a:lnTo>
                    <a:pt x="401" y="14450"/>
                  </a:lnTo>
                  <a:lnTo>
                    <a:pt x="626" y="17978"/>
                  </a:lnTo>
                  <a:lnTo>
                    <a:pt x="899" y="21472"/>
                  </a:lnTo>
                  <a:lnTo>
                    <a:pt x="1221" y="24934"/>
                  </a:lnTo>
                  <a:lnTo>
                    <a:pt x="1590" y="28362"/>
                  </a:lnTo>
                  <a:lnTo>
                    <a:pt x="2008" y="31757"/>
                  </a:lnTo>
                  <a:lnTo>
                    <a:pt x="2472" y="35119"/>
                  </a:lnTo>
                  <a:lnTo>
                    <a:pt x="2984" y="38449"/>
                  </a:lnTo>
                  <a:lnTo>
                    <a:pt x="3542" y="41746"/>
                  </a:lnTo>
                  <a:lnTo>
                    <a:pt x="4145" y="45010"/>
                  </a:lnTo>
                  <a:lnTo>
                    <a:pt x="4794" y="48242"/>
                  </a:lnTo>
                  <a:lnTo>
                    <a:pt x="5488" y="51442"/>
                  </a:lnTo>
                  <a:lnTo>
                    <a:pt x="6225" y="54610"/>
                  </a:lnTo>
                  <a:lnTo>
                    <a:pt x="7007" y="57745"/>
                  </a:lnTo>
                  <a:lnTo>
                    <a:pt x="7832" y="60849"/>
                  </a:lnTo>
                  <a:lnTo>
                    <a:pt x="8699" y="63920"/>
                  </a:lnTo>
                  <a:lnTo>
                    <a:pt x="9607" y="66959"/>
                  </a:lnTo>
                  <a:lnTo>
                    <a:pt x="10558" y="69967"/>
                  </a:lnTo>
                  <a:lnTo>
                    <a:pt x="11548" y="72942"/>
                  </a:lnTo>
                  <a:lnTo>
                    <a:pt x="12578" y="75886"/>
                  </a:lnTo>
                  <a:lnTo>
                    <a:pt x="13648" y="78799"/>
                  </a:lnTo>
                  <a:lnTo>
                    <a:pt x="14756" y="81679"/>
                  </a:lnTo>
                  <a:lnTo>
                    <a:pt x="15901" y="84529"/>
                  </a:lnTo>
                  <a:lnTo>
                    <a:pt x="17083" y="87347"/>
                  </a:lnTo>
                  <a:lnTo>
                    <a:pt x="18302" y="90135"/>
                  </a:lnTo>
                  <a:lnTo>
                    <a:pt x="19555" y="92891"/>
                  </a:lnTo>
                  <a:lnTo>
                    <a:pt x="20843" y="95617"/>
                  </a:lnTo>
                  <a:lnTo>
                    <a:pt x="22165" y="98312"/>
                  </a:lnTo>
                  <a:lnTo>
                    <a:pt x="23520" y="100977"/>
                  </a:lnTo>
                  <a:lnTo>
                    <a:pt x="24906" y="103612"/>
                  </a:lnTo>
                  <a:lnTo>
                    <a:pt x="26324" y="106218"/>
                  </a:lnTo>
                  <a:lnTo>
                    <a:pt x="27772" y="108794"/>
                  </a:lnTo>
                  <a:lnTo>
                    <a:pt x="29250" y="111341"/>
                  </a:lnTo>
                  <a:lnTo>
                    <a:pt x="30757" y="113859"/>
                  </a:lnTo>
                  <a:lnTo>
                    <a:pt x="32291" y="116349"/>
                  </a:lnTo>
                  <a:lnTo>
                    <a:pt x="33852" y="118810"/>
                  </a:lnTo>
                  <a:lnTo>
                    <a:pt x="35440" y="121245"/>
                  </a:lnTo>
                  <a:lnTo>
                    <a:pt x="37053" y="123652"/>
                  </a:lnTo>
                  <a:lnTo>
                    <a:pt x="38691" y="126032"/>
                  </a:lnTo>
                  <a:lnTo>
                    <a:pt x="40352" y="128386"/>
                  </a:lnTo>
                  <a:lnTo>
                    <a:pt x="42037" y="130714"/>
                  </a:lnTo>
                  <a:lnTo>
                    <a:pt x="43744" y="133017"/>
                  </a:lnTo>
                  <a:lnTo>
                    <a:pt x="45472" y="135294"/>
                  </a:lnTo>
                  <a:lnTo>
                    <a:pt x="47221" y="137548"/>
                  </a:lnTo>
                  <a:lnTo>
                    <a:pt x="48990" y="139778"/>
                  </a:lnTo>
                  <a:lnTo>
                    <a:pt x="50778" y="141984"/>
                  </a:lnTo>
                  <a:lnTo>
                    <a:pt x="52584" y="144167"/>
                  </a:lnTo>
                  <a:lnTo>
                    <a:pt x="54409" y="146328"/>
                  </a:lnTo>
                  <a:lnTo>
                    <a:pt x="56250" y="148468"/>
                  </a:lnTo>
                  <a:lnTo>
                    <a:pt x="58108" y="150586"/>
                  </a:lnTo>
                  <a:lnTo>
                    <a:pt x="59981" y="152684"/>
                  </a:lnTo>
                  <a:lnTo>
                    <a:pt x="61870" y="154762"/>
                  </a:lnTo>
                  <a:lnTo>
                    <a:pt x="63772" y="156820"/>
                  </a:lnTo>
                  <a:lnTo>
                    <a:pt x="65689" y="158860"/>
                  </a:lnTo>
                  <a:lnTo>
                    <a:pt x="67618" y="160881"/>
                  </a:lnTo>
                  <a:lnTo>
                    <a:pt x="69560" y="162885"/>
                  </a:lnTo>
                  <a:lnTo>
                    <a:pt x="71513" y="164871"/>
                  </a:lnTo>
                  <a:lnTo>
                    <a:pt x="73478" y="166841"/>
                  </a:lnTo>
                  <a:lnTo>
                    <a:pt x="75453" y="168795"/>
                  </a:lnTo>
                  <a:lnTo>
                    <a:pt x="77438" y="170733"/>
                  </a:lnTo>
                  <a:lnTo>
                    <a:pt x="79433" y="172657"/>
                  </a:lnTo>
                  <a:lnTo>
                    <a:pt x="81436" y="174566"/>
                  </a:lnTo>
                  <a:lnTo>
                    <a:pt x="83447" y="176462"/>
                  </a:lnTo>
                  <a:lnTo>
                    <a:pt x="85466" y="178345"/>
                  </a:lnTo>
                  <a:lnTo>
                    <a:pt x="87492" y="180215"/>
                  </a:lnTo>
                  <a:lnTo>
                    <a:pt x="89525" y="182074"/>
                  </a:lnTo>
                  <a:lnTo>
                    <a:pt x="91563" y="183921"/>
                  </a:lnTo>
                  <a:lnTo>
                    <a:pt x="93607" y="185757"/>
                  </a:lnTo>
                  <a:lnTo>
                    <a:pt x="95656" y="187582"/>
                  </a:lnTo>
                  <a:lnTo>
                    <a:pt x="97709" y="189398"/>
                  </a:lnTo>
                  <a:lnTo>
                    <a:pt x="99766" y="191205"/>
                  </a:lnTo>
                  <a:lnTo>
                    <a:pt x="101826" y="193004"/>
                  </a:lnTo>
                  <a:lnTo>
                    <a:pt x="103888" y="194794"/>
                  </a:lnTo>
                  <a:lnTo>
                    <a:pt x="105953" y="196576"/>
                  </a:lnTo>
                  <a:lnTo>
                    <a:pt x="108020" y="198352"/>
                  </a:lnTo>
                  <a:lnTo>
                    <a:pt x="110087" y="200121"/>
                  </a:lnTo>
                  <a:lnTo>
                    <a:pt x="112155" y="201884"/>
                  </a:lnTo>
                  <a:lnTo>
                    <a:pt x="114224" y="203641"/>
                  </a:lnTo>
                  <a:lnTo>
                    <a:pt x="116292" y="205394"/>
                  </a:lnTo>
                  <a:lnTo>
                    <a:pt x="118359" y="207142"/>
                  </a:lnTo>
                  <a:lnTo>
                    <a:pt x="120425" y="208886"/>
                  </a:lnTo>
                  <a:lnTo>
                    <a:pt x="122489" y="210626"/>
                  </a:lnTo>
                  <a:lnTo>
                    <a:pt x="124550" y="212364"/>
                  </a:lnTo>
                  <a:lnTo>
                    <a:pt x="126609" y="214099"/>
                  </a:lnTo>
                  <a:lnTo>
                    <a:pt x="128664" y="215832"/>
                  </a:lnTo>
                  <a:lnTo>
                    <a:pt x="130715" y="217563"/>
                  </a:lnTo>
                  <a:lnTo>
                    <a:pt x="132762" y="219294"/>
                  </a:lnTo>
                  <a:lnTo>
                    <a:pt x="134804" y="221024"/>
                  </a:lnTo>
                  <a:lnTo>
                    <a:pt x="136841" y="222753"/>
                  </a:lnTo>
                  <a:lnTo>
                    <a:pt x="138871" y="224483"/>
                  </a:lnTo>
                  <a:lnTo>
                    <a:pt x="140896" y="226214"/>
                  </a:lnTo>
                  <a:lnTo>
                    <a:pt x="142914" y="227946"/>
                  </a:lnTo>
                  <a:lnTo>
                    <a:pt x="144924" y="229679"/>
                  </a:lnTo>
                  <a:lnTo>
                    <a:pt x="146927" y="231415"/>
                  </a:lnTo>
                  <a:lnTo>
                    <a:pt x="148922" y="233153"/>
                  </a:lnTo>
                  <a:lnTo>
                    <a:pt x="150908" y="234894"/>
                  </a:lnTo>
                  <a:lnTo>
                    <a:pt x="152884" y="236639"/>
                  </a:lnTo>
                  <a:lnTo>
                    <a:pt x="154852" y="238387"/>
                  </a:lnTo>
                  <a:lnTo>
                    <a:pt x="156809" y="240140"/>
                  </a:lnTo>
                  <a:lnTo>
                    <a:pt x="158755" y="241897"/>
                  </a:lnTo>
                  <a:lnTo>
                    <a:pt x="160691" y="243660"/>
                  </a:lnTo>
                  <a:lnTo>
                    <a:pt x="162615" y="245428"/>
                  </a:lnTo>
                  <a:lnTo>
                    <a:pt x="164528" y="247201"/>
                  </a:lnTo>
                  <a:lnTo>
                    <a:pt x="166428" y="248982"/>
                  </a:lnTo>
                  <a:lnTo>
                    <a:pt x="168315" y="250769"/>
                  </a:lnTo>
                  <a:lnTo>
                    <a:pt x="170189" y="252563"/>
                  </a:lnTo>
                  <a:lnTo>
                    <a:pt x="172050" y="254364"/>
                  </a:lnTo>
                  <a:lnTo>
                    <a:pt x="173897" y="256174"/>
                  </a:lnTo>
                  <a:lnTo>
                    <a:pt x="175729" y="257992"/>
                  </a:lnTo>
                  <a:lnTo>
                    <a:pt x="177546" y="259819"/>
                  </a:lnTo>
                  <a:lnTo>
                    <a:pt x="179348" y="261655"/>
                  </a:lnTo>
                  <a:lnTo>
                    <a:pt x="181135" y="263500"/>
                  </a:lnTo>
                  <a:lnTo>
                    <a:pt x="182906" y="265356"/>
                  </a:lnTo>
                  <a:lnTo>
                    <a:pt x="184660" y="267222"/>
                  </a:lnTo>
                  <a:lnTo>
                    <a:pt x="186397" y="269098"/>
                  </a:lnTo>
                  <a:lnTo>
                    <a:pt x="188117" y="270986"/>
                  </a:lnTo>
                  <a:lnTo>
                    <a:pt x="189820" y="272886"/>
                  </a:lnTo>
                  <a:lnTo>
                    <a:pt x="191505" y="274798"/>
                  </a:lnTo>
                  <a:lnTo>
                    <a:pt x="193172" y="276722"/>
                  </a:lnTo>
                  <a:lnTo>
                    <a:pt x="194820" y="278659"/>
                  </a:lnTo>
                  <a:lnTo>
                    <a:pt x="196449" y="280610"/>
                  </a:lnTo>
                  <a:lnTo>
                    <a:pt x="198059" y="282574"/>
                  </a:lnTo>
                  <a:lnTo>
                    <a:pt x="199649" y="284552"/>
                  </a:lnTo>
                  <a:lnTo>
                    <a:pt x="201220" y="286546"/>
                  </a:lnTo>
                  <a:lnTo>
                    <a:pt x="202770" y="288554"/>
                  </a:lnTo>
                  <a:lnTo>
                    <a:pt x="204300" y="290578"/>
                  </a:lnTo>
                  <a:lnTo>
                    <a:pt x="205809" y="292618"/>
                  </a:lnTo>
                  <a:lnTo>
                    <a:pt x="207297" y="294675"/>
                  </a:lnTo>
                  <a:lnTo>
                    <a:pt x="208764" y="296749"/>
                  </a:lnTo>
                  <a:lnTo>
                    <a:pt x="210209" y="298840"/>
                  </a:lnTo>
                  <a:lnTo>
                    <a:pt x="211632" y="300950"/>
                  </a:lnTo>
                  <a:lnTo>
                    <a:pt x="213033" y="303078"/>
                  </a:lnTo>
                  <a:lnTo>
                    <a:pt x="214411" y="305225"/>
                  </a:lnTo>
                  <a:lnTo>
                    <a:pt x="215766" y="307393"/>
                  </a:lnTo>
                  <a:lnTo>
                    <a:pt x="217098" y="309580"/>
                  </a:lnTo>
                  <a:lnTo>
                    <a:pt x="218407" y="311788"/>
                  </a:lnTo>
                  <a:lnTo>
                    <a:pt x="219693" y="314018"/>
                  </a:lnTo>
                  <a:lnTo>
                    <a:pt x="220954" y="316270"/>
                  </a:lnTo>
                  <a:lnTo>
                    <a:pt x="222191" y="318544"/>
                  </a:lnTo>
                  <a:lnTo>
                    <a:pt x="223404" y="320842"/>
                  </a:lnTo>
                  <a:lnTo>
                    <a:pt x="224592" y="323164"/>
                  </a:lnTo>
                  <a:lnTo>
                    <a:pt x="225755" y="325510"/>
                  </a:lnTo>
                  <a:lnTo>
                    <a:pt x="226892" y="327882"/>
                  </a:lnTo>
                  <a:lnTo>
                    <a:pt x="228004" y="330280"/>
                  </a:lnTo>
                  <a:lnTo>
                    <a:pt x="229090" y="332704"/>
                  </a:lnTo>
                  <a:lnTo>
                    <a:pt x="230150" y="335155"/>
                  </a:lnTo>
                  <a:lnTo>
                    <a:pt x="178508" y="339430"/>
                  </a:lnTo>
                  <a:lnTo>
                    <a:pt x="272891" y="428625"/>
                  </a:lnTo>
                  <a:lnTo>
                    <a:pt x="328263" y="311160"/>
                  </a:lnTo>
                  <a:lnTo>
                    <a:pt x="276621" y="315434"/>
                  </a:lnTo>
                  <a:lnTo>
                    <a:pt x="275296" y="312370"/>
                  </a:lnTo>
                  <a:lnTo>
                    <a:pt x="273940" y="309341"/>
                  </a:lnTo>
                  <a:lnTo>
                    <a:pt x="272551" y="306346"/>
                  </a:lnTo>
                  <a:lnTo>
                    <a:pt x="271130" y="303385"/>
                  </a:lnTo>
                  <a:lnTo>
                    <a:pt x="269679" y="300457"/>
                  </a:lnTo>
                  <a:lnTo>
                    <a:pt x="268198" y="297562"/>
                  </a:lnTo>
                  <a:lnTo>
                    <a:pt x="266688" y="294701"/>
                  </a:lnTo>
                  <a:lnTo>
                    <a:pt x="265149" y="291872"/>
                  </a:lnTo>
                  <a:lnTo>
                    <a:pt x="263583" y="289075"/>
                  </a:lnTo>
                  <a:lnTo>
                    <a:pt x="261989" y="286311"/>
                  </a:lnTo>
                  <a:lnTo>
                    <a:pt x="260369" y="283578"/>
                  </a:lnTo>
                  <a:lnTo>
                    <a:pt x="258724" y="280876"/>
                  </a:lnTo>
                  <a:lnTo>
                    <a:pt x="257054" y="278206"/>
                  </a:lnTo>
                  <a:lnTo>
                    <a:pt x="255359" y="275566"/>
                  </a:lnTo>
                  <a:lnTo>
                    <a:pt x="253642" y="272956"/>
                  </a:lnTo>
                  <a:lnTo>
                    <a:pt x="251901" y="270376"/>
                  </a:lnTo>
                  <a:lnTo>
                    <a:pt x="250139" y="267825"/>
                  </a:lnTo>
                  <a:lnTo>
                    <a:pt x="248356" y="265304"/>
                  </a:lnTo>
                  <a:lnTo>
                    <a:pt x="246552" y="262811"/>
                  </a:lnTo>
                  <a:lnTo>
                    <a:pt x="244729" y="260346"/>
                  </a:lnTo>
                  <a:lnTo>
                    <a:pt x="242887" y="257908"/>
                  </a:lnTo>
                  <a:lnTo>
                    <a:pt x="241026" y="255498"/>
                  </a:lnTo>
                  <a:lnTo>
                    <a:pt x="239148" y="253115"/>
                  </a:lnTo>
                  <a:lnTo>
                    <a:pt x="237253" y="250757"/>
                  </a:lnTo>
                  <a:lnTo>
                    <a:pt x="235342" y="248426"/>
                  </a:lnTo>
                  <a:lnTo>
                    <a:pt x="233416" y="246120"/>
                  </a:lnTo>
                  <a:lnTo>
                    <a:pt x="231475" y="243838"/>
                  </a:lnTo>
                  <a:lnTo>
                    <a:pt x="229520" y="241581"/>
                  </a:lnTo>
                  <a:lnTo>
                    <a:pt x="227551" y="239347"/>
                  </a:lnTo>
                  <a:lnTo>
                    <a:pt x="225570" y="237137"/>
                  </a:lnTo>
                  <a:lnTo>
                    <a:pt x="223577" y="234949"/>
                  </a:lnTo>
                  <a:lnTo>
                    <a:pt x="221572" y="232784"/>
                  </a:lnTo>
                  <a:lnTo>
                    <a:pt x="219557" y="230640"/>
                  </a:lnTo>
                  <a:lnTo>
                    <a:pt x="217531" y="228517"/>
                  </a:lnTo>
                  <a:lnTo>
                    <a:pt x="215496" y="226415"/>
                  </a:lnTo>
                  <a:lnTo>
                    <a:pt x="213452" y="224333"/>
                  </a:lnTo>
                  <a:lnTo>
                    <a:pt x="211400" y="222270"/>
                  </a:lnTo>
                  <a:lnTo>
                    <a:pt x="209340" y="220226"/>
                  </a:lnTo>
                  <a:lnTo>
                    <a:pt x="207274" y="218201"/>
                  </a:lnTo>
                  <a:lnTo>
                    <a:pt x="205201" y="216194"/>
                  </a:lnTo>
                  <a:lnTo>
                    <a:pt x="203122" y="214204"/>
                  </a:lnTo>
                  <a:lnTo>
                    <a:pt x="201038" y="212231"/>
                  </a:lnTo>
                  <a:lnTo>
                    <a:pt x="198949" y="210274"/>
                  </a:lnTo>
                  <a:lnTo>
                    <a:pt x="196857" y="208333"/>
                  </a:lnTo>
                  <a:lnTo>
                    <a:pt x="194760" y="206407"/>
                  </a:lnTo>
                  <a:lnTo>
                    <a:pt x="192661" y="204496"/>
                  </a:lnTo>
                  <a:lnTo>
                    <a:pt x="190560" y="202599"/>
                  </a:lnTo>
                  <a:lnTo>
                    <a:pt x="188457" y="200716"/>
                  </a:lnTo>
                  <a:lnTo>
                    <a:pt x="186353" y="198846"/>
                  </a:lnTo>
                  <a:lnTo>
                    <a:pt x="184249" y="196988"/>
                  </a:lnTo>
                  <a:lnTo>
                    <a:pt x="182144" y="195143"/>
                  </a:lnTo>
                  <a:lnTo>
                    <a:pt x="180040" y="193309"/>
                  </a:lnTo>
                  <a:lnTo>
                    <a:pt x="177936" y="191487"/>
                  </a:lnTo>
                  <a:lnTo>
                    <a:pt x="175835" y="189675"/>
                  </a:lnTo>
                  <a:lnTo>
                    <a:pt x="173736" y="187873"/>
                  </a:lnTo>
                  <a:lnTo>
                    <a:pt x="171639" y="186080"/>
                  </a:lnTo>
                  <a:lnTo>
                    <a:pt x="169546" y="184297"/>
                  </a:lnTo>
                  <a:lnTo>
                    <a:pt x="167456" y="182523"/>
                  </a:lnTo>
                  <a:lnTo>
                    <a:pt x="165371" y="180756"/>
                  </a:lnTo>
                  <a:lnTo>
                    <a:pt x="163290" y="178997"/>
                  </a:lnTo>
                  <a:lnTo>
                    <a:pt x="161215" y="177246"/>
                  </a:lnTo>
                  <a:lnTo>
                    <a:pt x="159146" y="175501"/>
                  </a:lnTo>
                  <a:lnTo>
                    <a:pt x="157083" y="173763"/>
                  </a:lnTo>
                  <a:lnTo>
                    <a:pt x="155028" y="172030"/>
                  </a:lnTo>
                  <a:lnTo>
                    <a:pt x="152979" y="170302"/>
                  </a:lnTo>
                  <a:lnTo>
                    <a:pt x="150939" y="168580"/>
                  </a:lnTo>
                  <a:lnTo>
                    <a:pt x="148908" y="166862"/>
                  </a:lnTo>
                  <a:lnTo>
                    <a:pt x="146885" y="165148"/>
                  </a:lnTo>
                  <a:lnTo>
                    <a:pt x="144872" y="163437"/>
                  </a:lnTo>
                  <a:lnTo>
                    <a:pt x="142869" y="161730"/>
                  </a:lnTo>
                  <a:lnTo>
                    <a:pt x="140876" y="160025"/>
                  </a:lnTo>
                  <a:lnTo>
                    <a:pt x="138895" y="158323"/>
                  </a:lnTo>
                  <a:lnTo>
                    <a:pt x="136925" y="156623"/>
                  </a:lnTo>
                  <a:lnTo>
                    <a:pt x="134968" y="154924"/>
                  </a:lnTo>
                  <a:lnTo>
                    <a:pt x="133023" y="153226"/>
                  </a:lnTo>
                  <a:lnTo>
                    <a:pt x="131091" y="151528"/>
                  </a:lnTo>
                  <a:lnTo>
                    <a:pt x="129172" y="149831"/>
                  </a:lnTo>
                  <a:lnTo>
                    <a:pt x="127268" y="148134"/>
                  </a:lnTo>
                  <a:lnTo>
                    <a:pt x="125378" y="146436"/>
                  </a:lnTo>
                  <a:lnTo>
                    <a:pt x="123503" y="144738"/>
                  </a:lnTo>
                  <a:lnTo>
                    <a:pt x="121644" y="143038"/>
                  </a:lnTo>
                  <a:lnTo>
                    <a:pt x="119800" y="141336"/>
                  </a:lnTo>
                  <a:lnTo>
                    <a:pt x="117973" y="139632"/>
                  </a:lnTo>
                  <a:lnTo>
                    <a:pt x="116163" y="137926"/>
                  </a:lnTo>
                  <a:lnTo>
                    <a:pt x="114370" y="136217"/>
                  </a:lnTo>
                  <a:lnTo>
                    <a:pt x="112595" y="134505"/>
                  </a:lnTo>
                  <a:lnTo>
                    <a:pt x="110838" y="132789"/>
                  </a:lnTo>
                  <a:lnTo>
                    <a:pt x="109100" y="131070"/>
                  </a:lnTo>
                  <a:lnTo>
                    <a:pt x="107380" y="129346"/>
                  </a:lnTo>
                  <a:lnTo>
                    <a:pt x="105680" y="127617"/>
                  </a:lnTo>
                  <a:lnTo>
                    <a:pt x="104000" y="125884"/>
                  </a:lnTo>
                  <a:lnTo>
                    <a:pt x="102340" y="124145"/>
                  </a:lnTo>
                  <a:lnTo>
                    <a:pt x="100701" y="122400"/>
                  </a:lnTo>
                  <a:lnTo>
                    <a:pt x="99083" y="120650"/>
                  </a:lnTo>
                  <a:lnTo>
                    <a:pt x="97486" y="118893"/>
                  </a:lnTo>
                  <a:lnTo>
                    <a:pt x="95911" y="117129"/>
                  </a:lnTo>
                  <a:lnTo>
                    <a:pt x="94358" y="115358"/>
                  </a:lnTo>
                  <a:lnTo>
                    <a:pt x="92827" y="113579"/>
                  </a:lnTo>
                  <a:lnTo>
                    <a:pt x="91319" y="111793"/>
                  </a:lnTo>
                  <a:lnTo>
                    <a:pt x="89834" y="109998"/>
                  </a:lnTo>
                  <a:lnTo>
                    <a:pt x="88372" y="108194"/>
                  </a:lnTo>
                  <a:lnTo>
                    <a:pt x="86934" y="106382"/>
                  </a:lnTo>
                  <a:lnTo>
                    <a:pt x="85520" y="104559"/>
                  </a:lnTo>
                  <a:lnTo>
                    <a:pt x="84130" y="102727"/>
                  </a:lnTo>
                  <a:lnTo>
                    <a:pt x="82764" y="100885"/>
                  </a:lnTo>
                  <a:lnTo>
                    <a:pt x="81423" y="99031"/>
                  </a:lnTo>
                  <a:lnTo>
                    <a:pt x="80106" y="97166"/>
                  </a:lnTo>
                  <a:lnTo>
                    <a:pt x="78815" y="95290"/>
                  </a:lnTo>
                  <a:lnTo>
                    <a:pt x="77550" y="93401"/>
                  </a:lnTo>
                  <a:lnTo>
                    <a:pt x="76309" y="91499"/>
                  </a:lnTo>
                  <a:lnTo>
                    <a:pt x="75095" y="89585"/>
                  </a:lnTo>
                  <a:lnTo>
                    <a:pt x="73906" y="87656"/>
                  </a:lnTo>
                  <a:lnTo>
                    <a:pt x="72744" y="85713"/>
                  </a:lnTo>
                  <a:lnTo>
                    <a:pt x="71607" y="83754"/>
                  </a:lnTo>
                  <a:lnTo>
                    <a:pt x="70498" y="81781"/>
                  </a:lnTo>
                  <a:lnTo>
                    <a:pt x="69415" y="79791"/>
                  </a:lnTo>
                  <a:lnTo>
                    <a:pt x="68359" y="77784"/>
                  </a:lnTo>
                  <a:lnTo>
                    <a:pt x="67330" y="75759"/>
                  </a:lnTo>
                  <a:lnTo>
                    <a:pt x="66328" y="73717"/>
                  </a:lnTo>
                  <a:lnTo>
                    <a:pt x="65354" y="71655"/>
                  </a:lnTo>
                  <a:lnTo>
                    <a:pt x="64407" y="69574"/>
                  </a:lnTo>
                  <a:lnTo>
                    <a:pt x="63489" y="67472"/>
                  </a:lnTo>
                  <a:lnTo>
                    <a:pt x="62598" y="65349"/>
                  </a:lnTo>
                  <a:lnTo>
                    <a:pt x="61736" y="63204"/>
                  </a:lnTo>
                  <a:lnTo>
                    <a:pt x="60903" y="61037"/>
                  </a:lnTo>
                  <a:lnTo>
                    <a:pt x="60098" y="58846"/>
                  </a:lnTo>
                  <a:lnTo>
                    <a:pt x="59323" y="56630"/>
                  </a:lnTo>
                  <a:lnTo>
                    <a:pt x="58577" y="54390"/>
                  </a:lnTo>
                  <a:lnTo>
                    <a:pt x="57861" y="52123"/>
                  </a:lnTo>
                  <a:lnTo>
                    <a:pt x="57175" y="49829"/>
                  </a:lnTo>
                  <a:lnTo>
                    <a:pt x="56519" y="47508"/>
                  </a:lnTo>
                  <a:lnTo>
                    <a:pt x="55895" y="45158"/>
                  </a:lnTo>
                  <a:lnTo>
                    <a:pt x="55302" y="42778"/>
                  </a:lnTo>
                  <a:lnTo>
                    <a:pt x="54740" y="40368"/>
                  </a:lnTo>
                  <a:lnTo>
                    <a:pt x="54211" y="37927"/>
                  </a:lnTo>
                  <a:lnTo>
                    <a:pt x="53715" y="35454"/>
                  </a:lnTo>
                  <a:lnTo>
                    <a:pt x="53251" y="32947"/>
                  </a:lnTo>
                  <a:lnTo>
                    <a:pt x="52822" y="30407"/>
                  </a:lnTo>
                  <a:lnTo>
                    <a:pt x="52426" y="27832"/>
                  </a:lnTo>
                  <a:lnTo>
                    <a:pt x="52066" y="25222"/>
                  </a:lnTo>
                  <a:lnTo>
                    <a:pt x="51740" y="22575"/>
                  </a:lnTo>
                  <a:lnTo>
                    <a:pt x="51451" y="19891"/>
                  </a:lnTo>
                  <a:lnTo>
                    <a:pt x="51198" y="17170"/>
                  </a:lnTo>
                  <a:lnTo>
                    <a:pt x="50982" y="14409"/>
                  </a:lnTo>
                  <a:lnTo>
                    <a:pt x="50804" y="11609"/>
                  </a:lnTo>
                  <a:lnTo>
                    <a:pt x="50664" y="8769"/>
                  </a:lnTo>
                  <a:lnTo>
                    <a:pt x="50564" y="5888"/>
                  </a:lnTo>
                  <a:lnTo>
                    <a:pt x="50503" y="2965"/>
                  </a:lnTo>
                  <a:lnTo>
                    <a:pt x="50482" y="0"/>
                  </a:lnTo>
                  <a:close/>
                </a:path>
              </a:pathLst>
            </a:custGeom>
            <a:solidFill>
              <a:srgbClr val="000000"/>
            </a:solidFill>
            <a:ln w="0">
              <a:noFill/>
            </a:ln>
          </p:spPr>
        </p:sp>
        <p:sp>
          <p:nvSpPr>
            <p:cNvPr id="2408" name="panel1__candidate_to_model" descr="Editable filled curved data-flow path"/>
            <p:cNvSpPr/>
            <p:nvPr/>
          </p:nvSpPr>
          <p:spPr>
            <a:xfrm>
              <a:off x="2905009" y="2352675"/>
              <a:ext cx="253958" cy="266700"/>
            </a:xfrm>
            <a:custGeom>
              <a:avLst/>
              <a:gdLst/>
              <a:ahLst/>
              <a:cxnLst/>
              <a:rect l="0" t="0" r="w" b="h"/>
              <a:pathLst>
                <a:path w="253958" h="266700" fill="norm" stroke="false">
                  <a:moveTo>
                    <a:pt x="203475" y="0"/>
                  </a:moveTo>
                  <a:lnTo>
                    <a:pt x="203464" y="1042"/>
                  </a:lnTo>
                  <a:lnTo>
                    <a:pt x="203432" y="2058"/>
                  </a:lnTo>
                  <a:lnTo>
                    <a:pt x="203378" y="3050"/>
                  </a:lnTo>
                  <a:lnTo>
                    <a:pt x="203305" y="4018"/>
                  </a:lnTo>
                  <a:lnTo>
                    <a:pt x="203213" y="4966"/>
                  </a:lnTo>
                  <a:lnTo>
                    <a:pt x="203101" y="5892"/>
                  </a:lnTo>
                  <a:lnTo>
                    <a:pt x="202971" y="6800"/>
                  </a:lnTo>
                  <a:lnTo>
                    <a:pt x="202824" y="7690"/>
                  </a:lnTo>
                  <a:lnTo>
                    <a:pt x="202658" y="8563"/>
                  </a:lnTo>
                  <a:lnTo>
                    <a:pt x="202475" y="9422"/>
                  </a:lnTo>
                  <a:lnTo>
                    <a:pt x="202275" y="10267"/>
                  </a:lnTo>
                  <a:lnTo>
                    <a:pt x="202058" y="11100"/>
                  </a:lnTo>
                  <a:lnTo>
                    <a:pt x="201824" y="11923"/>
                  </a:lnTo>
                  <a:lnTo>
                    <a:pt x="201573" y="12736"/>
                  </a:lnTo>
                  <a:lnTo>
                    <a:pt x="201304" y="13540"/>
                  </a:lnTo>
                  <a:lnTo>
                    <a:pt x="201018" y="14339"/>
                  </a:lnTo>
                  <a:lnTo>
                    <a:pt x="200713" y="15131"/>
                  </a:lnTo>
                  <a:lnTo>
                    <a:pt x="200391" y="15919"/>
                  </a:lnTo>
                  <a:lnTo>
                    <a:pt x="200050" y="16704"/>
                  </a:lnTo>
                  <a:lnTo>
                    <a:pt x="199691" y="17486"/>
                  </a:lnTo>
                  <a:lnTo>
                    <a:pt x="199312" y="18266"/>
                  </a:lnTo>
                  <a:lnTo>
                    <a:pt x="198913" y="19046"/>
                  </a:lnTo>
                  <a:lnTo>
                    <a:pt x="198494" y="19826"/>
                  </a:lnTo>
                  <a:lnTo>
                    <a:pt x="198054" y="20606"/>
                  </a:lnTo>
                  <a:lnTo>
                    <a:pt x="197593" y="21388"/>
                  </a:lnTo>
                  <a:lnTo>
                    <a:pt x="197111" y="22172"/>
                  </a:lnTo>
                  <a:lnTo>
                    <a:pt x="196607" y="22957"/>
                  </a:lnTo>
                  <a:lnTo>
                    <a:pt x="196080" y="23745"/>
                  </a:lnTo>
                  <a:lnTo>
                    <a:pt x="195531" y="24536"/>
                  </a:lnTo>
                  <a:lnTo>
                    <a:pt x="194959" y="25331"/>
                  </a:lnTo>
                  <a:lnTo>
                    <a:pt x="194363" y="26128"/>
                  </a:lnTo>
                  <a:lnTo>
                    <a:pt x="193744" y="26929"/>
                  </a:lnTo>
                  <a:lnTo>
                    <a:pt x="193101" y="27734"/>
                  </a:lnTo>
                  <a:lnTo>
                    <a:pt x="192435" y="28542"/>
                  </a:lnTo>
                  <a:lnTo>
                    <a:pt x="191744" y="29354"/>
                  </a:lnTo>
                  <a:lnTo>
                    <a:pt x="191029" y="30170"/>
                  </a:lnTo>
                  <a:lnTo>
                    <a:pt x="190290" y="30989"/>
                  </a:lnTo>
                  <a:lnTo>
                    <a:pt x="189527" y="31813"/>
                  </a:lnTo>
                  <a:lnTo>
                    <a:pt x="188740" y="32640"/>
                  </a:lnTo>
                  <a:lnTo>
                    <a:pt x="187929" y="33470"/>
                  </a:lnTo>
                  <a:lnTo>
                    <a:pt x="187094" y="34304"/>
                  </a:lnTo>
                  <a:lnTo>
                    <a:pt x="186235" y="35142"/>
                  </a:lnTo>
                  <a:lnTo>
                    <a:pt x="185352" y="35984"/>
                  </a:lnTo>
                  <a:lnTo>
                    <a:pt x="184446" y="36829"/>
                  </a:lnTo>
                  <a:lnTo>
                    <a:pt x="183517" y="37677"/>
                  </a:lnTo>
                  <a:lnTo>
                    <a:pt x="182565" y="38529"/>
                  </a:lnTo>
                  <a:lnTo>
                    <a:pt x="181590" y="39384"/>
                  </a:lnTo>
                  <a:lnTo>
                    <a:pt x="180592" y="40242"/>
                  </a:lnTo>
                  <a:lnTo>
                    <a:pt x="179573" y="41104"/>
                  </a:lnTo>
                  <a:lnTo>
                    <a:pt x="178532" y="41969"/>
                  </a:lnTo>
                  <a:lnTo>
                    <a:pt x="177469" y="42838"/>
                  </a:lnTo>
                  <a:lnTo>
                    <a:pt x="176385" y="43710"/>
                  </a:lnTo>
                  <a:lnTo>
                    <a:pt x="175280" y="44585"/>
                  </a:lnTo>
                  <a:lnTo>
                    <a:pt x="174155" y="45464"/>
                  </a:lnTo>
                  <a:lnTo>
                    <a:pt x="173010" y="46346"/>
                  </a:lnTo>
                  <a:lnTo>
                    <a:pt x="171845" y="47232"/>
                  </a:lnTo>
                  <a:lnTo>
                    <a:pt x="170661" y="48121"/>
                  </a:lnTo>
                  <a:lnTo>
                    <a:pt x="169459" y="49015"/>
                  </a:lnTo>
                  <a:lnTo>
                    <a:pt x="168238" y="49912"/>
                  </a:lnTo>
                  <a:lnTo>
                    <a:pt x="166999" y="50813"/>
                  </a:lnTo>
                  <a:lnTo>
                    <a:pt x="165742" y="51718"/>
                  </a:lnTo>
                  <a:lnTo>
                    <a:pt x="164468" y="52627"/>
                  </a:lnTo>
                  <a:lnTo>
                    <a:pt x="163178" y="53541"/>
                  </a:lnTo>
                  <a:lnTo>
                    <a:pt x="161871" y="54459"/>
                  </a:lnTo>
                  <a:lnTo>
                    <a:pt x="160549" y="55382"/>
                  </a:lnTo>
                  <a:lnTo>
                    <a:pt x="159211" y="56310"/>
                  </a:lnTo>
                  <a:lnTo>
                    <a:pt x="157858" y="57242"/>
                  </a:lnTo>
                  <a:lnTo>
                    <a:pt x="156491" y="58180"/>
                  </a:lnTo>
                  <a:lnTo>
                    <a:pt x="155110" y="59124"/>
                  </a:lnTo>
                  <a:lnTo>
                    <a:pt x="153714" y="60073"/>
                  </a:lnTo>
                  <a:lnTo>
                    <a:pt x="152306" y="61028"/>
                  </a:lnTo>
                  <a:lnTo>
                    <a:pt x="150885" y="61989"/>
                  </a:lnTo>
                  <a:lnTo>
                    <a:pt x="149451" y="62956"/>
                  </a:lnTo>
                  <a:lnTo>
                    <a:pt x="148006" y="63930"/>
                  </a:lnTo>
                  <a:lnTo>
                    <a:pt x="146549" y="64911"/>
                  </a:lnTo>
                  <a:lnTo>
                    <a:pt x="145081" y="65898"/>
                  </a:lnTo>
                  <a:lnTo>
                    <a:pt x="143603" y="66893"/>
                  </a:lnTo>
                  <a:lnTo>
                    <a:pt x="142114" y="67896"/>
                  </a:lnTo>
                  <a:lnTo>
                    <a:pt x="140615" y="68907"/>
                  </a:lnTo>
                  <a:lnTo>
                    <a:pt x="139107" y="69925"/>
                  </a:lnTo>
                  <a:lnTo>
                    <a:pt x="137590" y="70952"/>
                  </a:lnTo>
                  <a:lnTo>
                    <a:pt x="136065" y="71988"/>
                  </a:lnTo>
                  <a:lnTo>
                    <a:pt x="134532" y="73033"/>
                  </a:lnTo>
                  <a:lnTo>
                    <a:pt x="132991" y="74088"/>
                  </a:lnTo>
                  <a:lnTo>
                    <a:pt x="131443" y="75152"/>
                  </a:lnTo>
                  <a:lnTo>
                    <a:pt x="129888" y="76225"/>
                  </a:lnTo>
                  <a:lnTo>
                    <a:pt x="128326" y="77310"/>
                  </a:lnTo>
                  <a:lnTo>
                    <a:pt x="126759" y="78404"/>
                  </a:lnTo>
                  <a:lnTo>
                    <a:pt x="125187" y="79510"/>
                  </a:lnTo>
                  <a:lnTo>
                    <a:pt x="123609" y="80627"/>
                  </a:lnTo>
                  <a:lnTo>
                    <a:pt x="122027" y="81756"/>
                  </a:lnTo>
                  <a:lnTo>
                    <a:pt x="120440" y="82896"/>
                  </a:lnTo>
                  <a:lnTo>
                    <a:pt x="118850" y="84049"/>
                  </a:lnTo>
                  <a:lnTo>
                    <a:pt x="117256" y="85214"/>
                  </a:lnTo>
                  <a:lnTo>
                    <a:pt x="115660" y="86393"/>
                  </a:lnTo>
                  <a:lnTo>
                    <a:pt x="114061" y="87584"/>
                  </a:lnTo>
                  <a:lnTo>
                    <a:pt x="112460" y="88790"/>
                  </a:lnTo>
                  <a:lnTo>
                    <a:pt x="110857" y="90009"/>
                  </a:lnTo>
                  <a:lnTo>
                    <a:pt x="109254" y="91243"/>
                  </a:lnTo>
                  <a:lnTo>
                    <a:pt x="107650" y="92491"/>
                  </a:lnTo>
                  <a:lnTo>
                    <a:pt x="106045" y="93755"/>
                  </a:lnTo>
                  <a:lnTo>
                    <a:pt x="104441" y="95034"/>
                  </a:lnTo>
                  <a:lnTo>
                    <a:pt x="102837" y="96329"/>
                  </a:lnTo>
                  <a:lnTo>
                    <a:pt x="101235" y="97641"/>
                  </a:lnTo>
                  <a:lnTo>
                    <a:pt x="99634" y="98969"/>
                  </a:lnTo>
                  <a:lnTo>
                    <a:pt x="98036" y="100314"/>
                  </a:lnTo>
                  <a:lnTo>
                    <a:pt x="96440" y="101676"/>
                  </a:lnTo>
                  <a:lnTo>
                    <a:pt x="94847" y="103056"/>
                  </a:lnTo>
                  <a:lnTo>
                    <a:pt x="93257" y="104454"/>
                  </a:lnTo>
                  <a:lnTo>
                    <a:pt x="91672" y="105870"/>
                  </a:lnTo>
                  <a:lnTo>
                    <a:pt x="90091" y="107306"/>
                  </a:lnTo>
                  <a:lnTo>
                    <a:pt x="88515" y="108760"/>
                  </a:lnTo>
                  <a:lnTo>
                    <a:pt x="86944" y="110234"/>
                  </a:lnTo>
                  <a:lnTo>
                    <a:pt x="85380" y="111728"/>
                  </a:lnTo>
                  <a:lnTo>
                    <a:pt x="83822" y="113243"/>
                  </a:lnTo>
                  <a:lnTo>
                    <a:pt x="82271" y="114778"/>
                  </a:lnTo>
                  <a:lnTo>
                    <a:pt x="80727" y="116334"/>
                  </a:lnTo>
                  <a:lnTo>
                    <a:pt x="79192" y="117911"/>
                  </a:lnTo>
                  <a:lnTo>
                    <a:pt x="77665" y="119510"/>
                  </a:lnTo>
                  <a:lnTo>
                    <a:pt x="76148" y="121131"/>
                  </a:lnTo>
                  <a:lnTo>
                    <a:pt x="74640" y="122774"/>
                  </a:lnTo>
                  <a:lnTo>
                    <a:pt x="73143" y="124440"/>
                  </a:lnTo>
                  <a:lnTo>
                    <a:pt x="71656" y="126129"/>
                  </a:lnTo>
                  <a:lnTo>
                    <a:pt x="70181" y="127841"/>
                  </a:lnTo>
                  <a:lnTo>
                    <a:pt x="68718" y="129577"/>
                  </a:lnTo>
                  <a:lnTo>
                    <a:pt x="67267" y="131337"/>
                  </a:lnTo>
                  <a:lnTo>
                    <a:pt x="65829" y="133121"/>
                  </a:lnTo>
                  <a:lnTo>
                    <a:pt x="64405" y="134930"/>
                  </a:lnTo>
                  <a:lnTo>
                    <a:pt x="62995" y="136763"/>
                  </a:lnTo>
                  <a:lnTo>
                    <a:pt x="61601" y="138621"/>
                  </a:lnTo>
                  <a:lnTo>
                    <a:pt x="60221" y="140505"/>
                  </a:lnTo>
                  <a:lnTo>
                    <a:pt x="58858" y="142414"/>
                  </a:lnTo>
                  <a:lnTo>
                    <a:pt x="57511" y="144349"/>
                  </a:lnTo>
                  <a:lnTo>
                    <a:pt x="56181" y="146310"/>
                  </a:lnTo>
                  <a:lnTo>
                    <a:pt x="54869" y="148296"/>
                  </a:lnTo>
                  <a:lnTo>
                    <a:pt x="53575" y="150310"/>
                  </a:lnTo>
                  <a:lnTo>
                    <a:pt x="52301" y="152349"/>
                  </a:lnTo>
                  <a:lnTo>
                    <a:pt x="0" y="146579"/>
                  </a:lnTo>
                  <a:lnTo>
                    <a:pt x="47741" y="266700"/>
                  </a:lnTo>
                  <a:lnTo>
                    <a:pt x="147581" y="184601"/>
                  </a:lnTo>
                  <a:lnTo>
                    <a:pt x="95280" y="178831"/>
                  </a:lnTo>
                  <a:lnTo>
                    <a:pt x="96216" y="177332"/>
                  </a:lnTo>
                  <a:lnTo>
                    <a:pt x="97168" y="175851"/>
                  </a:lnTo>
                  <a:lnTo>
                    <a:pt x="98135" y="174387"/>
                  </a:lnTo>
                  <a:lnTo>
                    <a:pt x="99117" y="172939"/>
                  </a:lnTo>
                  <a:lnTo>
                    <a:pt x="100114" y="171507"/>
                  </a:lnTo>
                  <a:lnTo>
                    <a:pt x="101125" y="170091"/>
                  </a:lnTo>
                  <a:lnTo>
                    <a:pt x="102151" y="168690"/>
                  </a:lnTo>
                  <a:lnTo>
                    <a:pt x="103191" y="167305"/>
                  </a:lnTo>
                  <a:lnTo>
                    <a:pt x="104246" y="165933"/>
                  </a:lnTo>
                  <a:lnTo>
                    <a:pt x="105314" y="164576"/>
                  </a:lnTo>
                  <a:lnTo>
                    <a:pt x="106397" y="163233"/>
                  </a:lnTo>
                  <a:lnTo>
                    <a:pt x="107493" y="161903"/>
                  </a:lnTo>
                  <a:lnTo>
                    <a:pt x="108603" y="160587"/>
                  </a:lnTo>
                  <a:lnTo>
                    <a:pt x="109726" y="159283"/>
                  </a:lnTo>
                  <a:lnTo>
                    <a:pt x="110862" y="157992"/>
                  </a:lnTo>
                  <a:lnTo>
                    <a:pt x="112011" y="156714"/>
                  </a:lnTo>
                  <a:lnTo>
                    <a:pt x="113173" y="155447"/>
                  </a:lnTo>
                  <a:lnTo>
                    <a:pt x="114348" y="154192"/>
                  </a:lnTo>
                  <a:lnTo>
                    <a:pt x="115535" y="152949"/>
                  </a:lnTo>
                  <a:lnTo>
                    <a:pt x="116735" y="151717"/>
                  </a:lnTo>
                  <a:lnTo>
                    <a:pt x="117946" y="150495"/>
                  </a:lnTo>
                  <a:lnTo>
                    <a:pt x="119169" y="149285"/>
                  </a:lnTo>
                  <a:lnTo>
                    <a:pt x="120404" y="148085"/>
                  </a:lnTo>
                  <a:lnTo>
                    <a:pt x="121650" y="146895"/>
                  </a:lnTo>
                  <a:lnTo>
                    <a:pt x="122907" y="145715"/>
                  </a:lnTo>
                  <a:lnTo>
                    <a:pt x="124175" y="144544"/>
                  </a:lnTo>
                  <a:lnTo>
                    <a:pt x="125454" y="143383"/>
                  </a:lnTo>
                  <a:lnTo>
                    <a:pt x="126743" y="142232"/>
                  </a:lnTo>
                  <a:lnTo>
                    <a:pt x="128042" y="141089"/>
                  </a:lnTo>
                  <a:lnTo>
                    <a:pt x="129351" y="139955"/>
                  </a:lnTo>
                  <a:lnTo>
                    <a:pt x="130670" y="138829"/>
                  </a:lnTo>
                  <a:lnTo>
                    <a:pt x="131998" y="137712"/>
                  </a:lnTo>
                  <a:lnTo>
                    <a:pt x="133336" y="136603"/>
                  </a:lnTo>
                  <a:lnTo>
                    <a:pt x="134682" y="135501"/>
                  </a:lnTo>
                  <a:lnTo>
                    <a:pt x="136036" y="134407"/>
                  </a:lnTo>
                  <a:lnTo>
                    <a:pt x="137399" y="133321"/>
                  </a:lnTo>
                  <a:lnTo>
                    <a:pt x="138770" y="132241"/>
                  </a:lnTo>
                  <a:lnTo>
                    <a:pt x="140148" y="131168"/>
                  </a:lnTo>
                  <a:lnTo>
                    <a:pt x="141534" y="130102"/>
                  </a:lnTo>
                  <a:lnTo>
                    <a:pt x="142926" y="129042"/>
                  </a:lnTo>
                  <a:lnTo>
                    <a:pt x="144326" y="127988"/>
                  </a:lnTo>
                  <a:lnTo>
                    <a:pt x="145732" y="126940"/>
                  </a:lnTo>
                  <a:lnTo>
                    <a:pt x="147144" y="125898"/>
                  </a:lnTo>
                  <a:lnTo>
                    <a:pt x="148562" y="124861"/>
                  </a:lnTo>
                  <a:lnTo>
                    <a:pt x="149986" y="123829"/>
                  </a:lnTo>
                  <a:lnTo>
                    <a:pt x="151415" y="122802"/>
                  </a:lnTo>
                  <a:lnTo>
                    <a:pt x="152849" y="121779"/>
                  </a:lnTo>
                  <a:lnTo>
                    <a:pt x="154287" y="120761"/>
                  </a:lnTo>
                  <a:lnTo>
                    <a:pt x="155730" y="119747"/>
                  </a:lnTo>
                  <a:lnTo>
                    <a:pt x="157177" y="118736"/>
                  </a:lnTo>
                  <a:lnTo>
                    <a:pt x="158627" y="117729"/>
                  </a:lnTo>
                  <a:lnTo>
                    <a:pt x="160081" y="116725"/>
                  </a:lnTo>
                  <a:lnTo>
                    <a:pt x="161537" y="115724"/>
                  </a:lnTo>
                  <a:lnTo>
                    <a:pt x="162997" y="114725"/>
                  </a:lnTo>
                  <a:lnTo>
                    <a:pt x="164459" y="113729"/>
                  </a:lnTo>
                  <a:lnTo>
                    <a:pt x="165923" y="112735"/>
                  </a:lnTo>
                  <a:lnTo>
                    <a:pt x="167389" y="111742"/>
                  </a:lnTo>
                  <a:lnTo>
                    <a:pt x="168856" y="110751"/>
                  </a:lnTo>
                  <a:lnTo>
                    <a:pt x="170324" y="109761"/>
                  </a:lnTo>
                  <a:lnTo>
                    <a:pt x="171794" y="108771"/>
                  </a:lnTo>
                  <a:lnTo>
                    <a:pt x="173263" y="107782"/>
                  </a:lnTo>
                  <a:lnTo>
                    <a:pt x="174733" y="106793"/>
                  </a:lnTo>
                  <a:lnTo>
                    <a:pt x="176203" y="105804"/>
                  </a:lnTo>
                  <a:lnTo>
                    <a:pt x="177672" y="104814"/>
                  </a:lnTo>
                  <a:lnTo>
                    <a:pt x="179141" y="103823"/>
                  </a:lnTo>
                  <a:lnTo>
                    <a:pt x="180609" y="102830"/>
                  </a:lnTo>
                  <a:lnTo>
                    <a:pt x="182075" y="101836"/>
                  </a:lnTo>
                  <a:lnTo>
                    <a:pt x="183540" y="100840"/>
                  </a:lnTo>
                  <a:lnTo>
                    <a:pt x="185002" y="99841"/>
                  </a:lnTo>
                  <a:lnTo>
                    <a:pt x="186463" y="98839"/>
                  </a:lnTo>
                  <a:lnTo>
                    <a:pt x="187920" y="97834"/>
                  </a:lnTo>
                  <a:lnTo>
                    <a:pt x="189375" y="96825"/>
                  </a:lnTo>
                  <a:lnTo>
                    <a:pt x="190827" y="95812"/>
                  </a:lnTo>
                  <a:lnTo>
                    <a:pt x="192275" y="94794"/>
                  </a:lnTo>
                  <a:lnTo>
                    <a:pt x="193719" y="93772"/>
                  </a:lnTo>
                  <a:lnTo>
                    <a:pt x="195159" y="92744"/>
                  </a:lnTo>
                  <a:lnTo>
                    <a:pt x="196595" y="91709"/>
                  </a:lnTo>
                  <a:lnTo>
                    <a:pt x="198026" y="90669"/>
                  </a:lnTo>
                  <a:lnTo>
                    <a:pt x="199451" y="89622"/>
                  </a:lnTo>
                  <a:lnTo>
                    <a:pt x="200872" y="88567"/>
                  </a:lnTo>
                  <a:lnTo>
                    <a:pt x="202286" y="87504"/>
                  </a:lnTo>
                  <a:lnTo>
                    <a:pt x="203694" y="86433"/>
                  </a:lnTo>
                  <a:lnTo>
                    <a:pt x="205096" y="85353"/>
                  </a:lnTo>
                  <a:lnTo>
                    <a:pt x="206491" y="84263"/>
                  </a:lnTo>
                  <a:lnTo>
                    <a:pt x="207879" y="83163"/>
                  </a:lnTo>
                  <a:lnTo>
                    <a:pt x="209260" y="82053"/>
                  </a:lnTo>
                  <a:lnTo>
                    <a:pt x="210632" y="80931"/>
                  </a:lnTo>
                  <a:lnTo>
                    <a:pt x="211996" y="79798"/>
                  </a:lnTo>
                  <a:lnTo>
                    <a:pt x="213351" y="78652"/>
                  </a:lnTo>
                  <a:lnTo>
                    <a:pt x="214698" y="77494"/>
                  </a:lnTo>
                  <a:lnTo>
                    <a:pt x="216034" y="76321"/>
                  </a:lnTo>
                  <a:lnTo>
                    <a:pt x="217361" y="75135"/>
                  </a:lnTo>
                  <a:lnTo>
                    <a:pt x="218677" y="73933"/>
                  </a:lnTo>
                  <a:lnTo>
                    <a:pt x="219982" y="72716"/>
                  </a:lnTo>
                  <a:lnTo>
                    <a:pt x="221275" y="71483"/>
                  </a:lnTo>
                  <a:lnTo>
                    <a:pt x="222557" y="70233"/>
                  </a:lnTo>
                  <a:lnTo>
                    <a:pt x="223825" y="68966"/>
                  </a:lnTo>
                  <a:lnTo>
                    <a:pt x="225081" y="67680"/>
                  </a:lnTo>
                  <a:lnTo>
                    <a:pt x="226322" y="66376"/>
                  </a:lnTo>
                  <a:lnTo>
                    <a:pt x="227549" y="65052"/>
                  </a:lnTo>
                  <a:lnTo>
                    <a:pt x="228760" y="63709"/>
                  </a:lnTo>
                  <a:lnTo>
                    <a:pt x="229956" y="62344"/>
                  </a:lnTo>
                  <a:lnTo>
                    <a:pt x="231134" y="60958"/>
                  </a:lnTo>
                  <a:lnTo>
                    <a:pt x="232295" y="59551"/>
                  </a:lnTo>
                  <a:lnTo>
                    <a:pt x="233438" y="58121"/>
                  </a:lnTo>
                  <a:lnTo>
                    <a:pt x="234560" y="56667"/>
                  </a:lnTo>
                  <a:lnTo>
                    <a:pt x="235663" y="55191"/>
                  </a:lnTo>
                  <a:lnTo>
                    <a:pt x="236744" y="53690"/>
                  </a:lnTo>
                  <a:lnTo>
                    <a:pt x="237802" y="52166"/>
                  </a:lnTo>
                  <a:lnTo>
                    <a:pt x="238838" y="50616"/>
                  </a:lnTo>
                  <a:lnTo>
                    <a:pt x="239848" y="49042"/>
                  </a:lnTo>
                  <a:lnTo>
                    <a:pt x="240833" y="47442"/>
                  </a:lnTo>
                  <a:lnTo>
                    <a:pt x="241791" y="45817"/>
                  </a:lnTo>
                  <a:lnTo>
                    <a:pt x="242720" y="44167"/>
                  </a:lnTo>
                  <a:lnTo>
                    <a:pt x="243621" y="42491"/>
                  </a:lnTo>
                  <a:lnTo>
                    <a:pt x="244491" y="40790"/>
                  </a:lnTo>
                  <a:lnTo>
                    <a:pt x="245329" y="39063"/>
                  </a:lnTo>
                  <a:lnTo>
                    <a:pt x="246135" y="37311"/>
                  </a:lnTo>
                  <a:lnTo>
                    <a:pt x="246907" y="35535"/>
                  </a:lnTo>
                  <a:lnTo>
                    <a:pt x="247643" y="33734"/>
                  </a:lnTo>
                  <a:lnTo>
                    <a:pt x="248344" y="31909"/>
                  </a:lnTo>
                  <a:lnTo>
                    <a:pt x="249007" y="30061"/>
                  </a:lnTo>
                  <a:lnTo>
                    <a:pt x="249632" y="28189"/>
                  </a:lnTo>
                  <a:lnTo>
                    <a:pt x="250217" y="26296"/>
                  </a:lnTo>
                  <a:lnTo>
                    <a:pt x="250763" y="24381"/>
                  </a:lnTo>
                  <a:lnTo>
                    <a:pt x="251267" y="22445"/>
                  </a:lnTo>
                  <a:lnTo>
                    <a:pt x="251730" y="20489"/>
                  </a:lnTo>
                  <a:lnTo>
                    <a:pt x="252150" y="18514"/>
                  </a:lnTo>
                  <a:lnTo>
                    <a:pt x="252528" y="16520"/>
                  </a:lnTo>
                  <a:lnTo>
                    <a:pt x="252862" y="14509"/>
                  </a:lnTo>
                  <a:lnTo>
                    <a:pt x="253152" y="12481"/>
                  </a:lnTo>
                  <a:lnTo>
                    <a:pt x="253398" y="10437"/>
                  </a:lnTo>
                  <a:lnTo>
                    <a:pt x="253599" y="8378"/>
                  </a:lnTo>
                  <a:lnTo>
                    <a:pt x="253756" y="6304"/>
                  </a:lnTo>
                  <a:lnTo>
                    <a:pt x="253868" y="4215"/>
                  </a:lnTo>
                  <a:lnTo>
                    <a:pt x="253935" y="2114"/>
                  </a:lnTo>
                  <a:lnTo>
                    <a:pt x="253958" y="0"/>
                  </a:lnTo>
                  <a:close/>
                </a:path>
              </a:pathLst>
            </a:custGeom>
            <a:solidFill>
              <a:srgbClr val="000000"/>
            </a:solidFill>
            <a:ln w="0">
              <a:noFill/>
            </a:ln>
          </p:spPr>
        </p:sp>
        <p:sp>
          <p:nvSpPr>
            <p:cNvPr id="2409" name="panel1__model_to_modes" descr="Editable filled curved data-flow path"/>
            <p:cNvSpPr/>
            <p:nvPr/>
          </p:nvSpPr>
          <p:spPr>
            <a:xfrm>
              <a:off x="3190875" y="3343275"/>
              <a:ext cx="449769" cy="400050"/>
            </a:xfrm>
            <a:custGeom>
              <a:avLst/>
              <a:gdLst/>
              <a:ahLst/>
              <a:cxnLst/>
              <a:rect l="0" t="0" r="w" b="h"/>
              <a:pathLst>
                <a:path w="449769" h="400050" fill="norm" stroke="false">
                  <a:moveTo>
                    <a:pt x="0" y="57150"/>
                  </a:moveTo>
                  <a:lnTo>
                    <a:pt x="4249" y="57164"/>
                  </a:lnTo>
                  <a:lnTo>
                    <a:pt x="8467" y="57204"/>
                  </a:lnTo>
                  <a:lnTo>
                    <a:pt x="12656" y="57271"/>
                  </a:lnTo>
                  <a:lnTo>
                    <a:pt x="16815" y="57365"/>
                  </a:lnTo>
                  <a:lnTo>
                    <a:pt x="20944" y="57486"/>
                  </a:lnTo>
                  <a:lnTo>
                    <a:pt x="25043" y="57633"/>
                  </a:lnTo>
                  <a:lnTo>
                    <a:pt x="29113" y="57806"/>
                  </a:lnTo>
                  <a:lnTo>
                    <a:pt x="33153" y="58006"/>
                  </a:lnTo>
                  <a:lnTo>
                    <a:pt x="37163" y="58231"/>
                  </a:lnTo>
                  <a:lnTo>
                    <a:pt x="41144" y="58483"/>
                  </a:lnTo>
                  <a:lnTo>
                    <a:pt x="45094" y="58760"/>
                  </a:lnTo>
                  <a:lnTo>
                    <a:pt x="49016" y="59064"/>
                  </a:lnTo>
                  <a:lnTo>
                    <a:pt x="52908" y="59392"/>
                  </a:lnTo>
                  <a:lnTo>
                    <a:pt x="56770" y="59746"/>
                  </a:lnTo>
                  <a:lnTo>
                    <a:pt x="60603" y="60126"/>
                  </a:lnTo>
                  <a:lnTo>
                    <a:pt x="64407" y="60531"/>
                  </a:lnTo>
                  <a:lnTo>
                    <a:pt x="68181" y="60960"/>
                  </a:lnTo>
                  <a:lnTo>
                    <a:pt x="71926" y="61415"/>
                  </a:lnTo>
                  <a:lnTo>
                    <a:pt x="75642" y="61894"/>
                  </a:lnTo>
                  <a:lnTo>
                    <a:pt x="79329" y="62398"/>
                  </a:lnTo>
                  <a:lnTo>
                    <a:pt x="82986" y="62927"/>
                  </a:lnTo>
                  <a:lnTo>
                    <a:pt x="86615" y="63480"/>
                  </a:lnTo>
                  <a:lnTo>
                    <a:pt x="90214" y="64057"/>
                  </a:lnTo>
                  <a:lnTo>
                    <a:pt x="93784" y="64659"/>
                  </a:lnTo>
                  <a:lnTo>
                    <a:pt x="97326" y="65284"/>
                  </a:lnTo>
                  <a:lnTo>
                    <a:pt x="100839" y="65934"/>
                  </a:lnTo>
                  <a:lnTo>
                    <a:pt x="104323" y="66607"/>
                  </a:lnTo>
                  <a:lnTo>
                    <a:pt x="107778" y="67303"/>
                  </a:lnTo>
                  <a:lnTo>
                    <a:pt x="111204" y="68024"/>
                  </a:lnTo>
                  <a:lnTo>
                    <a:pt x="114602" y="68767"/>
                  </a:lnTo>
                  <a:lnTo>
                    <a:pt x="117972" y="69534"/>
                  </a:lnTo>
                  <a:lnTo>
                    <a:pt x="121313" y="70324"/>
                  </a:lnTo>
                  <a:lnTo>
                    <a:pt x="124626" y="71136"/>
                  </a:lnTo>
                  <a:lnTo>
                    <a:pt x="127910" y="71972"/>
                  </a:lnTo>
                  <a:lnTo>
                    <a:pt x="131166" y="72830"/>
                  </a:lnTo>
                  <a:lnTo>
                    <a:pt x="134394" y="73711"/>
                  </a:lnTo>
                  <a:lnTo>
                    <a:pt x="137594" y="74614"/>
                  </a:lnTo>
                  <a:lnTo>
                    <a:pt x="140766" y="75540"/>
                  </a:lnTo>
                  <a:lnTo>
                    <a:pt x="143910" y="76488"/>
                  </a:lnTo>
                  <a:lnTo>
                    <a:pt x="147026" y="77458"/>
                  </a:lnTo>
                  <a:lnTo>
                    <a:pt x="150115" y="78450"/>
                  </a:lnTo>
                  <a:lnTo>
                    <a:pt x="153176" y="79463"/>
                  </a:lnTo>
                  <a:lnTo>
                    <a:pt x="156209" y="80498"/>
                  </a:lnTo>
                  <a:lnTo>
                    <a:pt x="159215" y="81555"/>
                  </a:lnTo>
                  <a:lnTo>
                    <a:pt x="162194" y="82634"/>
                  </a:lnTo>
                  <a:lnTo>
                    <a:pt x="165145" y="83733"/>
                  </a:lnTo>
                  <a:lnTo>
                    <a:pt x="168069" y="84854"/>
                  </a:lnTo>
                  <a:lnTo>
                    <a:pt x="170966" y="85996"/>
                  </a:lnTo>
                  <a:lnTo>
                    <a:pt x="173836" y="87159"/>
                  </a:lnTo>
                  <a:lnTo>
                    <a:pt x="176680" y="88343"/>
                  </a:lnTo>
                  <a:lnTo>
                    <a:pt x="179496" y="89547"/>
                  </a:lnTo>
                  <a:lnTo>
                    <a:pt x="182286" y="90772"/>
                  </a:lnTo>
                  <a:lnTo>
                    <a:pt x="185050" y="92018"/>
                  </a:lnTo>
                  <a:lnTo>
                    <a:pt x="187787" y="93284"/>
                  </a:lnTo>
                  <a:lnTo>
                    <a:pt x="190497" y="94570"/>
                  </a:lnTo>
                  <a:lnTo>
                    <a:pt x="193182" y="95877"/>
                  </a:lnTo>
                  <a:lnTo>
                    <a:pt x="195841" y="97204"/>
                  </a:lnTo>
                  <a:lnTo>
                    <a:pt x="198473" y="98551"/>
                  </a:lnTo>
                  <a:lnTo>
                    <a:pt x="201080" y="99917"/>
                  </a:lnTo>
                  <a:lnTo>
                    <a:pt x="203661" y="101304"/>
                  </a:lnTo>
                  <a:lnTo>
                    <a:pt x="206216" y="102710"/>
                  </a:lnTo>
                  <a:lnTo>
                    <a:pt x="208746" y="104136"/>
                  </a:lnTo>
                  <a:lnTo>
                    <a:pt x="211251" y="105582"/>
                  </a:lnTo>
                  <a:lnTo>
                    <a:pt x="213730" y="107047"/>
                  </a:lnTo>
                  <a:lnTo>
                    <a:pt x="216185" y="108531"/>
                  </a:lnTo>
                  <a:lnTo>
                    <a:pt x="218614" y="110035"/>
                  </a:lnTo>
                  <a:lnTo>
                    <a:pt x="221019" y="111558"/>
                  </a:lnTo>
                  <a:lnTo>
                    <a:pt x="223399" y="113101"/>
                  </a:lnTo>
                  <a:lnTo>
                    <a:pt x="225754" y="114662"/>
                  </a:lnTo>
                  <a:lnTo>
                    <a:pt x="228085" y="116243"/>
                  </a:lnTo>
                  <a:lnTo>
                    <a:pt x="230391" y="117843"/>
                  </a:lnTo>
                  <a:lnTo>
                    <a:pt x="232673" y="119461"/>
                  </a:lnTo>
                  <a:lnTo>
                    <a:pt x="234931" y="121099"/>
                  </a:lnTo>
                  <a:lnTo>
                    <a:pt x="237165" y="122755"/>
                  </a:lnTo>
                  <a:lnTo>
                    <a:pt x="239376" y="124430"/>
                  </a:lnTo>
                  <a:lnTo>
                    <a:pt x="241562" y="126124"/>
                  </a:lnTo>
                  <a:lnTo>
                    <a:pt x="243725" y="127837"/>
                  </a:lnTo>
                  <a:lnTo>
                    <a:pt x="245865" y="129568"/>
                  </a:lnTo>
                  <a:lnTo>
                    <a:pt x="247981" y="131318"/>
                  </a:lnTo>
                  <a:lnTo>
                    <a:pt x="250074" y="133087"/>
                  </a:lnTo>
                  <a:lnTo>
                    <a:pt x="252144" y="134874"/>
                  </a:lnTo>
                  <a:lnTo>
                    <a:pt x="254190" y="136680"/>
                  </a:lnTo>
                  <a:lnTo>
                    <a:pt x="256214" y="138504"/>
                  </a:lnTo>
                  <a:lnTo>
                    <a:pt x="258215" y="140347"/>
                  </a:lnTo>
                  <a:lnTo>
                    <a:pt x="260193" y="142208"/>
                  </a:lnTo>
                  <a:lnTo>
                    <a:pt x="262149" y="144088"/>
                  </a:lnTo>
                  <a:lnTo>
                    <a:pt x="264083" y="145986"/>
                  </a:lnTo>
                  <a:lnTo>
                    <a:pt x="265993" y="147903"/>
                  </a:lnTo>
                  <a:lnTo>
                    <a:pt x="267882" y="149837"/>
                  </a:lnTo>
                  <a:lnTo>
                    <a:pt x="269749" y="151791"/>
                  </a:lnTo>
                  <a:lnTo>
                    <a:pt x="271593" y="153762"/>
                  </a:lnTo>
                  <a:lnTo>
                    <a:pt x="273415" y="155752"/>
                  </a:lnTo>
                  <a:lnTo>
                    <a:pt x="275216" y="157761"/>
                  </a:lnTo>
                  <a:lnTo>
                    <a:pt x="276995" y="159787"/>
                  </a:lnTo>
                  <a:lnTo>
                    <a:pt x="278751" y="161832"/>
                  </a:lnTo>
                  <a:lnTo>
                    <a:pt x="280487" y="163896"/>
                  </a:lnTo>
                  <a:lnTo>
                    <a:pt x="282200" y="165977"/>
                  </a:lnTo>
                  <a:lnTo>
                    <a:pt x="283893" y="168077"/>
                  </a:lnTo>
                  <a:lnTo>
                    <a:pt x="285564" y="170195"/>
                  </a:lnTo>
                  <a:lnTo>
                    <a:pt x="287213" y="172332"/>
                  </a:lnTo>
                  <a:lnTo>
                    <a:pt x="288841" y="174487"/>
                  </a:lnTo>
                  <a:lnTo>
                    <a:pt x="290448" y="176660"/>
                  </a:lnTo>
                  <a:lnTo>
                    <a:pt x="292034" y="178851"/>
                  </a:lnTo>
                  <a:lnTo>
                    <a:pt x="293599" y="181060"/>
                  </a:lnTo>
                  <a:lnTo>
                    <a:pt x="295142" y="183288"/>
                  </a:lnTo>
                  <a:lnTo>
                    <a:pt x="296665" y="185534"/>
                  </a:lnTo>
                  <a:lnTo>
                    <a:pt x="298166" y="187799"/>
                  </a:lnTo>
                  <a:lnTo>
                    <a:pt x="299647" y="190081"/>
                  </a:lnTo>
                  <a:lnTo>
                    <a:pt x="301107" y="192382"/>
                  </a:lnTo>
                  <a:lnTo>
                    <a:pt x="302546" y="194701"/>
                  </a:lnTo>
                  <a:lnTo>
                    <a:pt x="303965" y="197038"/>
                  </a:lnTo>
                  <a:lnTo>
                    <a:pt x="305362" y="199394"/>
                  </a:lnTo>
                  <a:lnTo>
                    <a:pt x="306739" y="201767"/>
                  </a:lnTo>
                  <a:lnTo>
                    <a:pt x="308095" y="204159"/>
                  </a:lnTo>
                  <a:lnTo>
                    <a:pt x="309431" y="206569"/>
                  </a:lnTo>
                  <a:lnTo>
                    <a:pt x="310746" y="208997"/>
                  </a:lnTo>
                  <a:lnTo>
                    <a:pt x="312040" y="211443"/>
                  </a:lnTo>
                  <a:lnTo>
                    <a:pt x="313314" y="213907"/>
                  </a:lnTo>
                  <a:lnTo>
                    <a:pt x="314567" y="216390"/>
                  </a:lnTo>
                  <a:lnTo>
                    <a:pt x="315800" y="218890"/>
                  </a:lnTo>
                  <a:lnTo>
                    <a:pt x="317013" y="221408"/>
                  </a:lnTo>
                  <a:lnTo>
                    <a:pt x="318204" y="223945"/>
                  </a:lnTo>
                  <a:lnTo>
                    <a:pt x="319376" y="226499"/>
                  </a:lnTo>
                  <a:lnTo>
                    <a:pt x="320526" y="229071"/>
                  </a:lnTo>
                  <a:lnTo>
                    <a:pt x="321657" y="231662"/>
                  </a:lnTo>
                  <a:lnTo>
                    <a:pt x="322767" y="234270"/>
                  </a:lnTo>
                  <a:lnTo>
                    <a:pt x="323856" y="236896"/>
                  </a:lnTo>
                  <a:lnTo>
                    <a:pt x="324926" y="239539"/>
                  </a:lnTo>
                  <a:lnTo>
                    <a:pt x="325974" y="242201"/>
                  </a:lnTo>
                  <a:lnTo>
                    <a:pt x="327003" y="244880"/>
                  </a:lnTo>
                  <a:lnTo>
                    <a:pt x="328010" y="247577"/>
                  </a:lnTo>
                  <a:lnTo>
                    <a:pt x="328998" y="250291"/>
                  </a:lnTo>
                  <a:lnTo>
                    <a:pt x="329965" y="253024"/>
                  </a:lnTo>
                  <a:lnTo>
                    <a:pt x="330912" y="255773"/>
                  </a:lnTo>
                  <a:lnTo>
                    <a:pt x="331838" y="258540"/>
                  </a:lnTo>
                  <a:lnTo>
                    <a:pt x="332744" y="261325"/>
                  </a:lnTo>
                  <a:lnTo>
                    <a:pt x="333630" y="264127"/>
                  </a:lnTo>
                  <a:lnTo>
                    <a:pt x="334495" y="266946"/>
                  </a:lnTo>
                  <a:lnTo>
                    <a:pt x="335339" y="269783"/>
                  </a:lnTo>
                  <a:lnTo>
                    <a:pt x="336164" y="272636"/>
                  </a:lnTo>
                  <a:lnTo>
                    <a:pt x="336968" y="275507"/>
                  </a:lnTo>
                  <a:lnTo>
                    <a:pt x="337751" y="278395"/>
                  </a:lnTo>
                  <a:lnTo>
                    <a:pt x="338515" y="281300"/>
                  </a:lnTo>
                  <a:lnTo>
                    <a:pt x="339257" y="284222"/>
                  </a:lnTo>
                  <a:lnTo>
                    <a:pt x="339980" y="287161"/>
                  </a:lnTo>
                  <a:lnTo>
                    <a:pt x="340682" y="290117"/>
                  </a:lnTo>
                  <a:lnTo>
                    <a:pt x="341363" y="293089"/>
                  </a:lnTo>
                  <a:lnTo>
                    <a:pt x="288711" y="295173"/>
                  </a:lnTo>
                  <a:lnTo>
                    <a:pt x="381000" y="400050"/>
                  </a:lnTo>
                  <a:lnTo>
                    <a:pt x="449769" y="278447"/>
                  </a:lnTo>
                  <a:lnTo>
                    <a:pt x="397117" y="280531"/>
                  </a:lnTo>
                  <a:lnTo>
                    <a:pt x="396336" y="277127"/>
                  </a:lnTo>
                  <a:lnTo>
                    <a:pt x="395531" y="273737"/>
                  </a:lnTo>
                  <a:lnTo>
                    <a:pt x="394701" y="270361"/>
                  </a:lnTo>
                  <a:lnTo>
                    <a:pt x="393846" y="267000"/>
                  </a:lnTo>
                  <a:lnTo>
                    <a:pt x="392967" y="263652"/>
                  </a:lnTo>
                  <a:lnTo>
                    <a:pt x="392063" y="260319"/>
                  </a:lnTo>
                  <a:lnTo>
                    <a:pt x="391133" y="257001"/>
                  </a:lnTo>
                  <a:lnTo>
                    <a:pt x="390179" y="253697"/>
                  </a:lnTo>
                  <a:lnTo>
                    <a:pt x="389199" y="250407"/>
                  </a:lnTo>
                  <a:lnTo>
                    <a:pt x="388194" y="247133"/>
                  </a:lnTo>
                  <a:lnTo>
                    <a:pt x="387164" y="243874"/>
                  </a:lnTo>
                  <a:lnTo>
                    <a:pt x="386109" y="240629"/>
                  </a:lnTo>
                  <a:lnTo>
                    <a:pt x="385028" y="237400"/>
                  </a:lnTo>
                  <a:lnTo>
                    <a:pt x="383921" y="234186"/>
                  </a:lnTo>
                  <a:lnTo>
                    <a:pt x="382789" y="230988"/>
                  </a:lnTo>
                  <a:lnTo>
                    <a:pt x="381631" y="227805"/>
                  </a:lnTo>
                  <a:lnTo>
                    <a:pt x="380448" y="224638"/>
                  </a:lnTo>
                  <a:lnTo>
                    <a:pt x="379238" y="221486"/>
                  </a:lnTo>
                  <a:lnTo>
                    <a:pt x="378003" y="218351"/>
                  </a:lnTo>
                  <a:lnTo>
                    <a:pt x="376741" y="215232"/>
                  </a:lnTo>
                  <a:lnTo>
                    <a:pt x="375454" y="212129"/>
                  </a:lnTo>
                  <a:lnTo>
                    <a:pt x="374140" y="209042"/>
                  </a:lnTo>
                  <a:lnTo>
                    <a:pt x="372800" y="205972"/>
                  </a:lnTo>
                  <a:lnTo>
                    <a:pt x="371434" y="202919"/>
                  </a:lnTo>
                  <a:lnTo>
                    <a:pt x="370042" y="199882"/>
                  </a:lnTo>
                  <a:lnTo>
                    <a:pt x="368623" y="196863"/>
                  </a:lnTo>
                  <a:lnTo>
                    <a:pt x="367178" y="193860"/>
                  </a:lnTo>
                  <a:lnTo>
                    <a:pt x="365706" y="190875"/>
                  </a:lnTo>
                  <a:lnTo>
                    <a:pt x="364207" y="187907"/>
                  </a:lnTo>
                  <a:lnTo>
                    <a:pt x="362682" y="184956"/>
                  </a:lnTo>
                  <a:lnTo>
                    <a:pt x="361130" y="182024"/>
                  </a:lnTo>
                  <a:lnTo>
                    <a:pt x="359552" y="179109"/>
                  </a:lnTo>
                  <a:lnTo>
                    <a:pt x="357946" y="176212"/>
                  </a:lnTo>
                  <a:lnTo>
                    <a:pt x="356314" y="173334"/>
                  </a:lnTo>
                  <a:lnTo>
                    <a:pt x="354655" y="170474"/>
                  </a:lnTo>
                  <a:lnTo>
                    <a:pt x="352969" y="167632"/>
                  </a:lnTo>
                  <a:lnTo>
                    <a:pt x="351255" y="164809"/>
                  </a:lnTo>
                  <a:lnTo>
                    <a:pt x="349515" y="162005"/>
                  </a:lnTo>
                  <a:lnTo>
                    <a:pt x="347748" y="159220"/>
                  </a:lnTo>
                  <a:lnTo>
                    <a:pt x="345954" y="156454"/>
                  </a:lnTo>
                  <a:lnTo>
                    <a:pt x="344132" y="153707"/>
                  </a:lnTo>
                  <a:lnTo>
                    <a:pt x="342283" y="150980"/>
                  </a:lnTo>
                  <a:lnTo>
                    <a:pt x="340407" y="148272"/>
                  </a:lnTo>
                  <a:lnTo>
                    <a:pt x="338504" y="145585"/>
                  </a:lnTo>
                  <a:lnTo>
                    <a:pt x="336574" y="142917"/>
                  </a:lnTo>
                  <a:lnTo>
                    <a:pt x="334616" y="140269"/>
                  </a:lnTo>
                  <a:lnTo>
                    <a:pt x="332631" y="137642"/>
                  </a:lnTo>
                  <a:lnTo>
                    <a:pt x="330618" y="135036"/>
                  </a:lnTo>
                  <a:lnTo>
                    <a:pt x="328579" y="132450"/>
                  </a:lnTo>
                  <a:lnTo>
                    <a:pt x="326511" y="129885"/>
                  </a:lnTo>
                  <a:lnTo>
                    <a:pt x="324417" y="127341"/>
                  </a:lnTo>
                  <a:lnTo>
                    <a:pt x="322295" y="124818"/>
                  </a:lnTo>
                  <a:lnTo>
                    <a:pt x="320146" y="122317"/>
                  </a:lnTo>
                  <a:lnTo>
                    <a:pt x="317970" y="119837"/>
                  </a:lnTo>
                  <a:lnTo>
                    <a:pt x="315766" y="117379"/>
                  </a:lnTo>
                  <a:lnTo>
                    <a:pt x="313535" y="114942"/>
                  </a:lnTo>
                  <a:lnTo>
                    <a:pt x="311276" y="112528"/>
                  </a:lnTo>
                  <a:lnTo>
                    <a:pt x="308991" y="110136"/>
                  </a:lnTo>
                  <a:lnTo>
                    <a:pt x="306678" y="107766"/>
                  </a:lnTo>
                  <a:lnTo>
                    <a:pt x="304337" y="105419"/>
                  </a:lnTo>
                  <a:lnTo>
                    <a:pt x="301970" y="103095"/>
                  </a:lnTo>
                  <a:lnTo>
                    <a:pt x="299575" y="100793"/>
                  </a:lnTo>
                  <a:lnTo>
                    <a:pt x="297153" y="98515"/>
                  </a:lnTo>
                  <a:lnTo>
                    <a:pt x="294704" y="96259"/>
                  </a:lnTo>
                  <a:lnTo>
                    <a:pt x="292228" y="94027"/>
                  </a:lnTo>
                  <a:lnTo>
                    <a:pt x="289724" y="91818"/>
                  </a:lnTo>
                  <a:lnTo>
                    <a:pt x="287194" y="89633"/>
                  </a:lnTo>
                  <a:lnTo>
                    <a:pt x="284636" y="87472"/>
                  </a:lnTo>
                  <a:lnTo>
                    <a:pt x="282052" y="85335"/>
                  </a:lnTo>
                  <a:lnTo>
                    <a:pt x="279440" y="83221"/>
                  </a:lnTo>
                  <a:lnTo>
                    <a:pt x="276802" y="81132"/>
                  </a:lnTo>
                  <a:lnTo>
                    <a:pt x="274136" y="79067"/>
                  </a:lnTo>
                  <a:lnTo>
                    <a:pt x="271444" y="77027"/>
                  </a:lnTo>
                  <a:lnTo>
                    <a:pt x="268725" y="75011"/>
                  </a:lnTo>
                  <a:lnTo>
                    <a:pt x="265980" y="73020"/>
                  </a:lnTo>
                  <a:lnTo>
                    <a:pt x="263207" y="71054"/>
                  </a:lnTo>
                  <a:lnTo>
                    <a:pt x="260408" y="69112"/>
                  </a:lnTo>
                  <a:lnTo>
                    <a:pt x="257582" y="67196"/>
                  </a:lnTo>
                  <a:lnTo>
                    <a:pt x="254730" y="65305"/>
                  </a:lnTo>
                  <a:lnTo>
                    <a:pt x="251851" y="63439"/>
                  </a:lnTo>
                  <a:lnTo>
                    <a:pt x="248946" y="61599"/>
                  </a:lnTo>
                  <a:lnTo>
                    <a:pt x="246015" y="59784"/>
                  </a:lnTo>
                  <a:lnTo>
                    <a:pt x="243056" y="57995"/>
                  </a:lnTo>
                  <a:lnTo>
                    <a:pt x="240072" y="56231"/>
                  </a:lnTo>
                  <a:lnTo>
                    <a:pt x="237061" y="54494"/>
                  </a:lnTo>
                  <a:lnTo>
                    <a:pt x="234024" y="52782"/>
                  </a:lnTo>
                  <a:lnTo>
                    <a:pt x="230961" y="51096"/>
                  </a:lnTo>
                  <a:lnTo>
                    <a:pt x="227872" y="49437"/>
                  </a:lnTo>
                  <a:lnTo>
                    <a:pt x="224757" y="47803"/>
                  </a:lnTo>
                  <a:lnTo>
                    <a:pt x="221615" y="46196"/>
                  </a:lnTo>
                  <a:lnTo>
                    <a:pt x="218448" y="44615"/>
                  </a:lnTo>
                  <a:lnTo>
                    <a:pt x="215254" y="43061"/>
                  </a:lnTo>
                  <a:lnTo>
                    <a:pt x="212035" y="41533"/>
                  </a:lnTo>
                  <a:lnTo>
                    <a:pt x="208789" y="40032"/>
                  </a:lnTo>
                  <a:lnTo>
                    <a:pt x="205518" y="38557"/>
                  </a:lnTo>
                  <a:lnTo>
                    <a:pt x="202221" y="37109"/>
                  </a:lnTo>
                  <a:lnTo>
                    <a:pt x="198898" y="35688"/>
                  </a:lnTo>
                  <a:lnTo>
                    <a:pt x="195549" y="34294"/>
                  </a:lnTo>
                  <a:lnTo>
                    <a:pt x="192175" y="32927"/>
                  </a:lnTo>
                  <a:lnTo>
                    <a:pt x="188775" y="31587"/>
                  </a:lnTo>
                  <a:lnTo>
                    <a:pt x="185349" y="30274"/>
                  </a:lnTo>
                  <a:lnTo>
                    <a:pt x="181897" y="28988"/>
                  </a:lnTo>
                  <a:lnTo>
                    <a:pt x="178420" y="27729"/>
                  </a:lnTo>
                  <a:lnTo>
                    <a:pt x="174917" y="26497"/>
                  </a:lnTo>
                  <a:lnTo>
                    <a:pt x="171388" y="25293"/>
                  </a:lnTo>
                  <a:lnTo>
                    <a:pt x="167834" y="24116"/>
                  </a:lnTo>
                  <a:lnTo>
                    <a:pt x="164254" y="22966"/>
                  </a:lnTo>
                  <a:lnTo>
                    <a:pt x="160649" y="21844"/>
                  </a:lnTo>
                  <a:lnTo>
                    <a:pt x="157018" y="20750"/>
                  </a:lnTo>
                  <a:lnTo>
                    <a:pt x="153362" y="19683"/>
                  </a:lnTo>
                  <a:lnTo>
                    <a:pt x="149680" y="18643"/>
                  </a:lnTo>
                  <a:lnTo>
                    <a:pt x="145972" y="17631"/>
                  </a:lnTo>
                  <a:lnTo>
                    <a:pt x="142239" y="16647"/>
                  </a:lnTo>
                  <a:lnTo>
                    <a:pt x="138480" y="15691"/>
                  </a:lnTo>
                  <a:lnTo>
                    <a:pt x="134696" y="14763"/>
                  </a:lnTo>
                  <a:lnTo>
                    <a:pt x="130886" y="13862"/>
                  </a:lnTo>
                  <a:lnTo>
                    <a:pt x="127050" y="12989"/>
                  </a:lnTo>
                  <a:lnTo>
                    <a:pt x="123189" y="12144"/>
                  </a:lnTo>
                  <a:lnTo>
                    <a:pt x="119303" y="11328"/>
                  </a:lnTo>
                  <a:lnTo>
                    <a:pt x="115391" y="10539"/>
                  </a:lnTo>
                  <a:lnTo>
                    <a:pt x="111453" y="9778"/>
                  </a:lnTo>
                  <a:lnTo>
                    <a:pt x="107489" y="9045"/>
                  </a:lnTo>
                  <a:lnTo>
                    <a:pt x="103500" y="8341"/>
                  </a:lnTo>
                  <a:lnTo>
                    <a:pt x="99485" y="7664"/>
                  </a:lnTo>
                  <a:lnTo>
                    <a:pt x="95445" y="7016"/>
                  </a:lnTo>
                  <a:lnTo>
                    <a:pt x="91379" y="6397"/>
                  </a:lnTo>
                  <a:lnTo>
                    <a:pt x="87287" y="5805"/>
                  </a:lnTo>
                  <a:lnTo>
                    <a:pt x="83169" y="5242"/>
                  </a:lnTo>
                  <a:lnTo>
                    <a:pt x="79026" y="4708"/>
                  </a:lnTo>
                  <a:lnTo>
                    <a:pt x="74857" y="4202"/>
                  </a:lnTo>
                  <a:lnTo>
                    <a:pt x="70662" y="3724"/>
                  </a:lnTo>
                  <a:lnTo>
                    <a:pt x="66441" y="3275"/>
                  </a:lnTo>
                  <a:lnTo>
                    <a:pt x="62194" y="2854"/>
                  </a:lnTo>
                  <a:lnTo>
                    <a:pt x="57921" y="2463"/>
                  </a:lnTo>
                  <a:lnTo>
                    <a:pt x="53623" y="2100"/>
                  </a:lnTo>
                  <a:lnTo>
                    <a:pt x="49298" y="1765"/>
                  </a:lnTo>
                  <a:lnTo>
                    <a:pt x="44947" y="1460"/>
                  </a:lnTo>
                  <a:lnTo>
                    <a:pt x="40571" y="1183"/>
                  </a:lnTo>
                  <a:lnTo>
                    <a:pt x="36168" y="935"/>
                  </a:lnTo>
                  <a:lnTo>
                    <a:pt x="31739" y="717"/>
                  </a:lnTo>
                  <a:lnTo>
                    <a:pt x="27283" y="527"/>
                  </a:lnTo>
                  <a:lnTo>
                    <a:pt x="22802" y="366"/>
                  </a:lnTo>
                  <a:lnTo>
                    <a:pt x="18294" y="234"/>
                  </a:lnTo>
                  <a:lnTo>
                    <a:pt x="13760" y="132"/>
                  </a:lnTo>
                  <a:lnTo>
                    <a:pt x="9200" y="59"/>
                  </a:lnTo>
                  <a:lnTo>
                    <a:pt x="4613" y="15"/>
                  </a:lnTo>
                  <a:lnTo>
                    <a:pt x="0" y="0"/>
                  </a:lnTo>
                  <a:close/>
                </a:path>
              </a:pathLst>
            </a:custGeom>
            <a:solidFill>
              <a:srgbClr val="000000"/>
            </a:solidFill>
            <a:ln w="0">
              <a:noFill/>
            </a:ln>
          </p:spPr>
        </p:sp>
      </p:grpSp>
      <p:grpSp>
        <p:nvGrpSpPr>
          <p:cNvPr id="2431" name="02 Output-quality evaluation"/>
          <p:cNvGrpSpPr/>
          <p:nvPr/>
        </p:nvGrpSpPr>
        <p:grpSpPr>
          <a:xfrm>
            <a:off x="4762500" y="171450"/>
            <a:ext cx="7258050" cy="4524375"/>
            <a:chOff x="4762500" y="171450"/>
            <a:chExt cx="7258050" cy="4524375"/>
          </a:xfrm>
        </p:grpSpPr>
        <p:sp>
          <p:nvSpPr>
            <p:cNvPr id="926" name="panel2__rect_925"/>
            <p:cNvSpPr/>
            <p:nvPr/>
          </p:nvSpPr>
          <p:spPr>
            <a:xfrm>
              <a:off x="4762500" y="171450"/>
              <a:ext cx="7258050" cy="4524375"/>
            </a:xfrm>
            <a:prstGeom prst="roundRect">
              <a:avLst>
                <a:gd name="adj" fmla="val 2021"/>
              </a:avLst>
            </a:prstGeom>
            <a:solidFill>
              <a:srgbClr val="FFFFFF"/>
            </a:solidFill>
            <a:ln w="12859">
              <a:solidFill>
                <a:srgbClr val="9A4D8E"/>
              </a:solidFill>
              <a:prstDash val="dash"/>
            </a:ln>
          </p:spPr>
        </p:sp>
        <p:sp>
          <p:nvSpPr>
            <p:cNvPr id="927" name="panel2__text_926"/>
            <p:cNvSpPr/>
            <p:nvPr/>
          </p:nvSpPr>
          <p:spPr>
            <a:xfrm>
              <a:off x="4914900" y="266700"/>
              <a:ext cx="6972300" cy="342900"/>
            </a:xfrm>
            <a:prstGeom prst="rect">
              <a:avLst/>
            </a:prstGeom>
            <a:noFill/>
            <a:ln/>
          </p:spPr>
          <p:txBody>
            <a:bodyPr wrap="none" lIns="0" tIns="0" rIns="0" bIns="0" rtlCol="0" anchor="ctr"/>
            <a:lstStyle/>
            <a:p>
              <a:pPr algn="l" indent="0" marL="0">
                <a:buNone/>
              </a:pPr>
              <a:r>
                <a:rPr lang="en-US" sz="1875" b="1" dirty="0">
                  <a:solidFill>
                    <a:srgbClr val="242B32"/>
                  </a:solidFill>
                  <a:latin typeface="Times New Roman" pitchFamily="34" charset="0"/>
                  <a:ea typeface="Times New Roman" pitchFamily="34" charset="-122"/>
                  <a:cs typeface="Times New Roman" pitchFamily="34" charset="-120"/>
                </a:rPr>
                <a:t>2  Output-quality evaluation</a:t>
              </a:r>
              <a:endParaRPr lang="en-US" sz="1875" dirty="0"/>
            </a:p>
          </p:txBody>
        </p:sp>
        <p:sp>
          <p:nvSpPr>
            <p:cNvPr id="928" name="panel2__text_927"/>
            <p:cNvSpPr/>
            <p:nvPr/>
          </p:nvSpPr>
          <p:spPr>
            <a:xfrm>
              <a:off x="5076825" y="685800"/>
              <a:ext cx="4667250" cy="247650"/>
            </a:xfrm>
            <a:prstGeom prst="rect">
              <a:avLst/>
            </a:prstGeom>
            <a:noFill/>
            <a:ln/>
          </p:spPr>
          <p:txBody>
            <a:bodyPr wrap="none" lIns="0" tIns="0" rIns="0" bIns="0" rtlCol="0" anchor="ctr"/>
            <a:lstStyle/>
            <a:p>
              <a:pPr algn="l" indent="0" marL="0">
                <a:buNone/>
              </a:pPr>
              <a:r>
                <a:rPr lang="en-US" sz="1425" dirty="0">
                  <a:solidFill>
                    <a:srgbClr val="242B32"/>
                  </a:solidFill>
                  <a:latin typeface="Times New Roman" pitchFamily="34" charset="0"/>
                  <a:ea typeface="Times New Roman" pitchFamily="34" charset="-122"/>
                  <a:cs typeface="Times New Roman" pitchFamily="34" charset="-120"/>
                </a:rPr>
                <a:t>Measurements from returned representations</a:t>
              </a:r>
              <a:endParaRPr lang="en-US" sz="1425" dirty="0"/>
            </a:p>
          </p:txBody>
        </p:sp>
        <p:sp>
          <p:nvSpPr>
            <p:cNvPr id="929" name="panel2__text_928"/>
            <p:cNvSpPr/>
            <p:nvPr/>
          </p:nvSpPr>
          <p:spPr>
            <a:xfrm>
              <a:off x="10096500" y="685800"/>
              <a:ext cx="1647825" cy="247650"/>
            </a:xfrm>
            <a:prstGeom prst="rect">
              <a:avLst/>
            </a:prstGeom>
            <a:noFill/>
            <a:ln/>
          </p:spPr>
          <p:txBody>
            <a:bodyPr wrap="none" lIns="0" tIns="0" rIns="0" bIns="0" rtlCol="0" anchor="ctr"/>
            <a:lstStyle/>
            <a:p>
              <a:pPr algn="r" indent="0" marL="0">
                <a:buNone/>
              </a:pPr>
              <a:r>
                <a:rPr lang="en-US" sz="1425" dirty="0">
                  <a:solidFill>
                    <a:srgbClr val="242B32"/>
                  </a:solidFill>
                  <a:latin typeface="Times New Roman" pitchFamily="34" charset="0"/>
                  <a:ea typeface="Times New Roman" pitchFamily="34" charset="-122"/>
                  <a:cs typeface="Times New Roman" pitchFamily="34" charset="-120"/>
                </a:rPr>
                <a:t>Fixed settings  </a:t>
              </a:r>
              <a:pPr algn="r" indent="0" marL="0">
                <a:buNone/>
              </a:pPr>
              <a:r>
                <a:rPr lang="en-US" sz="1425" i="1" dirty="0">
                  <a:solidFill>
                    <a:srgbClr val="242B32"/>
                  </a:solidFill>
                  <a:latin typeface="Times New Roman" pitchFamily="34" charset="0"/>
                  <a:ea typeface="Times New Roman" pitchFamily="34" charset="-122"/>
                  <a:cs typeface="Times New Roman" pitchFamily="34" charset="-120"/>
                </a:rPr>
                <a:t>θ</a:t>
              </a:r>
              <a:endParaRPr lang="en-US" sz="1425" dirty="0"/>
            </a:p>
          </p:txBody>
        </p:sp>
        <p:sp>
          <p:nvSpPr>
            <p:cNvPr id="930" name="panel2__text_929"/>
            <p:cNvSpPr/>
            <p:nvPr/>
          </p:nvSpPr>
          <p:spPr>
            <a:xfrm>
              <a:off x="4943475" y="1209675"/>
              <a:ext cx="2095500" cy="295275"/>
            </a:xfrm>
            <a:prstGeom prst="rect">
              <a:avLst/>
            </a:prstGeom>
            <a:noFill/>
            <a:ln/>
          </p:spPr>
          <p:txBody>
            <a:bodyPr wrap="none" lIns="0" tIns="0" rIns="0" bIns="0" rtlCol="0" anchor="ctr"/>
            <a:lstStyle/>
            <a:p>
              <a:pPr algn="ctr" indent="0" marL="0">
                <a:buNone/>
              </a:pPr>
              <a:r>
                <a:rPr lang="en-US" sz="1650" b="1" dirty="0">
                  <a:solidFill>
                    <a:srgbClr val="242B32"/>
                  </a:solidFill>
                  <a:latin typeface="Times New Roman" pitchFamily="34" charset="0"/>
                  <a:ea typeface="Times New Roman" pitchFamily="34" charset="-122"/>
                  <a:cs typeface="Times New Roman" pitchFamily="34" charset="-120"/>
                </a:rPr>
                <a:t>Signal fidelity</a:t>
              </a:r>
              <a:endParaRPr lang="en-US" sz="1650" dirty="0"/>
            </a:p>
          </p:txBody>
        </p:sp>
        <p:sp>
          <p:nvSpPr>
            <p:cNvPr id="931" name="panel2__text_930"/>
            <p:cNvSpPr/>
            <p:nvPr/>
          </p:nvSpPr>
          <p:spPr>
            <a:xfrm>
              <a:off x="7334250" y="1209675"/>
              <a:ext cx="2095500" cy="295275"/>
            </a:xfrm>
            <a:prstGeom prst="rect">
              <a:avLst/>
            </a:prstGeom>
            <a:noFill/>
            <a:ln/>
          </p:spPr>
          <p:txBody>
            <a:bodyPr wrap="none" lIns="0" tIns="0" rIns="0" bIns="0" rtlCol="0" anchor="ctr"/>
            <a:lstStyle/>
            <a:p>
              <a:pPr algn="ctr" indent="0" marL="0">
                <a:buNone/>
              </a:pPr>
              <a:r>
                <a:rPr lang="en-US" sz="1650" b="1" dirty="0">
                  <a:solidFill>
                    <a:srgbClr val="242B32"/>
                  </a:solidFill>
                  <a:latin typeface="Times New Roman" pitchFamily="34" charset="0"/>
                  <a:ea typeface="Times New Roman" pitchFamily="34" charset="-122"/>
                  <a:cs typeface="Times New Roman" pitchFamily="34" charset="-120"/>
                </a:rPr>
                <a:t>Spectral structure</a:t>
              </a:r>
              <a:endParaRPr lang="en-US" sz="1650" dirty="0"/>
            </a:p>
          </p:txBody>
        </p:sp>
        <p:sp>
          <p:nvSpPr>
            <p:cNvPr id="932" name="panel2__text_931"/>
            <p:cNvSpPr/>
            <p:nvPr/>
          </p:nvSpPr>
          <p:spPr>
            <a:xfrm>
              <a:off x="9725025" y="1209675"/>
              <a:ext cx="2095500" cy="295275"/>
            </a:xfrm>
            <a:prstGeom prst="rect">
              <a:avLst/>
            </a:prstGeom>
            <a:noFill/>
            <a:ln/>
          </p:spPr>
          <p:txBody>
            <a:bodyPr wrap="none" lIns="0" tIns="0" rIns="0" bIns="0" rtlCol="0" anchor="ctr"/>
            <a:lstStyle/>
            <a:p>
              <a:pPr algn="ctr" indent="0" marL="0">
                <a:buNone/>
              </a:pPr>
              <a:r>
                <a:rPr lang="en-US" sz="1650" b="1" dirty="0">
                  <a:solidFill>
                    <a:srgbClr val="242B32"/>
                  </a:solidFill>
                  <a:latin typeface="Times New Roman" pitchFamily="34" charset="0"/>
                  <a:ea typeface="Times New Roman" pitchFamily="34" charset="-122"/>
                  <a:cs typeface="Times New Roman" pitchFamily="34" charset="-120"/>
                </a:rPr>
                <a:t>Model complexity</a:t>
              </a:r>
              <a:endParaRPr lang="en-US" sz="1650" dirty="0"/>
            </a:p>
          </p:txBody>
        </p:sp>
        <p:sp>
          <p:nvSpPr>
            <p:cNvPr id="933" name="panel2__line_932"/>
            <p:cNvSpPr/>
            <p:nvPr/>
          </p:nvSpPr>
          <p:spPr>
            <a:xfrm>
              <a:off x="5172075" y="2371725"/>
              <a:ext cx="1647825" cy="0"/>
            </a:xfrm>
            <a:prstGeom prst="line">
              <a:avLst/>
            </a:prstGeom>
            <a:noFill/>
            <a:ln w="6667">
              <a:solidFill>
                <a:srgbClr val="DDE2E6"/>
              </a:solidFill>
              <a:prstDash val="solid"/>
            </a:ln>
          </p:spPr>
        </p:sp>
        <p:sp>
          <p:nvSpPr>
            <p:cNvPr id="934" name="panel2__line_933"/>
            <p:cNvSpPr/>
            <p:nvPr/>
          </p:nvSpPr>
          <p:spPr>
            <a:xfrm>
              <a:off x="5172075" y="1789290"/>
              <a:ext cx="23209" cy="44808"/>
            </a:xfrm>
            <a:prstGeom prst="line">
              <a:avLst/>
            </a:prstGeom>
            <a:noFill/>
            <a:ln w="20955">
              <a:solidFill>
                <a:srgbClr val="9A9FA5"/>
              </a:solidFill>
              <a:prstDash val="dash"/>
            </a:ln>
          </p:spPr>
        </p:sp>
        <p:sp>
          <p:nvSpPr>
            <p:cNvPr id="935" name="panel2__line_934"/>
            <p:cNvSpPr/>
            <p:nvPr/>
          </p:nvSpPr>
          <p:spPr>
            <a:xfrm>
              <a:off x="5195284" y="1834098"/>
              <a:ext cx="23209" cy="111671"/>
            </a:xfrm>
            <a:prstGeom prst="line">
              <a:avLst/>
            </a:prstGeom>
            <a:noFill/>
            <a:ln w="20955">
              <a:solidFill>
                <a:srgbClr val="9A9FA5"/>
              </a:solidFill>
              <a:prstDash val="dash"/>
            </a:ln>
          </p:spPr>
        </p:sp>
        <p:sp>
          <p:nvSpPr>
            <p:cNvPr id="936" name="panel2__line_935"/>
            <p:cNvSpPr/>
            <p:nvPr/>
          </p:nvSpPr>
          <p:spPr>
            <a:xfrm>
              <a:off x="5218493" y="1945769"/>
              <a:ext cx="23209" cy="113676"/>
            </a:xfrm>
            <a:prstGeom prst="line">
              <a:avLst/>
            </a:prstGeom>
            <a:noFill/>
            <a:ln w="20955">
              <a:solidFill>
                <a:srgbClr val="9A9FA5"/>
              </a:solidFill>
              <a:prstDash val="dash"/>
            </a:ln>
          </p:spPr>
        </p:sp>
        <p:sp>
          <p:nvSpPr>
            <p:cNvPr id="937" name="panel2__line_936"/>
            <p:cNvSpPr/>
            <p:nvPr/>
          </p:nvSpPr>
          <p:spPr>
            <a:xfrm>
              <a:off x="5241701" y="2059445"/>
              <a:ext cx="23209" cy="57113"/>
            </a:xfrm>
            <a:prstGeom prst="line">
              <a:avLst/>
            </a:prstGeom>
            <a:noFill/>
            <a:ln w="20955">
              <a:solidFill>
                <a:srgbClr val="9A9FA5"/>
              </a:solidFill>
              <a:prstDash val="dash"/>
            </a:ln>
          </p:spPr>
        </p:sp>
        <p:sp>
          <p:nvSpPr>
            <p:cNvPr id="938" name="panel2__line_937"/>
            <p:cNvSpPr/>
            <p:nvPr/>
          </p:nvSpPr>
          <p:spPr>
            <a:xfrm flipV="1">
              <a:off x="5264910" y="2107464"/>
              <a:ext cx="23209" cy="9094"/>
            </a:xfrm>
            <a:prstGeom prst="line">
              <a:avLst/>
            </a:prstGeom>
            <a:noFill/>
            <a:ln w="20955">
              <a:solidFill>
                <a:srgbClr val="9A9FA5"/>
              </a:solidFill>
              <a:prstDash val="dash"/>
            </a:ln>
          </p:spPr>
        </p:sp>
        <p:sp>
          <p:nvSpPr>
            <p:cNvPr id="939" name="panel2__line_938"/>
            <p:cNvSpPr/>
            <p:nvPr/>
          </p:nvSpPr>
          <p:spPr>
            <a:xfrm flipV="1">
              <a:off x="5288119" y="2071064"/>
              <a:ext cx="23209" cy="36400"/>
            </a:xfrm>
            <a:prstGeom prst="line">
              <a:avLst/>
            </a:prstGeom>
            <a:noFill/>
            <a:ln w="20955">
              <a:solidFill>
                <a:srgbClr val="9A9FA5"/>
              </a:solidFill>
              <a:prstDash val="dash"/>
            </a:ln>
          </p:spPr>
        </p:sp>
        <p:sp>
          <p:nvSpPr>
            <p:cNvPr id="940" name="panel2__line_939"/>
            <p:cNvSpPr/>
            <p:nvPr/>
          </p:nvSpPr>
          <p:spPr>
            <a:xfrm flipV="1">
              <a:off x="5311328" y="2054661"/>
              <a:ext cx="23209" cy="16403"/>
            </a:xfrm>
            <a:prstGeom prst="line">
              <a:avLst/>
            </a:prstGeom>
            <a:noFill/>
            <a:ln w="20955">
              <a:solidFill>
                <a:srgbClr val="9A9FA5"/>
              </a:solidFill>
              <a:prstDash val="dash"/>
            </a:ln>
          </p:spPr>
        </p:sp>
        <p:sp>
          <p:nvSpPr>
            <p:cNvPr id="941" name="panel2__line_940"/>
            <p:cNvSpPr/>
            <p:nvPr/>
          </p:nvSpPr>
          <p:spPr>
            <a:xfrm>
              <a:off x="5334537" y="2054661"/>
              <a:ext cx="23209" cy="17869"/>
            </a:xfrm>
            <a:prstGeom prst="line">
              <a:avLst/>
            </a:prstGeom>
            <a:noFill/>
            <a:ln w="20955">
              <a:solidFill>
                <a:srgbClr val="9A9FA5"/>
              </a:solidFill>
              <a:prstDash val="dash"/>
            </a:ln>
          </p:spPr>
        </p:sp>
        <p:sp>
          <p:nvSpPr>
            <p:cNvPr id="942" name="panel2__line_941"/>
            <p:cNvSpPr/>
            <p:nvPr/>
          </p:nvSpPr>
          <p:spPr>
            <a:xfrm>
              <a:off x="5357745" y="2072530"/>
              <a:ext cx="23209" cy="27772"/>
            </a:xfrm>
            <a:prstGeom prst="line">
              <a:avLst/>
            </a:prstGeom>
            <a:noFill/>
            <a:ln w="20955">
              <a:solidFill>
                <a:srgbClr val="9A9FA5"/>
              </a:solidFill>
              <a:prstDash val="dash"/>
            </a:ln>
          </p:spPr>
        </p:sp>
        <p:sp>
          <p:nvSpPr>
            <p:cNvPr id="943" name="panel2__line_942"/>
            <p:cNvSpPr/>
            <p:nvPr/>
          </p:nvSpPr>
          <p:spPr>
            <a:xfrm>
              <a:off x="5380954" y="2100302"/>
              <a:ext cx="23209" cy="6365"/>
            </a:xfrm>
            <a:prstGeom prst="line">
              <a:avLst/>
            </a:prstGeom>
            <a:noFill/>
            <a:ln w="20955">
              <a:solidFill>
                <a:srgbClr val="9A9FA5"/>
              </a:solidFill>
              <a:prstDash val="dash"/>
            </a:ln>
          </p:spPr>
        </p:sp>
        <p:sp>
          <p:nvSpPr>
            <p:cNvPr id="944" name="panel2__line_943"/>
            <p:cNvSpPr/>
            <p:nvPr/>
          </p:nvSpPr>
          <p:spPr>
            <a:xfrm flipV="1">
              <a:off x="5404163" y="2088434"/>
              <a:ext cx="23209" cy="18233"/>
            </a:xfrm>
            <a:prstGeom prst="line">
              <a:avLst/>
            </a:prstGeom>
            <a:noFill/>
            <a:ln w="20955">
              <a:solidFill>
                <a:srgbClr val="9A9FA5"/>
              </a:solidFill>
              <a:prstDash val="dash"/>
            </a:ln>
          </p:spPr>
        </p:sp>
        <p:sp>
          <p:nvSpPr>
            <p:cNvPr id="945" name="panel2__line_944"/>
            <p:cNvSpPr/>
            <p:nvPr/>
          </p:nvSpPr>
          <p:spPr>
            <a:xfrm flipV="1">
              <a:off x="5427372" y="2073321"/>
              <a:ext cx="23209" cy="15113"/>
            </a:xfrm>
            <a:prstGeom prst="line">
              <a:avLst/>
            </a:prstGeom>
            <a:noFill/>
            <a:ln w="20955">
              <a:solidFill>
                <a:srgbClr val="9A9FA5"/>
              </a:solidFill>
              <a:prstDash val="dash"/>
            </a:ln>
          </p:spPr>
        </p:sp>
        <p:sp>
          <p:nvSpPr>
            <p:cNvPr id="946" name="panel2__line_945"/>
            <p:cNvSpPr/>
            <p:nvPr/>
          </p:nvSpPr>
          <p:spPr>
            <a:xfrm>
              <a:off x="5450581" y="2073321"/>
              <a:ext cx="23209" cy="14635"/>
            </a:xfrm>
            <a:prstGeom prst="line">
              <a:avLst/>
            </a:prstGeom>
            <a:noFill/>
            <a:ln w="20955">
              <a:solidFill>
                <a:srgbClr val="9A9FA5"/>
              </a:solidFill>
              <a:prstDash val="dash"/>
            </a:ln>
          </p:spPr>
        </p:sp>
        <p:sp>
          <p:nvSpPr>
            <p:cNvPr id="947" name="panel2__line_946"/>
            <p:cNvSpPr/>
            <p:nvPr/>
          </p:nvSpPr>
          <p:spPr>
            <a:xfrm>
              <a:off x="5473789" y="2087956"/>
              <a:ext cx="23209" cy="36024"/>
            </a:xfrm>
            <a:prstGeom prst="line">
              <a:avLst/>
            </a:prstGeom>
            <a:noFill/>
            <a:ln w="20955">
              <a:solidFill>
                <a:srgbClr val="9A9FA5"/>
              </a:solidFill>
              <a:prstDash val="dash"/>
            </a:ln>
          </p:spPr>
        </p:sp>
        <p:sp>
          <p:nvSpPr>
            <p:cNvPr id="948" name="panel2__line_947"/>
            <p:cNvSpPr/>
            <p:nvPr/>
          </p:nvSpPr>
          <p:spPr>
            <a:xfrm>
              <a:off x="5496998" y="2123980"/>
              <a:ext cx="23209" cy="14334"/>
            </a:xfrm>
            <a:prstGeom prst="line">
              <a:avLst/>
            </a:prstGeom>
            <a:noFill/>
            <a:ln w="20955">
              <a:solidFill>
                <a:srgbClr val="9A9FA5"/>
              </a:solidFill>
              <a:prstDash val="dash"/>
            </a:ln>
          </p:spPr>
        </p:sp>
        <p:sp>
          <p:nvSpPr>
            <p:cNvPr id="949" name="panel2__line_948"/>
            <p:cNvSpPr/>
            <p:nvPr/>
          </p:nvSpPr>
          <p:spPr>
            <a:xfrm flipV="1">
              <a:off x="5520207" y="2090989"/>
              <a:ext cx="23209" cy="47324"/>
            </a:xfrm>
            <a:prstGeom prst="line">
              <a:avLst/>
            </a:prstGeom>
            <a:noFill/>
            <a:ln w="20955">
              <a:solidFill>
                <a:srgbClr val="9A9FA5"/>
              </a:solidFill>
              <a:prstDash val="dash"/>
            </a:ln>
          </p:spPr>
        </p:sp>
        <p:sp>
          <p:nvSpPr>
            <p:cNvPr id="950" name="panel2__line_949"/>
            <p:cNvSpPr/>
            <p:nvPr/>
          </p:nvSpPr>
          <p:spPr>
            <a:xfrm flipV="1">
              <a:off x="5543416" y="1986544"/>
              <a:ext cx="23209" cy="104445"/>
            </a:xfrm>
            <a:prstGeom prst="line">
              <a:avLst/>
            </a:prstGeom>
            <a:noFill/>
            <a:ln w="20955">
              <a:solidFill>
                <a:srgbClr val="9A9FA5"/>
              </a:solidFill>
              <a:prstDash val="dash"/>
            </a:ln>
          </p:spPr>
        </p:sp>
        <p:sp>
          <p:nvSpPr>
            <p:cNvPr id="951" name="panel2__line_950"/>
            <p:cNvSpPr/>
            <p:nvPr/>
          </p:nvSpPr>
          <p:spPr>
            <a:xfrm flipV="1">
              <a:off x="5566625" y="1879030"/>
              <a:ext cx="23209" cy="107514"/>
            </a:xfrm>
            <a:prstGeom prst="line">
              <a:avLst/>
            </a:prstGeom>
            <a:noFill/>
            <a:ln w="20955">
              <a:solidFill>
                <a:srgbClr val="9A9FA5"/>
              </a:solidFill>
              <a:prstDash val="dash"/>
            </a:ln>
          </p:spPr>
        </p:sp>
        <p:sp>
          <p:nvSpPr>
            <p:cNvPr id="952" name="panel2__line_951"/>
            <p:cNvSpPr/>
            <p:nvPr/>
          </p:nvSpPr>
          <p:spPr>
            <a:xfrm flipV="1">
              <a:off x="5589833" y="1832849"/>
              <a:ext cx="23209" cy="46181"/>
            </a:xfrm>
            <a:prstGeom prst="line">
              <a:avLst/>
            </a:prstGeom>
            <a:noFill/>
            <a:ln w="20955">
              <a:solidFill>
                <a:srgbClr val="9A9FA5"/>
              </a:solidFill>
              <a:prstDash val="dash"/>
            </a:ln>
          </p:spPr>
        </p:sp>
        <p:sp>
          <p:nvSpPr>
            <p:cNvPr id="953" name="panel2__line_952"/>
            <p:cNvSpPr/>
            <p:nvPr/>
          </p:nvSpPr>
          <p:spPr>
            <a:xfrm>
              <a:off x="5613042" y="1832849"/>
              <a:ext cx="23209" cy="39466"/>
            </a:xfrm>
            <a:prstGeom prst="line">
              <a:avLst/>
            </a:prstGeom>
            <a:noFill/>
            <a:ln w="20955">
              <a:solidFill>
                <a:srgbClr val="9A9FA5"/>
              </a:solidFill>
              <a:prstDash val="dash"/>
            </a:ln>
          </p:spPr>
        </p:sp>
        <p:sp>
          <p:nvSpPr>
            <p:cNvPr id="954" name="panel2__line_953"/>
            <p:cNvSpPr/>
            <p:nvPr/>
          </p:nvSpPr>
          <p:spPr>
            <a:xfrm>
              <a:off x="5636251" y="1872315"/>
              <a:ext cx="23209" cy="91623"/>
            </a:xfrm>
            <a:prstGeom prst="line">
              <a:avLst/>
            </a:prstGeom>
            <a:noFill/>
            <a:ln w="20955">
              <a:solidFill>
                <a:srgbClr val="9A9FA5"/>
              </a:solidFill>
              <a:prstDash val="dash"/>
            </a:ln>
          </p:spPr>
        </p:sp>
        <p:sp>
          <p:nvSpPr>
            <p:cNvPr id="955" name="panel2__line_954"/>
            <p:cNvSpPr/>
            <p:nvPr/>
          </p:nvSpPr>
          <p:spPr>
            <a:xfrm>
              <a:off x="5659460" y="1963938"/>
              <a:ext cx="23209" cy="82339"/>
            </a:xfrm>
            <a:prstGeom prst="line">
              <a:avLst/>
            </a:prstGeom>
            <a:noFill/>
            <a:ln w="20955">
              <a:solidFill>
                <a:srgbClr val="9A9FA5"/>
              </a:solidFill>
              <a:prstDash val="dash"/>
            </a:ln>
          </p:spPr>
        </p:sp>
        <p:sp>
          <p:nvSpPr>
            <p:cNvPr id="956" name="panel2__line_955"/>
            <p:cNvSpPr/>
            <p:nvPr/>
          </p:nvSpPr>
          <p:spPr>
            <a:xfrm>
              <a:off x="5682669" y="2046277"/>
              <a:ext cx="23209" cy="33443"/>
            </a:xfrm>
            <a:prstGeom prst="line">
              <a:avLst/>
            </a:prstGeom>
            <a:noFill/>
            <a:ln w="20955">
              <a:solidFill>
                <a:srgbClr val="9A9FA5"/>
              </a:solidFill>
              <a:prstDash val="dash"/>
            </a:ln>
          </p:spPr>
        </p:sp>
        <p:sp>
          <p:nvSpPr>
            <p:cNvPr id="957" name="panel2__line_956"/>
            <p:cNvSpPr/>
            <p:nvPr/>
          </p:nvSpPr>
          <p:spPr>
            <a:xfrm flipV="1">
              <a:off x="5705877" y="2072073"/>
              <a:ext cx="23209" cy="7647"/>
            </a:xfrm>
            <a:prstGeom prst="line">
              <a:avLst/>
            </a:prstGeom>
            <a:noFill/>
            <a:ln w="20955">
              <a:solidFill>
                <a:srgbClr val="9A9FA5"/>
              </a:solidFill>
              <a:prstDash val="dash"/>
            </a:ln>
          </p:spPr>
        </p:sp>
        <p:sp>
          <p:nvSpPr>
            <p:cNvPr id="958" name="panel2__line_957"/>
            <p:cNvSpPr/>
            <p:nvPr/>
          </p:nvSpPr>
          <p:spPr>
            <a:xfrm flipV="1">
              <a:off x="5729086" y="2060026"/>
              <a:ext cx="23209" cy="12046"/>
            </a:xfrm>
            <a:prstGeom prst="line">
              <a:avLst/>
            </a:prstGeom>
            <a:noFill/>
            <a:ln w="20955">
              <a:solidFill>
                <a:srgbClr val="9A9FA5"/>
              </a:solidFill>
              <a:prstDash val="dash"/>
            </a:ln>
          </p:spPr>
        </p:sp>
        <p:sp>
          <p:nvSpPr>
            <p:cNvPr id="959" name="panel2__line_958"/>
            <p:cNvSpPr/>
            <p:nvPr/>
          </p:nvSpPr>
          <p:spPr>
            <a:xfrm>
              <a:off x="5752295" y="2060026"/>
              <a:ext cx="23209" cy="7983"/>
            </a:xfrm>
            <a:prstGeom prst="line">
              <a:avLst/>
            </a:prstGeom>
            <a:noFill/>
            <a:ln w="20955">
              <a:solidFill>
                <a:srgbClr val="9A9FA5"/>
              </a:solidFill>
              <a:prstDash val="dash"/>
            </a:ln>
          </p:spPr>
        </p:sp>
        <p:sp>
          <p:nvSpPr>
            <p:cNvPr id="960" name="panel2__line_959"/>
            <p:cNvSpPr/>
            <p:nvPr/>
          </p:nvSpPr>
          <p:spPr>
            <a:xfrm>
              <a:off x="5775504" y="2068010"/>
              <a:ext cx="23209" cy="17449"/>
            </a:xfrm>
            <a:prstGeom prst="line">
              <a:avLst/>
            </a:prstGeom>
            <a:noFill/>
            <a:ln w="20955">
              <a:solidFill>
                <a:srgbClr val="9A9FA5"/>
              </a:solidFill>
              <a:prstDash val="dash"/>
            </a:ln>
          </p:spPr>
        </p:sp>
        <p:sp>
          <p:nvSpPr>
            <p:cNvPr id="961" name="panel2__line_960"/>
            <p:cNvSpPr/>
            <p:nvPr/>
          </p:nvSpPr>
          <p:spPr>
            <a:xfrm flipV="1">
              <a:off x="5798713" y="2083376"/>
              <a:ext cx="23209" cy="2083"/>
            </a:xfrm>
            <a:prstGeom prst="line">
              <a:avLst/>
            </a:prstGeom>
            <a:noFill/>
            <a:ln w="20955">
              <a:solidFill>
                <a:srgbClr val="9A9FA5"/>
              </a:solidFill>
              <a:prstDash val="dash"/>
            </a:ln>
          </p:spPr>
        </p:sp>
        <p:sp>
          <p:nvSpPr>
            <p:cNvPr id="962" name="panel2__line_961"/>
            <p:cNvSpPr/>
            <p:nvPr/>
          </p:nvSpPr>
          <p:spPr>
            <a:xfrm flipV="1">
              <a:off x="5821921" y="2051384"/>
              <a:ext cx="23209" cy="31991"/>
            </a:xfrm>
            <a:prstGeom prst="line">
              <a:avLst/>
            </a:prstGeom>
            <a:noFill/>
            <a:ln w="20955">
              <a:solidFill>
                <a:srgbClr val="9A9FA5"/>
              </a:solidFill>
              <a:prstDash val="dash"/>
            </a:ln>
          </p:spPr>
        </p:sp>
        <p:sp>
          <p:nvSpPr>
            <p:cNvPr id="963" name="panel2__line_962"/>
            <p:cNvSpPr/>
            <p:nvPr/>
          </p:nvSpPr>
          <p:spPr>
            <a:xfrm flipV="1">
              <a:off x="5845130" y="2015908"/>
              <a:ext cx="23209" cy="35476"/>
            </a:xfrm>
            <a:prstGeom prst="line">
              <a:avLst/>
            </a:prstGeom>
            <a:noFill/>
            <a:ln w="20955">
              <a:solidFill>
                <a:srgbClr val="9A9FA5"/>
              </a:solidFill>
              <a:prstDash val="dash"/>
            </a:ln>
          </p:spPr>
        </p:sp>
        <p:sp>
          <p:nvSpPr>
            <p:cNvPr id="964" name="panel2__line_963"/>
            <p:cNvSpPr/>
            <p:nvPr/>
          </p:nvSpPr>
          <p:spPr>
            <a:xfrm>
              <a:off x="5868339" y="2015908"/>
              <a:ext cx="23209" cy="2681"/>
            </a:xfrm>
            <a:prstGeom prst="line">
              <a:avLst/>
            </a:prstGeom>
            <a:noFill/>
            <a:ln w="20955">
              <a:solidFill>
                <a:srgbClr val="9A9FA5"/>
              </a:solidFill>
              <a:prstDash val="dash"/>
            </a:ln>
          </p:spPr>
        </p:sp>
        <p:sp>
          <p:nvSpPr>
            <p:cNvPr id="965" name="panel2__line_964"/>
            <p:cNvSpPr/>
            <p:nvPr/>
          </p:nvSpPr>
          <p:spPr>
            <a:xfrm>
              <a:off x="5891548" y="2018590"/>
              <a:ext cx="23209" cy="55229"/>
            </a:xfrm>
            <a:prstGeom prst="line">
              <a:avLst/>
            </a:prstGeom>
            <a:noFill/>
            <a:ln w="20955">
              <a:solidFill>
                <a:srgbClr val="9A9FA5"/>
              </a:solidFill>
              <a:prstDash val="dash"/>
            </a:ln>
          </p:spPr>
        </p:sp>
        <p:sp>
          <p:nvSpPr>
            <p:cNvPr id="966" name="panel2__line_965"/>
            <p:cNvSpPr/>
            <p:nvPr/>
          </p:nvSpPr>
          <p:spPr>
            <a:xfrm>
              <a:off x="5914757" y="2073819"/>
              <a:ext cx="23209" cy="72944"/>
            </a:xfrm>
            <a:prstGeom prst="line">
              <a:avLst/>
            </a:prstGeom>
            <a:noFill/>
            <a:ln w="20955">
              <a:solidFill>
                <a:srgbClr val="9A9FA5"/>
              </a:solidFill>
              <a:prstDash val="dash"/>
            </a:ln>
          </p:spPr>
        </p:sp>
        <p:sp>
          <p:nvSpPr>
            <p:cNvPr id="967" name="panel2__line_966"/>
            <p:cNvSpPr/>
            <p:nvPr/>
          </p:nvSpPr>
          <p:spPr>
            <a:xfrm>
              <a:off x="5937965" y="2146763"/>
              <a:ext cx="23209" cy="29326"/>
            </a:xfrm>
            <a:prstGeom prst="line">
              <a:avLst/>
            </a:prstGeom>
            <a:noFill/>
            <a:ln w="20955">
              <a:solidFill>
                <a:srgbClr val="9A9FA5"/>
              </a:solidFill>
              <a:prstDash val="dash"/>
            </a:ln>
          </p:spPr>
        </p:sp>
        <p:sp>
          <p:nvSpPr>
            <p:cNvPr id="968" name="panel2__line_967"/>
            <p:cNvSpPr/>
            <p:nvPr/>
          </p:nvSpPr>
          <p:spPr>
            <a:xfrm flipV="1">
              <a:off x="5961174" y="2124137"/>
              <a:ext cx="23209" cy="51952"/>
            </a:xfrm>
            <a:prstGeom prst="line">
              <a:avLst/>
            </a:prstGeom>
            <a:noFill/>
            <a:ln w="20955">
              <a:solidFill>
                <a:srgbClr val="9A9FA5"/>
              </a:solidFill>
              <a:prstDash val="dash"/>
            </a:ln>
          </p:spPr>
        </p:sp>
        <p:sp>
          <p:nvSpPr>
            <p:cNvPr id="969" name="panel2__line_968"/>
            <p:cNvSpPr/>
            <p:nvPr/>
          </p:nvSpPr>
          <p:spPr>
            <a:xfrm flipV="1">
              <a:off x="5984383" y="2010479"/>
              <a:ext cx="23209" cy="113657"/>
            </a:xfrm>
            <a:prstGeom prst="line">
              <a:avLst/>
            </a:prstGeom>
            <a:noFill/>
            <a:ln w="20955">
              <a:solidFill>
                <a:srgbClr val="9A9FA5"/>
              </a:solidFill>
              <a:prstDash val="dash"/>
            </a:ln>
          </p:spPr>
        </p:sp>
        <p:sp>
          <p:nvSpPr>
            <p:cNvPr id="970" name="panel2__line_969"/>
            <p:cNvSpPr/>
            <p:nvPr/>
          </p:nvSpPr>
          <p:spPr>
            <a:xfrm flipV="1">
              <a:off x="6007592" y="1898444"/>
              <a:ext cx="23209" cy="112035"/>
            </a:xfrm>
            <a:prstGeom prst="line">
              <a:avLst/>
            </a:prstGeom>
            <a:noFill/>
            <a:ln w="20955">
              <a:solidFill>
                <a:srgbClr val="9A9FA5"/>
              </a:solidFill>
              <a:prstDash val="dash"/>
            </a:ln>
          </p:spPr>
        </p:sp>
        <p:sp>
          <p:nvSpPr>
            <p:cNvPr id="971" name="panel2__line_970"/>
            <p:cNvSpPr/>
            <p:nvPr/>
          </p:nvSpPr>
          <p:spPr>
            <a:xfrm flipV="1">
              <a:off x="6030801" y="1846032"/>
              <a:ext cx="23209" cy="52412"/>
            </a:xfrm>
            <a:prstGeom prst="line">
              <a:avLst/>
            </a:prstGeom>
            <a:noFill/>
            <a:ln w="20955">
              <a:solidFill>
                <a:srgbClr val="9A9FA5"/>
              </a:solidFill>
              <a:prstDash val="dash"/>
            </a:ln>
          </p:spPr>
        </p:sp>
        <p:sp>
          <p:nvSpPr>
            <p:cNvPr id="972" name="panel2__line_971"/>
            <p:cNvSpPr/>
            <p:nvPr/>
          </p:nvSpPr>
          <p:spPr>
            <a:xfrm>
              <a:off x="6054010" y="1846032"/>
              <a:ext cx="23209" cy="18152"/>
            </a:xfrm>
            <a:prstGeom prst="line">
              <a:avLst/>
            </a:prstGeom>
            <a:noFill/>
            <a:ln w="20955">
              <a:solidFill>
                <a:srgbClr val="9A9FA5"/>
              </a:solidFill>
              <a:prstDash val="dash"/>
            </a:ln>
          </p:spPr>
        </p:sp>
        <p:sp>
          <p:nvSpPr>
            <p:cNvPr id="973" name="panel2__line_972"/>
            <p:cNvSpPr/>
            <p:nvPr/>
          </p:nvSpPr>
          <p:spPr>
            <a:xfrm>
              <a:off x="6077218" y="1864184"/>
              <a:ext cx="23209" cy="53240"/>
            </a:xfrm>
            <a:prstGeom prst="line">
              <a:avLst/>
            </a:prstGeom>
            <a:noFill/>
            <a:ln w="20955">
              <a:solidFill>
                <a:srgbClr val="9A9FA5"/>
              </a:solidFill>
              <a:prstDash val="dash"/>
            </a:ln>
          </p:spPr>
        </p:sp>
        <p:sp>
          <p:nvSpPr>
            <p:cNvPr id="974" name="panel2__line_973"/>
            <p:cNvSpPr/>
            <p:nvPr/>
          </p:nvSpPr>
          <p:spPr>
            <a:xfrm>
              <a:off x="6100427" y="1917425"/>
              <a:ext cx="23209" cy="45049"/>
            </a:xfrm>
            <a:prstGeom prst="line">
              <a:avLst/>
            </a:prstGeom>
            <a:noFill/>
            <a:ln w="20955">
              <a:solidFill>
                <a:srgbClr val="9A9FA5"/>
              </a:solidFill>
              <a:prstDash val="dash"/>
            </a:ln>
          </p:spPr>
        </p:sp>
        <p:sp>
          <p:nvSpPr>
            <p:cNvPr id="975" name="panel2__line_974"/>
            <p:cNvSpPr/>
            <p:nvPr/>
          </p:nvSpPr>
          <p:spPr>
            <a:xfrm>
              <a:off x="6123636" y="1962474"/>
              <a:ext cx="23209" cy="24111"/>
            </a:xfrm>
            <a:prstGeom prst="line">
              <a:avLst/>
            </a:prstGeom>
            <a:noFill/>
            <a:ln w="20955">
              <a:solidFill>
                <a:srgbClr val="9A9FA5"/>
              </a:solidFill>
              <a:prstDash val="dash"/>
            </a:ln>
          </p:spPr>
        </p:sp>
        <p:sp>
          <p:nvSpPr>
            <p:cNvPr id="976" name="panel2__line_975"/>
            <p:cNvSpPr/>
            <p:nvPr/>
          </p:nvSpPr>
          <p:spPr>
            <a:xfrm>
              <a:off x="6146845" y="1986585"/>
              <a:ext cx="23209" cy="23821"/>
            </a:xfrm>
            <a:prstGeom prst="line">
              <a:avLst/>
            </a:prstGeom>
            <a:noFill/>
            <a:ln w="20955">
              <a:solidFill>
                <a:srgbClr val="9A9FA5"/>
              </a:solidFill>
              <a:prstDash val="dash"/>
            </a:ln>
          </p:spPr>
        </p:sp>
        <p:sp>
          <p:nvSpPr>
            <p:cNvPr id="977" name="panel2__line_976"/>
            <p:cNvSpPr/>
            <p:nvPr/>
          </p:nvSpPr>
          <p:spPr>
            <a:xfrm>
              <a:off x="6170054" y="2010407"/>
              <a:ext cx="23209" cy="45736"/>
            </a:xfrm>
            <a:prstGeom prst="line">
              <a:avLst/>
            </a:prstGeom>
            <a:noFill/>
            <a:ln w="20955">
              <a:solidFill>
                <a:srgbClr val="9A9FA5"/>
              </a:solidFill>
              <a:prstDash val="dash"/>
            </a:ln>
          </p:spPr>
        </p:sp>
        <p:sp>
          <p:nvSpPr>
            <p:cNvPr id="978" name="panel2__line_977"/>
            <p:cNvSpPr/>
            <p:nvPr/>
          </p:nvSpPr>
          <p:spPr>
            <a:xfrm>
              <a:off x="6193262" y="2056143"/>
              <a:ext cx="23209" cy="59494"/>
            </a:xfrm>
            <a:prstGeom prst="line">
              <a:avLst/>
            </a:prstGeom>
            <a:noFill/>
            <a:ln w="20955">
              <a:solidFill>
                <a:srgbClr val="9A9FA5"/>
              </a:solidFill>
              <a:prstDash val="dash"/>
            </a:ln>
          </p:spPr>
        </p:sp>
        <p:sp>
          <p:nvSpPr>
            <p:cNvPr id="979" name="panel2__line_978"/>
            <p:cNvSpPr/>
            <p:nvPr/>
          </p:nvSpPr>
          <p:spPr>
            <a:xfrm>
              <a:off x="6216471" y="2115637"/>
              <a:ext cx="23209" cy="36672"/>
            </a:xfrm>
            <a:prstGeom prst="line">
              <a:avLst/>
            </a:prstGeom>
            <a:noFill/>
            <a:ln w="20955">
              <a:solidFill>
                <a:srgbClr val="9A9FA5"/>
              </a:solidFill>
              <a:prstDash val="dash"/>
            </a:ln>
          </p:spPr>
        </p:sp>
        <p:sp>
          <p:nvSpPr>
            <p:cNvPr id="980" name="panel2__line_979"/>
            <p:cNvSpPr/>
            <p:nvPr/>
          </p:nvSpPr>
          <p:spPr>
            <a:xfrm flipV="1">
              <a:off x="6239680" y="2136589"/>
              <a:ext cx="23209" cy="15720"/>
            </a:xfrm>
            <a:prstGeom prst="line">
              <a:avLst/>
            </a:prstGeom>
            <a:noFill/>
            <a:ln w="20955">
              <a:solidFill>
                <a:srgbClr val="9A9FA5"/>
              </a:solidFill>
              <a:prstDash val="dash"/>
            </a:ln>
          </p:spPr>
        </p:sp>
        <p:sp>
          <p:nvSpPr>
            <p:cNvPr id="981" name="panel2__line_980"/>
            <p:cNvSpPr/>
            <p:nvPr/>
          </p:nvSpPr>
          <p:spPr>
            <a:xfrm flipV="1">
              <a:off x="6262889" y="2080054"/>
              <a:ext cx="23209" cy="56535"/>
            </a:xfrm>
            <a:prstGeom prst="line">
              <a:avLst/>
            </a:prstGeom>
            <a:noFill/>
            <a:ln w="20955">
              <a:solidFill>
                <a:srgbClr val="9A9FA5"/>
              </a:solidFill>
              <a:prstDash val="dash"/>
            </a:ln>
          </p:spPr>
        </p:sp>
        <p:sp>
          <p:nvSpPr>
            <p:cNvPr id="982" name="panel2__line_981"/>
            <p:cNvSpPr/>
            <p:nvPr/>
          </p:nvSpPr>
          <p:spPr>
            <a:xfrm flipV="1">
              <a:off x="6286098" y="2032616"/>
              <a:ext cx="23209" cy="47438"/>
            </a:xfrm>
            <a:prstGeom prst="line">
              <a:avLst/>
            </a:prstGeom>
            <a:noFill/>
            <a:ln w="20955">
              <a:solidFill>
                <a:srgbClr val="9A9FA5"/>
              </a:solidFill>
              <a:prstDash val="dash"/>
            </a:ln>
          </p:spPr>
        </p:sp>
        <p:sp>
          <p:nvSpPr>
            <p:cNvPr id="983" name="panel2__line_982"/>
            <p:cNvSpPr/>
            <p:nvPr/>
          </p:nvSpPr>
          <p:spPr>
            <a:xfrm>
              <a:off x="6309306" y="2032616"/>
              <a:ext cx="23209" cy="8853"/>
            </a:xfrm>
            <a:prstGeom prst="line">
              <a:avLst/>
            </a:prstGeom>
            <a:noFill/>
            <a:ln w="20955">
              <a:solidFill>
                <a:srgbClr val="9A9FA5"/>
              </a:solidFill>
              <a:prstDash val="dash"/>
            </a:ln>
          </p:spPr>
        </p:sp>
        <p:sp>
          <p:nvSpPr>
            <p:cNvPr id="984" name="panel2__line_983"/>
            <p:cNvSpPr/>
            <p:nvPr/>
          </p:nvSpPr>
          <p:spPr>
            <a:xfrm>
              <a:off x="6332515" y="2041469"/>
              <a:ext cx="23209" cy="66263"/>
            </a:xfrm>
            <a:prstGeom prst="line">
              <a:avLst/>
            </a:prstGeom>
            <a:noFill/>
            <a:ln w="20955">
              <a:solidFill>
                <a:srgbClr val="9A9FA5"/>
              </a:solidFill>
              <a:prstDash val="dash"/>
            </a:ln>
          </p:spPr>
        </p:sp>
        <p:sp>
          <p:nvSpPr>
            <p:cNvPr id="985" name="panel2__line_984"/>
            <p:cNvSpPr/>
            <p:nvPr/>
          </p:nvSpPr>
          <p:spPr>
            <a:xfrm>
              <a:off x="6355724" y="2107732"/>
              <a:ext cx="23209" cy="73381"/>
            </a:xfrm>
            <a:prstGeom prst="line">
              <a:avLst/>
            </a:prstGeom>
            <a:noFill/>
            <a:ln w="20955">
              <a:solidFill>
                <a:srgbClr val="9A9FA5"/>
              </a:solidFill>
              <a:prstDash val="dash"/>
            </a:ln>
          </p:spPr>
        </p:sp>
        <p:sp>
          <p:nvSpPr>
            <p:cNvPr id="986" name="panel2__line_985"/>
            <p:cNvSpPr/>
            <p:nvPr/>
          </p:nvSpPr>
          <p:spPr>
            <a:xfrm>
              <a:off x="6378933" y="2181113"/>
              <a:ext cx="23209" cy="18246"/>
            </a:xfrm>
            <a:prstGeom prst="line">
              <a:avLst/>
            </a:prstGeom>
            <a:noFill/>
            <a:ln w="20955">
              <a:solidFill>
                <a:srgbClr val="9A9FA5"/>
              </a:solidFill>
              <a:prstDash val="dash"/>
            </a:ln>
          </p:spPr>
        </p:sp>
        <p:sp>
          <p:nvSpPr>
            <p:cNvPr id="987" name="panel2__line_986"/>
            <p:cNvSpPr/>
            <p:nvPr/>
          </p:nvSpPr>
          <p:spPr>
            <a:xfrm flipV="1">
              <a:off x="6402142" y="2138646"/>
              <a:ext cx="23209" cy="60712"/>
            </a:xfrm>
            <a:prstGeom prst="line">
              <a:avLst/>
            </a:prstGeom>
            <a:noFill/>
            <a:ln w="20955">
              <a:solidFill>
                <a:srgbClr val="9A9FA5"/>
              </a:solidFill>
              <a:prstDash val="dash"/>
            </a:ln>
          </p:spPr>
        </p:sp>
        <p:sp>
          <p:nvSpPr>
            <p:cNvPr id="988" name="panel2__line_987"/>
            <p:cNvSpPr/>
            <p:nvPr/>
          </p:nvSpPr>
          <p:spPr>
            <a:xfrm flipV="1">
              <a:off x="6425350" y="2031099"/>
              <a:ext cx="23209" cy="107547"/>
            </a:xfrm>
            <a:prstGeom prst="line">
              <a:avLst/>
            </a:prstGeom>
            <a:noFill/>
            <a:ln w="20955">
              <a:solidFill>
                <a:srgbClr val="9A9FA5"/>
              </a:solidFill>
              <a:prstDash val="dash"/>
            </a:ln>
          </p:spPr>
        </p:sp>
        <p:sp>
          <p:nvSpPr>
            <p:cNvPr id="989" name="panel2__line_988"/>
            <p:cNvSpPr/>
            <p:nvPr/>
          </p:nvSpPr>
          <p:spPr>
            <a:xfrm flipV="1">
              <a:off x="6448559" y="1935615"/>
              <a:ext cx="23209" cy="95484"/>
            </a:xfrm>
            <a:prstGeom prst="line">
              <a:avLst/>
            </a:prstGeom>
            <a:noFill/>
            <a:ln w="20955">
              <a:solidFill>
                <a:srgbClr val="9A9FA5"/>
              </a:solidFill>
              <a:prstDash val="dash"/>
            </a:ln>
          </p:spPr>
        </p:sp>
        <p:sp>
          <p:nvSpPr>
            <p:cNvPr id="990" name="panel2__line_989"/>
            <p:cNvSpPr/>
            <p:nvPr/>
          </p:nvSpPr>
          <p:spPr>
            <a:xfrm flipV="1">
              <a:off x="6471768" y="1890093"/>
              <a:ext cx="23209" cy="45521"/>
            </a:xfrm>
            <a:prstGeom prst="line">
              <a:avLst/>
            </a:prstGeom>
            <a:noFill/>
            <a:ln w="20955">
              <a:solidFill>
                <a:srgbClr val="9A9FA5"/>
              </a:solidFill>
              <a:prstDash val="dash"/>
            </a:ln>
          </p:spPr>
        </p:sp>
        <p:sp>
          <p:nvSpPr>
            <p:cNvPr id="991" name="panel2__line_990"/>
            <p:cNvSpPr/>
            <p:nvPr/>
          </p:nvSpPr>
          <p:spPr>
            <a:xfrm flipV="1">
              <a:off x="6494977" y="1888134"/>
              <a:ext cx="23209" cy="1959"/>
            </a:xfrm>
            <a:prstGeom prst="line">
              <a:avLst/>
            </a:prstGeom>
            <a:noFill/>
            <a:ln w="20955">
              <a:solidFill>
                <a:srgbClr val="9A9FA5"/>
              </a:solidFill>
              <a:prstDash val="dash"/>
            </a:ln>
          </p:spPr>
        </p:sp>
        <p:sp>
          <p:nvSpPr>
            <p:cNvPr id="992" name="panel2__line_991"/>
            <p:cNvSpPr/>
            <p:nvPr/>
          </p:nvSpPr>
          <p:spPr>
            <a:xfrm>
              <a:off x="6518186" y="1888134"/>
              <a:ext cx="23209" cy="10015"/>
            </a:xfrm>
            <a:prstGeom prst="line">
              <a:avLst/>
            </a:prstGeom>
            <a:noFill/>
            <a:ln w="20955">
              <a:solidFill>
                <a:srgbClr val="9A9FA5"/>
              </a:solidFill>
              <a:prstDash val="dash"/>
            </a:ln>
          </p:spPr>
        </p:sp>
        <p:sp>
          <p:nvSpPr>
            <p:cNvPr id="993" name="panel2__line_992"/>
            <p:cNvSpPr/>
            <p:nvPr/>
          </p:nvSpPr>
          <p:spPr>
            <a:xfrm>
              <a:off x="6541394" y="1898149"/>
              <a:ext cx="23209" cy="4089"/>
            </a:xfrm>
            <a:prstGeom prst="line">
              <a:avLst/>
            </a:prstGeom>
            <a:noFill/>
            <a:ln w="20955">
              <a:solidFill>
                <a:srgbClr val="9A9FA5"/>
              </a:solidFill>
              <a:prstDash val="dash"/>
            </a:ln>
          </p:spPr>
        </p:sp>
        <p:sp>
          <p:nvSpPr>
            <p:cNvPr id="994" name="panel2__line_993"/>
            <p:cNvSpPr/>
            <p:nvPr/>
          </p:nvSpPr>
          <p:spPr>
            <a:xfrm>
              <a:off x="6564603" y="1902238"/>
              <a:ext cx="23209" cy="12541"/>
            </a:xfrm>
            <a:prstGeom prst="line">
              <a:avLst/>
            </a:prstGeom>
            <a:noFill/>
            <a:ln w="20955">
              <a:solidFill>
                <a:srgbClr val="9A9FA5"/>
              </a:solidFill>
              <a:prstDash val="dash"/>
            </a:ln>
          </p:spPr>
        </p:sp>
        <p:sp>
          <p:nvSpPr>
            <p:cNvPr id="995" name="panel2__line_994"/>
            <p:cNvSpPr/>
            <p:nvPr/>
          </p:nvSpPr>
          <p:spPr>
            <a:xfrm>
              <a:off x="6587812" y="1914779"/>
              <a:ext cx="23209" cy="47745"/>
            </a:xfrm>
            <a:prstGeom prst="line">
              <a:avLst/>
            </a:prstGeom>
            <a:noFill/>
            <a:ln w="20955">
              <a:solidFill>
                <a:srgbClr val="9A9FA5"/>
              </a:solidFill>
              <a:prstDash val="dash"/>
            </a:ln>
          </p:spPr>
        </p:sp>
        <p:sp>
          <p:nvSpPr>
            <p:cNvPr id="996" name="panel2__line_995"/>
            <p:cNvSpPr/>
            <p:nvPr/>
          </p:nvSpPr>
          <p:spPr>
            <a:xfrm>
              <a:off x="6611021" y="1962524"/>
              <a:ext cx="23209" cy="84808"/>
            </a:xfrm>
            <a:prstGeom prst="line">
              <a:avLst/>
            </a:prstGeom>
            <a:noFill/>
            <a:ln w="20955">
              <a:solidFill>
                <a:srgbClr val="9A9FA5"/>
              </a:solidFill>
              <a:prstDash val="dash"/>
            </a:ln>
          </p:spPr>
        </p:sp>
        <p:sp>
          <p:nvSpPr>
            <p:cNvPr id="997" name="panel2__line_996"/>
            <p:cNvSpPr/>
            <p:nvPr/>
          </p:nvSpPr>
          <p:spPr>
            <a:xfrm>
              <a:off x="6634230" y="2047332"/>
              <a:ext cx="23209" cy="83795"/>
            </a:xfrm>
            <a:prstGeom prst="line">
              <a:avLst/>
            </a:prstGeom>
            <a:noFill/>
            <a:ln w="20955">
              <a:solidFill>
                <a:srgbClr val="9A9FA5"/>
              </a:solidFill>
              <a:prstDash val="dash"/>
            </a:ln>
          </p:spPr>
        </p:sp>
        <p:sp>
          <p:nvSpPr>
            <p:cNvPr id="998" name="panel2__line_997"/>
            <p:cNvSpPr/>
            <p:nvPr/>
          </p:nvSpPr>
          <p:spPr>
            <a:xfrm>
              <a:off x="6657438" y="2131127"/>
              <a:ext cx="23209" cy="30818"/>
            </a:xfrm>
            <a:prstGeom prst="line">
              <a:avLst/>
            </a:prstGeom>
            <a:noFill/>
            <a:ln w="20955">
              <a:solidFill>
                <a:srgbClr val="9A9FA5"/>
              </a:solidFill>
              <a:prstDash val="dash"/>
            </a:ln>
          </p:spPr>
        </p:sp>
        <p:sp>
          <p:nvSpPr>
            <p:cNvPr id="999" name="panel2__line_998"/>
            <p:cNvSpPr/>
            <p:nvPr/>
          </p:nvSpPr>
          <p:spPr>
            <a:xfrm flipV="1">
              <a:off x="6680647" y="2119576"/>
              <a:ext cx="23209" cy="42369"/>
            </a:xfrm>
            <a:prstGeom prst="line">
              <a:avLst/>
            </a:prstGeom>
            <a:noFill/>
            <a:ln w="20955">
              <a:solidFill>
                <a:srgbClr val="9A9FA5"/>
              </a:solidFill>
              <a:prstDash val="dash"/>
            </a:ln>
          </p:spPr>
        </p:sp>
        <p:sp>
          <p:nvSpPr>
            <p:cNvPr id="1000" name="panel2__line_999"/>
            <p:cNvSpPr/>
            <p:nvPr/>
          </p:nvSpPr>
          <p:spPr>
            <a:xfrm flipV="1">
              <a:off x="6703856" y="2038186"/>
              <a:ext cx="23209" cy="81390"/>
            </a:xfrm>
            <a:prstGeom prst="line">
              <a:avLst/>
            </a:prstGeom>
            <a:noFill/>
            <a:ln w="20955">
              <a:solidFill>
                <a:srgbClr val="9A9FA5"/>
              </a:solidFill>
              <a:prstDash val="dash"/>
            </a:ln>
          </p:spPr>
        </p:sp>
        <p:sp>
          <p:nvSpPr>
            <p:cNvPr id="1001" name="panel2__line_1000"/>
            <p:cNvSpPr/>
            <p:nvPr/>
          </p:nvSpPr>
          <p:spPr>
            <a:xfrm flipV="1">
              <a:off x="6727065" y="1982407"/>
              <a:ext cx="23209" cy="55779"/>
            </a:xfrm>
            <a:prstGeom prst="line">
              <a:avLst/>
            </a:prstGeom>
            <a:noFill/>
            <a:ln w="20955">
              <a:solidFill>
                <a:srgbClr val="9A9FA5"/>
              </a:solidFill>
              <a:prstDash val="dash"/>
            </a:ln>
          </p:spPr>
        </p:sp>
        <p:sp>
          <p:nvSpPr>
            <p:cNvPr id="1002" name="panel2__line_1001"/>
            <p:cNvSpPr/>
            <p:nvPr/>
          </p:nvSpPr>
          <p:spPr>
            <a:xfrm>
              <a:off x="6750274" y="1982407"/>
              <a:ext cx="23209" cy="13297"/>
            </a:xfrm>
            <a:prstGeom prst="line">
              <a:avLst/>
            </a:prstGeom>
            <a:noFill/>
            <a:ln w="20955">
              <a:solidFill>
                <a:srgbClr val="9A9FA5"/>
              </a:solidFill>
              <a:prstDash val="dash"/>
            </a:ln>
          </p:spPr>
        </p:sp>
        <p:sp>
          <p:nvSpPr>
            <p:cNvPr id="1003" name="panel2__line_1002"/>
            <p:cNvSpPr/>
            <p:nvPr/>
          </p:nvSpPr>
          <p:spPr>
            <a:xfrm>
              <a:off x="6773482" y="1995704"/>
              <a:ext cx="23209" cy="70119"/>
            </a:xfrm>
            <a:prstGeom prst="line">
              <a:avLst/>
            </a:prstGeom>
            <a:noFill/>
            <a:ln w="20955">
              <a:solidFill>
                <a:srgbClr val="9A9FA5"/>
              </a:solidFill>
              <a:prstDash val="dash"/>
            </a:ln>
          </p:spPr>
        </p:sp>
        <p:sp>
          <p:nvSpPr>
            <p:cNvPr id="1004" name="panel2__line_1003"/>
            <p:cNvSpPr/>
            <p:nvPr/>
          </p:nvSpPr>
          <p:spPr>
            <a:xfrm>
              <a:off x="6796691" y="2065823"/>
              <a:ext cx="23209" cy="71481"/>
            </a:xfrm>
            <a:prstGeom prst="line">
              <a:avLst/>
            </a:prstGeom>
            <a:noFill/>
            <a:ln w="20955">
              <a:solidFill>
                <a:srgbClr val="9A9FA5"/>
              </a:solidFill>
              <a:prstDash val="dash"/>
            </a:ln>
          </p:spPr>
        </p:sp>
        <p:sp>
          <p:nvSpPr>
            <p:cNvPr id="1005" name="panel2__line_1004"/>
            <p:cNvSpPr/>
            <p:nvPr/>
          </p:nvSpPr>
          <p:spPr>
            <a:xfrm>
              <a:off x="5172075" y="1789290"/>
              <a:ext cx="23209" cy="50581"/>
            </a:xfrm>
            <a:prstGeom prst="line">
              <a:avLst/>
            </a:prstGeom>
            <a:noFill/>
            <a:ln w="15240">
              <a:solidFill>
                <a:srgbClr val="0F4D92"/>
              </a:solidFill>
              <a:prstDash val="solid"/>
            </a:ln>
          </p:spPr>
        </p:sp>
        <p:sp>
          <p:nvSpPr>
            <p:cNvPr id="1006" name="panel2__line_1005"/>
            <p:cNvSpPr/>
            <p:nvPr/>
          </p:nvSpPr>
          <p:spPr>
            <a:xfrm>
              <a:off x="5195284" y="1839870"/>
              <a:ext cx="23209" cy="115159"/>
            </a:xfrm>
            <a:prstGeom prst="line">
              <a:avLst/>
            </a:prstGeom>
            <a:noFill/>
            <a:ln w="15240">
              <a:solidFill>
                <a:srgbClr val="0F4D92"/>
              </a:solidFill>
              <a:prstDash val="solid"/>
            </a:ln>
          </p:spPr>
        </p:sp>
        <p:sp>
          <p:nvSpPr>
            <p:cNvPr id="1007" name="panel2__line_1006"/>
            <p:cNvSpPr/>
            <p:nvPr/>
          </p:nvSpPr>
          <p:spPr>
            <a:xfrm>
              <a:off x="5218493" y="1955029"/>
              <a:ext cx="23209" cy="113498"/>
            </a:xfrm>
            <a:prstGeom prst="line">
              <a:avLst/>
            </a:prstGeom>
            <a:noFill/>
            <a:ln w="15240">
              <a:solidFill>
                <a:srgbClr val="0F4D92"/>
              </a:solidFill>
              <a:prstDash val="solid"/>
            </a:ln>
          </p:spPr>
        </p:sp>
        <p:sp>
          <p:nvSpPr>
            <p:cNvPr id="1008" name="panel2__line_1007"/>
            <p:cNvSpPr/>
            <p:nvPr/>
          </p:nvSpPr>
          <p:spPr>
            <a:xfrm>
              <a:off x="5241701" y="2068527"/>
              <a:ext cx="23209" cy="53340"/>
            </a:xfrm>
            <a:prstGeom prst="line">
              <a:avLst/>
            </a:prstGeom>
            <a:noFill/>
            <a:ln w="15240">
              <a:solidFill>
                <a:srgbClr val="0F4D92"/>
              </a:solidFill>
              <a:prstDash val="solid"/>
            </a:ln>
          </p:spPr>
        </p:sp>
        <p:sp>
          <p:nvSpPr>
            <p:cNvPr id="1009" name="panel2__line_1008"/>
            <p:cNvSpPr/>
            <p:nvPr/>
          </p:nvSpPr>
          <p:spPr>
            <a:xfrm flipV="1">
              <a:off x="5264910" y="2106900"/>
              <a:ext cx="23209" cy="14968"/>
            </a:xfrm>
            <a:prstGeom prst="line">
              <a:avLst/>
            </a:prstGeom>
            <a:noFill/>
            <a:ln w="15240">
              <a:solidFill>
                <a:srgbClr val="0F4D92"/>
              </a:solidFill>
              <a:prstDash val="solid"/>
            </a:ln>
          </p:spPr>
        </p:sp>
        <p:sp>
          <p:nvSpPr>
            <p:cNvPr id="1010" name="panel2__line_1009"/>
            <p:cNvSpPr/>
            <p:nvPr/>
          </p:nvSpPr>
          <p:spPr>
            <a:xfrm flipV="1">
              <a:off x="5288119" y="2064848"/>
              <a:ext cx="23209" cy="42051"/>
            </a:xfrm>
            <a:prstGeom prst="line">
              <a:avLst/>
            </a:prstGeom>
            <a:noFill/>
            <a:ln w="15240">
              <a:solidFill>
                <a:srgbClr val="0F4D92"/>
              </a:solidFill>
              <a:prstDash val="solid"/>
            </a:ln>
          </p:spPr>
        </p:sp>
        <p:sp>
          <p:nvSpPr>
            <p:cNvPr id="1011" name="panel2__line_1010"/>
            <p:cNvSpPr/>
            <p:nvPr/>
          </p:nvSpPr>
          <p:spPr>
            <a:xfrm flipV="1">
              <a:off x="5311328" y="2045255"/>
              <a:ext cx="23209" cy="19594"/>
            </a:xfrm>
            <a:prstGeom prst="line">
              <a:avLst/>
            </a:prstGeom>
            <a:noFill/>
            <a:ln w="15240">
              <a:solidFill>
                <a:srgbClr val="0F4D92"/>
              </a:solidFill>
              <a:prstDash val="solid"/>
            </a:ln>
          </p:spPr>
        </p:sp>
        <p:sp>
          <p:nvSpPr>
            <p:cNvPr id="1012" name="panel2__line_1011"/>
            <p:cNvSpPr/>
            <p:nvPr/>
          </p:nvSpPr>
          <p:spPr>
            <a:xfrm>
              <a:off x="5334537" y="2045255"/>
              <a:ext cx="23209" cy="18401"/>
            </a:xfrm>
            <a:prstGeom prst="line">
              <a:avLst/>
            </a:prstGeom>
            <a:noFill/>
            <a:ln w="15240">
              <a:solidFill>
                <a:srgbClr val="0F4D92"/>
              </a:solidFill>
              <a:prstDash val="solid"/>
            </a:ln>
          </p:spPr>
        </p:sp>
        <p:sp>
          <p:nvSpPr>
            <p:cNvPr id="1013" name="panel2__line_1012"/>
            <p:cNvSpPr/>
            <p:nvPr/>
          </p:nvSpPr>
          <p:spPr>
            <a:xfrm>
              <a:off x="5357745" y="2063656"/>
              <a:ext cx="23209" cy="31816"/>
            </a:xfrm>
            <a:prstGeom prst="line">
              <a:avLst/>
            </a:prstGeom>
            <a:noFill/>
            <a:ln w="15240">
              <a:solidFill>
                <a:srgbClr val="0F4D92"/>
              </a:solidFill>
              <a:prstDash val="solid"/>
            </a:ln>
          </p:spPr>
        </p:sp>
        <p:sp>
          <p:nvSpPr>
            <p:cNvPr id="1014" name="panel2__line_1013"/>
            <p:cNvSpPr/>
            <p:nvPr/>
          </p:nvSpPr>
          <p:spPr>
            <a:xfrm>
              <a:off x="5380954" y="2095472"/>
              <a:ext cx="23209" cy="12321"/>
            </a:xfrm>
            <a:prstGeom prst="line">
              <a:avLst/>
            </a:prstGeom>
            <a:noFill/>
            <a:ln w="15240">
              <a:solidFill>
                <a:srgbClr val="0F4D92"/>
              </a:solidFill>
              <a:prstDash val="solid"/>
            </a:ln>
          </p:spPr>
        </p:sp>
        <p:sp>
          <p:nvSpPr>
            <p:cNvPr id="1015" name="panel2__line_1014"/>
            <p:cNvSpPr/>
            <p:nvPr/>
          </p:nvSpPr>
          <p:spPr>
            <a:xfrm flipV="1">
              <a:off x="5404163" y="2095071"/>
              <a:ext cx="23209" cy="12723"/>
            </a:xfrm>
            <a:prstGeom prst="line">
              <a:avLst/>
            </a:prstGeom>
            <a:noFill/>
            <a:ln w="15240">
              <a:solidFill>
                <a:srgbClr val="0F4D92"/>
              </a:solidFill>
              <a:prstDash val="solid"/>
            </a:ln>
          </p:spPr>
        </p:sp>
        <p:sp>
          <p:nvSpPr>
            <p:cNvPr id="1016" name="panel2__line_1015"/>
            <p:cNvSpPr/>
            <p:nvPr/>
          </p:nvSpPr>
          <p:spPr>
            <a:xfrm flipV="1">
              <a:off x="5427372" y="2082841"/>
              <a:ext cx="23209" cy="12229"/>
            </a:xfrm>
            <a:prstGeom prst="line">
              <a:avLst/>
            </a:prstGeom>
            <a:noFill/>
            <a:ln w="15240">
              <a:solidFill>
                <a:srgbClr val="0F4D92"/>
              </a:solidFill>
              <a:prstDash val="solid"/>
            </a:ln>
          </p:spPr>
        </p:sp>
        <p:sp>
          <p:nvSpPr>
            <p:cNvPr id="1017" name="panel2__line_1016"/>
            <p:cNvSpPr/>
            <p:nvPr/>
          </p:nvSpPr>
          <p:spPr>
            <a:xfrm>
              <a:off x="5450581" y="2082841"/>
              <a:ext cx="23209" cy="13750"/>
            </a:xfrm>
            <a:prstGeom prst="line">
              <a:avLst/>
            </a:prstGeom>
            <a:noFill/>
            <a:ln w="15240">
              <a:solidFill>
                <a:srgbClr val="0F4D92"/>
              </a:solidFill>
              <a:prstDash val="solid"/>
            </a:ln>
          </p:spPr>
        </p:sp>
        <p:sp>
          <p:nvSpPr>
            <p:cNvPr id="1018" name="panel2__line_1017"/>
            <p:cNvSpPr/>
            <p:nvPr/>
          </p:nvSpPr>
          <p:spPr>
            <a:xfrm>
              <a:off x="5473789" y="2096591"/>
              <a:ext cx="23209" cy="31721"/>
            </a:xfrm>
            <a:prstGeom prst="line">
              <a:avLst/>
            </a:prstGeom>
            <a:noFill/>
            <a:ln w="15240">
              <a:solidFill>
                <a:srgbClr val="0F4D92"/>
              </a:solidFill>
              <a:prstDash val="solid"/>
            </a:ln>
          </p:spPr>
        </p:sp>
        <p:sp>
          <p:nvSpPr>
            <p:cNvPr id="1019" name="panel2__line_1018"/>
            <p:cNvSpPr/>
            <p:nvPr/>
          </p:nvSpPr>
          <p:spPr>
            <a:xfrm>
              <a:off x="5496998" y="2128312"/>
              <a:ext cx="23209" cy="8316"/>
            </a:xfrm>
            <a:prstGeom prst="line">
              <a:avLst/>
            </a:prstGeom>
            <a:noFill/>
            <a:ln w="15240">
              <a:solidFill>
                <a:srgbClr val="0F4D92"/>
              </a:solidFill>
              <a:prstDash val="solid"/>
            </a:ln>
          </p:spPr>
        </p:sp>
        <p:sp>
          <p:nvSpPr>
            <p:cNvPr id="1020" name="panel2__line_1019"/>
            <p:cNvSpPr/>
            <p:nvPr/>
          </p:nvSpPr>
          <p:spPr>
            <a:xfrm flipV="1">
              <a:off x="5520207" y="2083954"/>
              <a:ext cx="23209" cy="52675"/>
            </a:xfrm>
            <a:prstGeom prst="line">
              <a:avLst/>
            </a:prstGeom>
            <a:noFill/>
            <a:ln w="15240">
              <a:solidFill>
                <a:srgbClr val="0F4D92"/>
              </a:solidFill>
              <a:prstDash val="solid"/>
            </a:ln>
          </p:spPr>
        </p:sp>
        <p:sp>
          <p:nvSpPr>
            <p:cNvPr id="1021" name="panel2__line_1020"/>
            <p:cNvSpPr/>
            <p:nvPr/>
          </p:nvSpPr>
          <p:spPr>
            <a:xfrm flipV="1">
              <a:off x="5543416" y="1976943"/>
              <a:ext cx="23209" cy="107011"/>
            </a:xfrm>
            <a:prstGeom prst="line">
              <a:avLst/>
            </a:prstGeom>
            <a:noFill/>
            <a:ln w="15240">
              <a:solidFill>
                <a:srgbClr val="0F4D92"/>
              </a:solidFill>
              <a:prstDash val="solid"/>
            </a:ln>
          </p:spPr>
        </p:sp>
        <p:sp>
          <p:nvSpPr>
            <p:cNvPr id="1022" name="panel2__line_1021"/>
            <p:cNvSpPr/>
            <p:nvPr/>
          </p:nvSpPr>
          <p:spPr>
            <a:xfrm flipV="1">
              <a:off x="5566625" y="1870663"/>
              <a:ext cx="23209" cy="106280"/>
            </a:xfrm>
            <a:prstGeom prst="line">
              <a:avLst/>
            </a:prstGeom>
            <a:noFill/>
            <a:ln w="15240">
              <a:solidFill>
                <a:srgbClr val="0F4D92"/>
              </a:solidFill>
              <a:prstDash val="solid"/>
            </a:ln>
          </p:spPr>
        </p:sp>
        <p:sp>
          <p:nvSpPr>
            <p:cNvPr id="1023" name="panel2__line_1022"/>
            <p:cNvSpPr/>
            <p:nvPr/>
          </p:nvSpPr>
          <p:spPr>
            <a:xfrm flipV="1">
              <a:off x="5589833" y="1829028"/>
              <a:ext cx="23209" cy="41635"/>
            </a:xfrm>
            <a:prstGeom prst="line">
              <a:avLst/>
            </a:prstGeom>
            <a:noFill/>
            <a:ln w="15240">
              <a:solidFill>
                <a:srgbClr val="0F4D92"/>
              </a:solidFill>
              <a:prstDash val="solid"/>
            </a:ln>
          </p:spPr>
        </p:sp>
        <p:sp>
          <p:nvSpPr>
            <p:cNvPr id="1024" name="panel2__line_1023"/>
            <p:cNvSpPr/>
            <p:nvPr/>
          </p:nvSpPr>
          <p:spPr>
            <a:xfrm>
              <a:off x="5613042" y="1829028"/>
              <a:ext cx="23209" cy="45524"/>
            </a:xfrm>
            <a:prstGeom prst="line">
              <a:avLst/>
            </a:prstGeom>
            <a:noFill/>
            <a:ln w="15240">
              <a:solidFill>
                <a:srgbClr val="0F4D92"/>
              </a:solidFill>
              <a:prstDash val="solid"/>
            </a:ln>
          </p:spPr>
        </p:sp>
        <p:sp>
          <p:nvSpPr>
            <p:cNvPr id="1025" name="panel2__line_1024"/>
            <p:cNvSpPr/>
            <p:nvPr/>
          </p:nvSpPr>
          <p:spPr>
            <a:xfrm>
              <a:off x="5636251" y="1874553"/>
              <a:ext cx="23209" cy="96796"/>
            </a:xfrm>
            <a:prstGeom prst="line">
              <a:avLst/>
            </a:prstGeom>
            <a:noFill/>
            <a:ln w="15240">
              <a:solidFill>
                <a:srgbClr val="0F4D92"/>
              </a:solidFill>
              <a:prstDash val="solid"/>
            </a:ln>
          </p:spPr>
        </p:sp>
        <p:sp>
          <p:nvSpPr>
            <p:cNvPr id="1026" name="panel2__line_1025"/>
            <p:cNvSpPr/>
            <p:nvPr/>
          </p:nvSpPr>
          <p:spPr>
            <a:xfrm>
              <a:off x="5659460" y="1971349"/>
              <a:ext cx="23209" cy="84579"/>
            </a:xfrm>
            <a:prstGeom prst="line">
              <a:avLst/>
            </a:prstGeom>
            <a:noFill/>
            <a:ln w="15240">
              <a:solidFill>
                <a:srgbClr val="0F4D92"/>
              </a:solidFill>
              <a:prstDash val="solid"/>
            </a:ln>
          </p:spPr>
        </p:sp>
        <p:sp>
          <p:nvSpPr>
            <p:cNvPr id="1027" name="panel2__line_1026"/>
            <p:cNvSpPr/>
            <p:nvPr/>
          </p:nvSpPr>
          <p:spPr>
            <a:xfrm>
              <a:off x="5682669" y="2055927"/>
              <a:ext cx="23209" cy="31863"/>
            </a:xfrm>
            <a:prstGeom prst="line">
              <a:avLst/>
            </a:prstGeom>
            <a:noFill/>
            <a:ln w="15240">
              <a:solidFill>
                <a:srgbClr val="0F4D92"/>
              </a:solidFill>
              <a:prstDash val="solid"/>
            </a:ln>
          </p:spPr>
        </p:sp>
        <p:sp>
          <p:nvSpPr>
            <p:cNvPr id="1028" name="panel2__line_1027"/>
            <p:cNvSpPr/>
            <p:nvPr/>
          </p:nvSpPr>
          <p:spPr>
            <a:xfrm flipV="1">
              <a:off x="5705877" y="2075369"/>
              <a:ext cx="23209" cy="12422"/>
            </a:xfrm>
            <a:prstGeom prst="line">
              <a:avLst/>
            </a:prstGeom>
            <a:noFill/>
            <a:ln w="15240">
              <a:solidFill>
                <a:srgbClr val="0F4D92"/>
              </a:solidFill>
              <a:prstDash val="solid"/>
            </a:ln>
          </p:spPr>
        </p:sp>
        <p:sp>
          <p:nvSpPr>
            <p:cNvPr id="1029" name="panel2__line_1028"/>
            <p:cNvSpPr/>
            <p:nvPr/>
          </p:nvSpPr>
          <p:spPr>
            <a:xfrm flipV="1">
              <a:off x="5729086" y="2057244"/>
              <a:ext cx="23209" cy="18125"/>
            </a:xfrm>
            <a:prstGeom prst="line">
              <a:avLst/>
            </a:prstGeom>
            <a:noFill/>
            <a:ln w="15240">
              <a:solidFill>
                <a:srgbClr val="0F4D92"/>
              </a:solidFill>
              <a:prstDash val="solid"/>
            </a:ln>
          </p:spPr>
        </p:sp>
        <p:sp>
          <p:nvSpPr>
            <p:cNvPr id="1030" name="panel2__line_1029"/>
            <p:cNvSpPr/>
            <p:nvPr/>
          </p:nvSpPr>
          <p:spPr>
            <a:xfrm>
              <a:off x="5752295" y="2057244"/>
              <a:ext cx="23209" cy="3006"/>
            </a:xfrm>
            <a:prstGeom prst="line">
              <a:avLst/>
            </a:prstGeom>
            <a:noFill/>
            <a:ln w="15240">
              <a:solidFill>
                <a:srgbClr val="0F4D92"/>
              </a:solidFill>
              <a:prstDash val="solid"/>
            </a:ln>
          </p:spPr>
        </p:sp>
        <p:sp>
          <p:nvSpPr>
            <p:cNvPr id="1031" name="panel2__line_1030"/>
            <p:cNvSpPr/>
            <p:nvPr/>
          </p:nvSpPr>
          <p:spPr>
            <a:xfrm>
              <a:off x="5775504" y="2060249"/>
              <a:ext cx="23209" cy="15543"/>
            </a:xfrm>
            <a:prstGeom prst="line">
              <a:avLst/>
            </a:prstGeom>
            <a:noFill/>
            <a:ln w="15240">
              <a:solidFill>
                <a:srgbClr val="0F4D92"/>
              </a:solidFill>
              <a:prstDash val="solid"/>
            </a:ln>
          </p:spPr>
        </p:sp>
        <p:sp>
          <p:nvSpPr>
            <p:cNvPr id="1032" name="panel2__line_1031"/>
            <p:cNvSpPr/>
            <p:nvPr/>
          </p:nvSpPr>
          <p:spPr>
            <a:xfrm flipV="1">
              <a:off x="5798713" y="2075630"/>
              <a:ext cx="23209" cy="163"/>
            </a:xfrm>
            <a:prstGeom prst="line">
              <a:avLst/>
            </a:prstGeom>
            <a:noFill/>
            <a:ln w="15240">
              <a:solidFill>
                <a:srgbClr val="0F4D92"/>
              </a:solidFill>
              <a:prstDash val="solid"/>
            </a:ln>
          </p:spPr>
        </p:sp>
        <p:sp>
          <p:nvSpPr>
            <p:cNvPr id="1033" name="panel2__line_1032"/>
            <p:cNvSpPr/>
            <p:nvPr/>
          </p:nvSpPr>
          <p:spPr>
            <a:xfrm flipV="1">
              <a:off x="5821921" y="2048625"/>
              <a:ext cx="23209" cy="27005"/>
            </a:xfrm>
            <a:prstGeom prst="line">
              <a:avLst/>
            </a:prstGeom>
            <a:noFill/>
            <a:ln w="15240">
              <a:solidFill>
                <a:srgbClr val="0F4D92"/>
              </a:solidFill>
              <a:prstDash val="solid"/>
            </a:ln>
          </p:spPr>
        </p:sp>
        <p:sp>
          <p:nvSpPr>
            <p:cNvPr id="1034" name="panel2__line_1033"/>
            <p:cNvSpPr/>
            <p:nvPr/>
          </p:nvSpPr>
          <p:spPr>
            <a:xfrm flipV="1">
              <a:off x="5845130" y="2019227"/>
              <a:ext cx="23209" cy="29398"/>
            </a:xfrm>
            <a:prstGeom prst="line">
              <a:avLst/>
            </a:prstGeom>
            <a:noFill/>
            <a:ln w="15240">
              <a:solidFill>
                <a:srgbClr val="0F4D92"/>
              </a:solidFill>
              <a:prstDash val="solid"/>
            </a:ln>
          </p:spPr>
        </p:sp>
        <p:sp>
          <p:nvSpPr>
            <p:cNvPr id="1035" name="panel2__line_1034"/>
            <p:cNvSpPr/>
            <p:nvPr/>
          </p:nvSpPr>
          <p:spPr>
            <a:xfrm>
              <a:off x="5868339" y="2019227"/>
              <a:ext cx="23209" cy="7446"/>
            </a:xfrm>
            <a:prstGeom prst="line">
              <a:avLst/>
            </a:prstGeom>
            <a:noFill/>
            <a:ln w="15240">
              <a:solidFill>
                <a:srgbClr val="0F4D92"/>
              </a:solidFill>
              <a:prstDash val="solid"/>
            </a:ln>
          </p:spPr>
        </p:sp>
        <p:sp>
          <p:nvSpPr>
            <p:cNvPr id="1036" name="panel2__line_1035"/>
            <p:cNvSpPr/>
            <p:nvPr/>
          </p:nvSpPr>
          <p:spPr>
            <a:xfrm>
              <a:off x="5891548" y="2026673"/>
              <a:ext cx="23209" cy="56795"/>
            </a:xfrm>
            <a:prstGeom prst="line">
              <a:avLst/>
            </a:prstGeom>
            <a:noFill/>
            <a:ln w="15240">
              <a:solidFill>
                <a:srgbClr val="0F4D92"/>
              </a:solidFill>
              <a:prstDash val="solid"/>
            </a:ln>
          </p:spPr>
        </p:sp>
        <p:sp>
          <p:nvSpPr>
            <p:cNvPr id="1037" name="panel2__line_1036"/>
            <p:cNvSpPr/>
            <p:nvPr/>
          </p:nvSpPr>
          <p:spPr>
            <a:xfrm>
              <a:off x="5914757" y="2083468"/>
              <a:ext cx="23209" cy="70690"/>
            </a:xfrm>
            <a:prstGeom prst="line">
              <a:avLst/>
            </a:prstGeom>
            <a:noFill/>
            <a:ln w="15240">
              <a:solidFill>
                <a:srgbClr val="0F4D92"/>
              </a:solidFill>
              <a:prstDash val="solid"/>
            </a:ln>
          </p:spPr>
        </p:sp>
        <p:sp>
          <p:nvSpPr>
            <p:cNvPr id="1038" name="panel2__line_1037"/>
            <p:cNvSpPr/>
            <p:nvPr/>
          </p:nvSpPr>
          <p:spPr>
            <a:xfrm>
              <a:off x="5937965" y="2154158"/>
              <a:ext cx="23209" cy="24146"/>
            </a:xfrm>
            <a:prstGeom prst="line">
              <a:avLst/>
            </a:prstGeom>
            <a:noFill/>
            <a:ln w="15240">
              <a:solidFill>
                <a:srgbClr val="0F4D92"/>
              </a:solidFill>
              <a:prstDash val="solid"/>
            </a:ln>
          </p:spPr>
        </p:sp>
        <p:sp>
          <p:nvSpPr>
            <p:cNvPr id="1039" name="panel2__line_1038"/>
            <p:cNvSpPr/>
            <p:nvPr/>
          </p:nvSpPr>
          <p:spPr>
            <a:xfrm flipV="1">
              <a:off x="5961174" y="2120294"/>
              <a:ext cx="23209" cy="58010"/>
            </a:xfrm>
            <a:prstGeom prst="line">
              <a:avLst/>
            </a:prstGeom>
            <a:noFill/>
            <a:ln w="15240">
              <a:solidFill>
                <a:srgbClr val="0F4D92"/>
              </a:solidFill>
              <a:prstDash val="solid"/>
            </a:ln>
          </p:spPr>
        </p:sp>
        <p:sp>
          <p:nvSpPr>
            <p:cNvPr id="1040" name="panel2__line_1039"/>
            <p:cNvSpPr/>
            <p:nvPr/>
          </p:nvSpPr>
          <p:spPr>
            <a:xfrm flipV="1">
              <a:off x="5984383" y="2002100"/>
              <a:ext cx="23209" cy="118194"/>
            </a:xfrm>
            <a:prstGeom prst="line">
              <a:avLst/>
            </a:prstGeom>
            <a:noFill/>
            <a:ln w="15240">
              <a:solidFill>
                <a:srgbClr val="0F4D92"/>
              </a:solidFill>
              <a:prstDash val="solid"/>
            </a:ln>
          </p:spPr>
        </p:sp>
        <p:sp>
          <p:nvSpPr>
            <p:cNvPr id="1041" name="panel2__line_1040"/>
            <p:cNvSpPr/>
            <p:nvPr/>
          </p:nvSpPr>
          <p:spPr>
            <a:xfrm flipV="1">
              <a:off x="6007592" y="1888846"/>
              <a:ext cx="23209" cy="113255"/>
            </a:xfrm>
            <a:prstGeom prst="line">
              <a:avLst/>
            </a:prstGeom>
            <a:noFill/>
            <a:ln w="15240">
              <a:solidFill>
                <a:srgbClr val="0F4D92"/>
              </a:solidFill>
              <a:prstDash val="solid"/>
            </a:ln>
          </p:spPr>
        </p:sp>
        <p:sp>
          <p:nvSpPr>
            <p:cNvPr id="1042" name="panel2__line_1041"/>
            <p:cNvSpPr/>
            <p:nvPr/>
          </p:nvSpPr>
          <p:spPr>
            <a:xfrm flipV="1">
              <a:off x="6030801" y="1839013"/>
              <a:ext cx="23209" cy="49832"/>
            </a:xfrm>
            <a:prstGeom prst="line">
              <a:avLst/>
            </a:prstGeom>
            <a:noFill/>
            <a:ln w="15240">
              <a:solidFill>
                <a:srgbClr val="0F4D92"/>
              </a:solidFill>
              <a:prstDash val="solid"/>
            </a:ln>
          </p:spPr>
        </p:sp>
        <p:sp>
          <p:nvSpPr>
            <p:cNvPr id="1043" name="panel2__line_1042"/>
            <p:cNvSpPr/>
            <p:nvPr/>
          </p:nvSpPr>
          <p:spPr>
            <a:xfrm>
              <a:off x="6054010" y="1839013"/>
              <a:ext cx="23209" cy="23510"/>
            </a:xfrm>
            <a:prstGeom prst="line">
              <a:avLst/>
            </a:prstGeom>
            <a:noFill/>
            <a:ln w="15240">
              <a:solidFill>
                <a:srgbClr val="0F4D92"/>
              </a:solidFill>
              <a:prstDash val="solid"/>
            </a:ln>
          </p:spPr>
        </p:sp>
        <p:sp>
          <p:nvSpPr>
            <p:cNvPr id="1044" name="panel2__line_1043"/>
            <p:cNvSpPr/>
            <p:nvPr/>
          </p:nvSpPr>
          <p:spPr>
            <a:xfrm>
              <a:off x="6077218" y="1862523"/>
              <a:ext cx="23209" cy="59256"/>
            </a:xfrm>
            <a:prstGeom prst="line">
              <a:avLst/>
            </a:prstGeom>
            <a:noFill/>
            <a:ln w="15240">
              <a:solidFill>
                <a:srgbClr val="0F4D92"/>
              </a:solidFill>
              <a:prstDash val="solid"/>
            </a:ln>
          </p:spPr>
        </p:sp>
        <p:sp>
          <p:nvSpPr>
            <p:cNvPr id="1045" name="panel2__line_1044"/>
            <p:cNvSpPr/>
            <p:nvPr/>
          </p:nvSpPr>
          <p:spPr>
            <a:xfrm>
              <a:off x="6100427" y="1921779"/>
              <a:ext cx="23209" cy="49342"/>
            </a:xfrm>
            <a:prstGeom prst="line">
              <a:avLst/>
            </a:prstGeom>
            <a:noFill/>
            <a:ln w="15240">
              <a:solidFill>
                <a:srgbClr val="0F4D92"/>
              </a:solidFill>
              <a:prstDash val="solid"/>
            </a:ln>
          </p:spPr>
        </p:sp>
        <p:sp>
          <p:nvSpPr>
            <p:cNvPr id="1046" name="panel2__line_1045"/>
            <p:cNvSpPr/>
            <p:nvPr/>
          </p:nvSpPr>
          <p:spPr>
            <a:xfrm>
              <a:off x="6123636" y="1971120"/>
              <a:ext cx="23209" cy="24981"/>
            </a:xfrm>
            <a:prstGeom prst="line">
              <a:avLst/>
            </a:prstGeom>
            <a:noFill/>
            <a:ln w="15240">
              <a:solidFill>
                <a:srgbClr val="0F4D92"/>
              </a:solidFill>
              <a:prstDash val="solid"/>
            </a:ln>
          </p:spPr>
        </p:sp>
        <p:sp>
          <p:nvSpPr>
            <p:cNvPr id="1047" name="panel2__line_1046"/>
            <p:cNvSpPr/>
            <p:nvPr/>
          </p:nvSpPr>
          <p:spPr>
            <a:xfrm>
              <a:off x="6146845" y="1996101"/>
              <a:ext cx="23209" cy="20925"/>
            </a:xfrm>
            <a:prstGeom prst="line">
              <a:avLst/>
            </a:prstGeom>
            <a:noFill/>
            <a:ln w="15240">
              <a:solidFill>
                <a:srgbClr val="0F4D92"/>
              </a:solidFill>
              <a:prstDash val="solid"/>
            </a:ln>
          </p:spPr>
        </p:sp>
        <p:sp>
          <p:nvSpPr>
            <p:cNvPr id="1048" name="panel2__line_1047"/>
            <p:cNvSpPr/>
            <p:nvPr/>
          </p:nvSpPr>
          <p:spPr>
            <a:xfrm>
              <a:off x="6170054" y="2017026"/>
              <a:ext cx="23209" cy="40220"/>
            </a:xfrm>
            <a:prstGeom prst="line">
              <a:avLst/>
            </a:prstGeom>
            <a:noFill/>
            <a:ln w="15240">
              <a:solidFill>
                <a:srgbClr val="0F4D92"/>
              </a:solidFill>
              <a:prstDash val="solid"/>
            </a:ln>
          </p:spPr>
        </p:sp>
        <p:sp>
          <p:nvSpPr>
            <p:cNvPr id="1049" name="panel2__line_1048"/>
            <p:cNvSpPr/>
            <p:nvPr/>
          </p:nvSpPr>
          <p:spPr>
            <a:xfrm>
              <a:off x="6193262" y="2057246"/>
              <a:ext cx="23209" cy="53541"/>
            </a:xfrm>
            <a:prstGeom prst="line">
              <a:avLst/>
            </a:prstGeom>
            <a:noFill/>
            <a:ln w="15240">
              <a:solidFill>
                <a:srgbClr val="0F4D92"/>
              </a:solidFill>
              <a:prstDash val="solid"/>
            </a:ln>
          </p:spPr>
        </p:sp>
        <p:sp>
          <p:nvSpPr>
            <p:cNvPr id="1050" name="panel2__line_1049"/>
            <p:cNvSpPr/>
            <p:nvPr/>
          </p:nvSpPr>
          <p:spPr>
            <a:xfrm>
              <a:off x="6216471" y="2110787"/>
              <a:ext cx="23209" cy="32639"/>
            </a:xfrm>
            <a:prstGeom prst="line">
              <a:avLst/>
            </a:prstGeom>
            <a:noFill/>
            <a:ln w="15240">
              <a:solidFill>
                <a:srgbClr val="0F4D92"/>
              </a:solidFill>
              <a:prstDash val="solid"/>
            </a:ln>
          </p:spPr>
        </p:sp>
        <p:sp>
          <p:nvSpPr>
            <p:cNvPr id="1051" name="panel2__line_1050"/>
            <p:cNvSpPr/>
            <p:nvPr/>
          </p:nvSpPr>
          <p:spPr>
            <a:xfrm flipV="1">
              <a:off x="6239680" y="2127189"/>
              <a:ext cx="23209" cy="16238"/>
            </a:xfrm>
            <a:prstGeom prst="line">
              <a:avLst/>
            </a:prstGeom>
            <a:noFill/>
            <a:ln w="15240">
              <a:solidFill>
                <a:srgbClr val="0F4D92"/>
              </a:solidFill>
              <a:prstDash val="solid"/>
            </a:ln>
          </p:spPr>
        </p:sp>
        <p:sp>
          <p:nvSpPr>
            <p:cNvPr id="1052" name="panel2__line_1051"/>
            <p:cNvSpPr/>
            <p:nvPr/>
          </p:nvSpPr>
          <p:spPr>
            <a:xfrm flipV="1">
              <a:off x="6262889" y="2073857"/>
              <a:ext cx="23209" cy="53332"/>
            </a:xfrm>
            <a:prstGeom prst="line">
              <a:avLst/>
            </a:prstGeom>
            <a:noFill/>
            <a:ln w="15240">
              <a:solidFill>
                <a:srgbClr val="0F4D92"/>
              </a:solidFill>
              <a:prstDash val="solid"/>
            </a:ln>
          </p:spPr>
        </p:sp>
        <p:sp>
          <p:nvSpPr>
            <p:cNvPr id="1053" name="panel2__line_1052"/>
            <p:cNvSpPr/>
            <p:nvPr/>
          </p:nvSpPr>
          <p:spPr>
            <a:xfrm flipV="1">
              <a:off x="6286098" y="2032076"/>
              <a:ext cx="23209" cy="41781"/>
            </a:xfrm>
            <a:prstGeom prst="line">
              <a:avLst/>
            </a:prstGeom>
            <a:noFill/>
            <a:ln w="15240">
              <a:solidFill>
                <a:srgbClr val="0F4D92"/>
              </a:solidFill>
              <a:prstDash val="solid"/>
            </a:ln>
          </p:spPr>
        </p:sp>
        <p:sp>
          <p:nvSpPr>
            <p:cNvPr id="1054" name="panel2__line_1053"/>
            <p:cNvSpPr/>
            <p:nvPr/>
          </p:nvSpPr>
          <p:spPr>
            <a:xfrm>
              <a:off x="6309306" y="2032076"/>
              <a:ext cx="23209" cy="14723"/>
            </a:xfrm>
            <a:prstGeom prst="line">
              <a:avLst/>
            </a:prstGeom>
            <a:noFill/>
            <a:ln w="15240">
              <a:solidFill>
                <a:srgbClr val="0F4D92"/>
              </a:solidFill>
              <a:prstDash val="solid"/>
            </a:ln>
          </p:spPr>
        </p:sp>
        <p:sp>
          <p:nvSpPr>
            <p:cNvPr id="1055" name="panel2__line_1054"/>
            <p:cNvSpPr/>
            <p:nvPr/>
          </p:nvSpPr>
          <p:spPr>
            <a:xfrm>
              <a:off x="6332515" y="2046799"/>
              <a:ext cx="23209" cy="70024"/>
            </a:xfrm>
            <a:prstGeom prst="line">
              <a:avLst/>
            </a:prstGeom>
            <a:noFill/>
            <a:ln w="15240">
              <a:solidFill>
                <a:srgbClr val="0F4D92"/>
              </a:solidFill>
              <a:prstDash val="solid"/>
            </a:ln>
          </p:spPr>
        </p:sp>
        <p:sp>
          <p:nvSpPr>
            <p:cNvPr id="1056" name="panel2__line_1055"/>
            <p:cNvSpPr/>
            <p:nvPr/>
          </p:nvSpPr>
          <p:spPr>
            <a:xfrm>
              <a:off x="6355724" y="2116823"/>
              <a:ext cx="23209" cy="73543"/>
            </a:xfrm>
            <a:prstGeom prst="line">
              <a:avLst/>
            </a:prstGeom>
            <a:noFill/>
            <a:ln w="15240">
              <a:solidFill>
                <a:srgbClr val="0F4D92"/>
              </a:solidFill>
              <a:prstDash val="solid"/>
            </a:ln>
          </p:spPr>
        </p:sp>
        <p:sp>
          <p:nvSpPr>
            <p:cNvPr id="1057" name="panel2__line_1056"/>
            <p:cNvSpPr/>
            <p:nvPr/>
          </p:nvSpPr>
          <p:spPr>
            <a:xfrm>
              <a:off x="6378933" y="2190366"/>
              <a:ext cx="23209" cy="14746"/>
            </a:xfrm>
            <a:prstGeom prst="line">
              <a:avLst/>
            </a:prstGeom>
            <a:noFill/>
            <a:ln w="15240">
              <a:solidFill>
                <a:srgbClr val="0F4D92"/>
              </a:solidFill>
              <a:prstDash val="solid"/>
            </a:ln>
          </p:spPr>
        </p:sp>
        <p:sp>
          <p:nvSpPr>
            <p:cNvPr id="1058" name="panel2__line_1057"/>
            <p:cNvSpPr/>
            <p:nvPr/>
          </p:nvSpPr>
          <p:spPr>
            <a:xfrm flipV="1">
              <a:off x="6402142" y="2138622"/>
              <a:ext cx="23209" cy="66489"/>
            </a:xfrm>
            <a:prstGeom prst="line">
              <a:avLst/>
            </a:prstGeom>
            <a:noFill/>
            <a:ln w="15240">
              <a:solidFill>
                <a:srgbClr val="0F4D92"/>
              </a:solidFill>
              <a:prstDash val="solid"/>
            </a:ln>
          </p:spPr>
        </p:sp>
        <p:sp>
          <p:nvSpPr>
            <p:cNvPr id="1059" name="panel2__line_1058"/>
            <p:cNvSpPr/>
            <p:nvPr/>
          </p:nvSpPr>
          <p:spPr>
            <a:xfrm flipV="1">
              <a:off x="6425350" y="2025307"/>
              <a:ext cx="23209" cy="113315"/>
            </a:xfrm>
            <a:prstGeom prst="line">
              <a:avLst/>
            </a:prstGeom>
            <a:noFill/>
            <a:ln w="15240">
              <a:solidFill>
                <a:srgbClr val="0F4D92"/>
              </a:solidFill>
              <a:prstDash val="solid"/>
            </a:ln>
          </p:spPr>
        </p:sp>
        <p:sp>
          <p:nvSpPr>
            <p:cNvPr id="1060" name="panel2__line_1059"/>
            <p:cNvSpPr/>
            <p:nvPr/>
          </p:nvSpPr>
          <p:spPr>
            <a:xfrm flipV="1">
              <a:off x="6448559" y="1926348"/>
              <a:ext cx="23209" cy="98960"/>
            </a:xfrm>
            <a:prstGeom prst="line">
              <a:avLst/>
            </a:prstGeom>
            <a:noFill/>
            <a:ln w="15240">
              <a:solidFill>
                <a:srgbClr val="0F4D92"/>
              </a:solidFill>
              <a:prstDash val="solid"/>
            </a:ln>
          </p:spPr>
        </p:sp>
        <p:sp>
          <p:nvSpPr>
            <p:cNvPr id="1061" name="panel2__line_1060"/>
            <p:cNvSpPr/>
            <p:nvPr/>
          </p:nvSpPr>
          <p:spPr>
            <a:xfrm flipV="1">
              <a:off x="6471768" y="1881019"/>
              <a:ext cx="23209" cy="45329"/>
            </a:xfrm>
            <a:prstGeom prst="line">
              <a:avLst/>
            </a:prstGeom>
            <a:noFill/>
            <a:ln w="15240">
              <a:solidFill>
                <a:srgbClr val="0F4D92"/>
              </a:solidFill>
              <a:prstDash val="solid"/>
            </a:ln>
          </p:spPr>
        </p:sp>
        <p:sp>
          <p:nvSpPr>
            <p:cNvPr id="1062" name="panel2__line_1061"/>
            <p:cNvSpPr/>
            <p:nvPr/>
          </p:nvSpPr>
          <p:spPr>
            <a:xfrm>
              <a:off x="6494977" y="1881019"/>
              <a:ext cx="23209" cy="1825"/>
            </a:xfrm>
            <a:prstGeom prst="line">
              <a:avLst/>
            </a:prstGeom>
            <a:noFill/>
            <a:ln w="15240">
              <a:solidFill>
                <a:srgbClr val="0F4D92"/>
              </a:solidFill>
              <a:prstDash val="solid"/>
            </a:ln>
          </p:spPr>
        </p:sp>
        <p:sp>
          <p:nvSpPr>
            <p:cNvPr id="1063" name="panel2__line_1062"/>
            <p:cNvSpPr/>
            <p:nvPr/>
          </p:nvSpPr>
          <p:spPr>
            <a:xfrm>
              <a:off x="6518186" y="1882844"/>
              <a:ext cx="23209" cy="15893"/>
            </a:xfrm>
            <a:prstGeom prst="line">
              <a:avLst/>
            </a:prstGeom>
            <a:noFill/>
            <a:ln w="15240">
              <a:solidFill>
                <a:srgbClr val="0F4D92"/>
              </a:solidFill>
              <a:prstDash val="solid"/>
            </a:ln>
          </p:spPr>
        </p:sp>
        <p:sp>
          <p:nvSpPr>
            <p:cNvPr id="1064" name="panel2__line_1063"/>
            <p:cNvSpPr/>
            <p:nvPr/>
          </p:nvSpPr>
          <p:spPr>
            <a:xfrm>
              <a:off x="6541394" y="1898737"/>
              <a:ext cx="23209" cy="9734"/>
            </a:xfrm>
            <a:prstGeom prst="line">
              <a:avLst/>
            </a:prstGeom>
            <a:noFill/>
            <a:ln w="15240">
              <a:solidFill>
                <a:srgbClr val="0F4D92"/>
              </a:solidFill>
              <a:prstDash val="solid"/>
            </a:ln>
          </p:spPr>
        </p:sp>
        <p:sp>
          <p:nvSpPr>
            <p:cNvPr id="1065" name="panel2__line_1064"/>
            <p:cNvSpPr/>
            <p:nvPr/>
          </p:nvSpPr>
          <p:spPr>
            <a:xfrm>
              <a:off x="6564603" y="1908471"/>
              <a:ext cx="23209" cy="15719"/>
            </a:xfrm>
            <a:prstGeom prst="line">
              <a:avLst/>
            </a:prstGeom>
            <a:noFill/>
            <a:ln w="15240">
              <a:solidFill>
                <a:srgbClr val="0F4D92"/>
              </a:solidFill>
              <a:prstDash val="solid"/>
            </a:ln>
          </p:spPr>
        </p:sp>
        <p:sp>
          <p:nvSpPr>
            <p:cNvPr id="1066" name="panel2__line_1065"/>
            <p:cNvSpPr/>
            <p:nvPr/>
          </p:nvSpPr>
          <p:spPr>
            <a:xfrm>
              <a:off x="6587812" y="1924191"/>
              <a:ext cx="23209" cy="47198"/>
            </a:xfrm>
            <a:prstGeom prst="line">
              <a:avLst/>
            </a:prstGeom>
            <a:noFill/>
            <a:ln w="15240">
              <a:solidFill>
                <a:srgbClr val="0F4D92"/>
              </a:solidFill>
              <a:prstDash val="solid"/>
            </a:ln>
          </p:spPr>
        </p:sp>
        <p:sp>
          <p:nvSpPr>
            <p:cNvPr id="1067" name="panel2__line_1066"/>
            <p:cNvSpPr/>
            <p:nvPr/>
          </p:nvSpPr>
          <p:spPr>
            <a:xfrm>
              <a:off x="6611021" y="1971389"/>
              <a:ext cx="23209" cy="80752"/>
            </a:xfrm>
            <a:prstGeom prst="line">
              <a:avLst/>
            </a:prstGeom>
            <a:noFill/>
            <a:ln w="15240">
              <a:solidFill>
                <a:srgbClr val="0F4D92"/>
              </a:solidFill>
              <a:prstDash val="solid"/>
            </a:ln>
          </p:spPr>
        </p:sp>
        <p:sp>
          <p:nvSpPr>
            <p:cNvPr id="1068" name="panel2__line_1067"/>
            <p:cNvSpPr/>
            <p:nvPr/>
          </p:nvSpPr>
          <p:spPr>
            <a:xfrm>
              <a:off x="6634230" y="2052141"/>
              <a:ext cx="23209" cy="77836"/>
            </a:xfrm>
            <a:prstGeom prst="line">
              <a:avLst/>
            </a:prstGeom>
            <a:noFill/>
            <a:ln w="15240">
              <a:solidFill>
                <a:srgbClr val="0F4D92"/>
              </a:solidFill>
              <a:prstDash val="solid"/>
            </a:ln>
          </p:spPr>
        </p:sp>
        <p:sp>
          <p:nvSpPr>
            <p:cNvPr id="1069" name="panel2__line_1068"/>
            <p:cNvSpPr/>
            <p:nvPr/>
          </p:nvSpPr>
          <p:spPr>
            <a:xfrm>
              <a:off x="6657438" y="2129977"/>
              <a:ext cx="23209" cy="25314"/>
            </a:xfrm>
            <a:prstGeom prst="line">
              <a:avLst/>
            </a:prstGeom>
            <a:noFill/>
            <a:ln w="15240">
              <a:solidFill>
                <a:srgbClr val="0F4D92"/>
              </a:solidFill>
              <a:prstDash val="solid"/>
            </a:ln>
          </p:spPr>
        </p:sp>
        <p:sp>
          <p:nvSpPr>
            <p:cNvPr id="1070" name="panel2__line_1069"/>
            <p:cNvSpPr/>
            <p:nvPr/>
          </p:nvSpPr>
          <p:spPr>
            <a:xfrm flipV="1">
              <a:off x="6680647" y="2110052"/>
              <a:ext cx="23209" cy="45239"/>
            </a:xfrm>
            <a:prstGeom prst="line">
              <a:avLst/>
            </a:prstGeom>
            <a:noFill/>
            <a:ln w="15240">
              <a:solidFill>
                <a:srgbClr val="0F4D92"/>
              </a:solidFill>
              <a:prstDash val="solid"/>
            </a:ln>
          </p:spPr>
        </p:sp>
        <p:sp>
          <p:nvSpPr>
            <p:cNvPr id="1071" name="panel2__line_1070"/>
            <p:cNvSpPr/>
            <p:nvPr/>
          </p:nvSpPr>
          <p:spPr>
            <a:xfrm flipV="1">
              <a:off x="6703856" y="2029561"/>
              <a:ext cx="23209" cy="80491"/>
            </a:xfrm>
            <a:prstGeom prst="line">
              <a:avLst/>
            </a:prstGeom>
            <a:noFill/>
            <a:ln w="15240">
              <a:solidFill>
                <a:srgbClr val="0F4D92"/>
              </a:solidFill>
              <a:prstDash val="solid"/>
            </a:ln>
          </p:spPr>
        </p:sp>
        <p:sp>
          <p:nvSpPr>
            <p:cNvPr id="1072" name="panel2__line_1071"/>
            <p:cNvSpPr/>
            <p:nvPr/>
          </p:nvSpPr>
          <p:spPr>
            <a:xfrm flipV="1">
              <a:off x="6727065" y="1978096"/>
              <a:ext cx="23209" cy="51465"/>
            </a:xfrm>
            <a:prstGeom prst="line">
              <a:avLst/>
            </a:prstGeom>
            <a:noFill/>
            <a:ln w="15240">
              <a:solidFill>
                <a:srgbClr val="0F4D92"/>
              </a:solidFill>
              <a:prstDash val="solid"/>
            </a:ln>
          </p:spPr>
        </p:sp>
        <p:sp>
          <p:nvSpPr>
            <p:cNvPr id="1073" name="panel2__line_1072"/>
            <p:cNvSpPr/>
            <p:nvPr/>
          </p:nvSpPr>
          <p:spPr>
            <a:xfrm>
              <a:off x="6750274" y="1978096"/>
              <a:ext cx="23209" cy="19317"/>
            </a:xfrm>
            <a:prstGeom prst="line">
              <a:avLst/>
            </a:prstGeom>
            <a:noFill/>
            <a:ln w="15240">
              <a:solidFill>
                <a:srgbClr val="0F4D92"/>
              </a:solidFill>
              <a:prstDash val="solid"/>
            </a:ln>
          </p:spPr>
        </p:sp>
        <p:sp>
          <p:nvSpPr>
            <p:cNvPr id="1074" name="panel2__line_1073"/>
            <p:cNvSpPr/>
            <p:nvPr/>
          </p:nvSpPr>
          <p:spPr>
            <a:xfrm>
              <a:off x="6773482" y="1997413"/>
              <a:ext cx="23209" cy="75462"/>
            </a:xfrm>
            <a:prstGeom prst="line">
              <a:avLst/>
            </a:prstGeom>
            <a:noFill/>
            <a:ln w="15240">
              <a:solidFill>
                <a:srgbClr val="0F4D92"/>
              </a:solidFill>
              <a:prstDash val="solid"/>
            </a:ln>
          </p:spPr>
        </p:sp>
        <p:sp>
          <p:nvSpPr>
            <p:cNvPr id="1075" name="panel2__line_1074"/>
            <p:cNvSpPr/>
            <p:nvPr/>
          </p:nvSpPr>
          <p:spPr>
            <a:xfrm>
              <a:off x="6796691" y="2072875"/>
              <a:ext cx="23209" cy="74033"/>
            </a:xfrm>
            <a:prstGeom prst="line">
              <a:avLst/>
            </a:prstGeom>
            <a:noFill/>
            <a:ln w="15240">
              <a:solidFill>
                <a:srgbClr val="0F4D92"/>
              </a:solidFill>
              <a:prstDash val="solid"/>
            </a:ln>
          </p:spPr>
        </p:sp>
        <p:sp>
          <p:nvSpPr>
            <p:cNvPr id="1076" name="panel2__line_1075"/>
            <p:cNvSpPr/>
            <p:nvPr/>
          </p:nvSpPr>
          <p:spPr>
            <a:xfrm>
              <a:off x="5200650" y="2647950"/>
              <a:ext cx="133350" cy="0"/>
            </a:xfrm>
            <a:prstGeom prst="line">
              <a:avLst/>
            </a:prstGeom>
            <a:noFill/>
            <a:ln w="17145">
              <a:solidFill>
                <a:srgbClr val="9A9FA5"/>
              </a:solidFill>
              <a:prstDash val="dash"/>
            </a:ln>
          </p:spPr>
        </p:sp>
        <p:sp>
          <p:nvSpPr>
            <p:cNvPr id="1077" name="panel2__text_1076"/>
            <p:cNvSpPr/>
            <p:nvPr/>
          </p:nvSpPr>
          <p:spPr>
            <a:xfrm>
              <a:off x="5391150" y="2524125"/>
              <a:ext cx="466725" cy="257175"/>
            </a:xfrm>
            <a:prstGeom prst="rect">
              <a:avLst/>
            </a:prstGeom>
            <a:noFill/>
            <a:ln/>
          </p:spPr>
          <p:txBody>
            <a:bodyPr wrap="none" lIns="0" tIns="0" rIns="0" bIns="0" rtlCol="0" anchor="ctr"/>
            <a:lstStyle/>
            <a:p>
              <a:pPr algn="l" indent="0" marL="0">
                <a:buNone/>
              </a:pPr>
              <a:r>
                <a:rPr lang="en-US" sz="1350" dirty="0">
                  <a:solidFill>
                    <a:srgbClr val="242B32"/>
                  </a:solidFill>
                  <a:latin typeface="Times New Roman" pitchFamily="34" charset="0"/>
                  <a:ea typeface="Times New Roman" pitchFamily="34" charset="-122"/>
                  <a:cs typeface="Times New Roman" pitchFamily="34" charset="-120"/>
                </a:rPr>
                <a:t>Input</a:t>
              </a:r>
              <a:endParaRPr lang="en-US" sz="1350" dirty="0"/>
            </a:p>
          </p:txBody>
        </p:sp>
        <p:sp>
          <p:nvSpPr>
            <p:cNvPr id="1078" name="panel2__line_1077"/>
            <p:cNvSpPr/>
            <p:nvPr/>
          </p:nvSpPr>
          <p:spPr>
            <a:xfrm>
              <a:off x="6029325" y="2647950"/>
              <a:ext cx="133350" cy="0"/>
            </a:xfrm>
            <a:prstGeom prst="line">
              <a:avLst/>
            </a:prstGeom>
            <a:noFill/>
            <a:ln w="15240">
              <a:solidFill>
                <a:srgbClr val="0F4D92"/>
              </a:solidFill>
              <a:prstDash val="solid"/>
            </a:ln>
          </p:spPr>
        </p:sp>
        <p:sp>
          <p:nvSpPr>
            <p:cNvPr id="1079" name="panel2__text_1078"/>
            <p:cNvSpPr/>
            <p:nvPr/>
          </p:nvSpPr>
          <p:spPr>
            <a:xfrm>
              <a:off x="6219825" y="2524125"/>
              <a:ext cx="457200" cy="257175"/>
            </a:xfrm>
            <a:prstGeom prst="rect">
              <a:avLst/>
            </a:prstGeom>
            <a:noFill/>
            <a:ln/>
          </p:spPr>
          <p:txBody>
            <a:bodyPr wrap="none" lIns="0" tIns="0" rIns="0" bIns="0" rtlCol="0" anchor="ctr"/>
            <a:lstStyle/>
            <a:p>
              <a:pPr algn="l" indent="0" marL="0">
                <a:buNone/>
              </a:pPr>
              <a:r>
                <a:rPr lang="en-US" sz="1350" dirty="0">
                  <a:solidFill>
                    <a:srgbClr val="242B32"/>
                  </a:solidFill>
                  <a:latin typeface="Times New Roman" pitchFamily="34" charset="0"/>
                  <a:ea typeface="Times New Roman" pitchFamily="34" charset="-122"/>
                  <a:cs typeface="Times New Roman" pitchFamily="34" charset="-120"/>
                </a:rPr>
                <a:t>Sum</a:t>
              </a:r>
              <a:endParaRPr lang="en-US" sz="1350" dirty="0"/>
            </a:p>
          </p:txBody>
        </p:sp>
        <p:sp>
          <p:nvSpPr>
            <p:cNvPr id="1080" name="panel2__line_1079"/>
            <p:cNvSpPr/>
            <p:nvPr/>
          </p:nvSpPr>
          <p:spPr>
            <a:xfrm>
              <a:off x="7477125" y="1962150"/>
              <a:ext cx="1809750" cy="0"/>
            </a:xfrm>
            <a:prstGeom prst="line">
              <a:avLst/>
            </a:prstGeom>
            <a:noFill/>
            <a:ln w="6667">
              <a:solidFill>
                <a:srgbClr val="DDE2E6"/>
              </a:solidFill>
              <a:prstDash val="solid"/>
            </a:ln>
          </p:spPr>
        </p:sp>
        <p:sp>
          <p:nvSpPr>
            <p:cNvPr id="1081" name="panel2__line_1080"/>
            <p:cNvSpPr/>
            <p:nvPr/>
          </p:nvSpPr>
          <p:spPr>
            <a:xfrm flipV="1">
              <a:off x="7477125" y="1961426"/>
              <a:ext cx="28726" cy="421"/>
            </a:xfrm>
            <a:prstGeom prst="line">
              <a:avLst/>
            </a:prstGeom>
            <a:noFill/>
            <a:ln w="15240">
              <a:solidFill>
                <a:srgbClr val="42949E"/>
              </a:solidFill>
              <a:prstDash val="solid"/>
            </a:ln>
          </p:spPr>
        </p:sp>
        <p:sp>
          <p:nvSpPr>
            <p:cNvPr id="1082" name="panel2__line_1081"/>
            <p:cNvSpPr/>
            <p:nvPr/>
          </p:nvSpPr>
          <p:spPr>
            <a:xfrm flipV="1">
              <a:off x="7505851" y="1960520"/>
              <a:ext cx="28726" cy="907"/>
            </a:xfrm>
            <a:prstGeom prst="line">
              <a:avLst/>
            </a:prstGeom>
            <a:noFill/>
            <a:ln w="15240">
              <a:solidFill>
                <a:srgbClr val="42949E"/>
              </a:solidFill>
              <a:prstDash val="solid"/>
            </a:ln>
          </p:spPr>
        </p:sp>
        <p:sp>
          <p:nvSpPr>
            <p:cNvPr id="1083" name="panel2__line_1082"/>
            <p:cNvSpPr/>
            <p:nvPr/>
          </p:nvSpPr>
          <p:spPr>
            <a:xfrm flipV="1">
              <a:off x="7534577" y="1958690"/>
              <a:ext cx="28726" cy="1830"/>
            </a:xfrm>
            <a:prstGeom prst="line">
              <a:avLst/>
            </a:prstGeom>
            <a:noFill/>
            <a:ln w="15240">
              <a:solidFill>
                <a:srgbClr val="42949E"/>
              </a:solidFill>
              <a:prstDash val="solid"/>
            </a:ln>
          </p:spPr>
        </p:sp>
        <p:sp>
          <p:nvSpPr>
            <p:cNvPr id="1084" name="panel2__line_1083"/>
            <p:cNvSpPr/>
            <p:nvPr/>
          </p:nvSpPr>
          <p:spPr>
            <a:xfrm flipV="1">
              <a:off x="7563304" y="1955231"/>
              <a:ext cx="28726" cy="3459"/>
            </a:xfrm>
            <a:prstGeom prst="line">
              <a:avLst/>
            </a:prstGeom>
            <a:noFill/>
            <a:ln w="15240">
              <a:solidFill>
                <a:srgbClr val="42949E"/>
              </a:solidFill>
              <a:prstDash val="solid"/>
            </a:ln>
          </p:spPr>
        </p:sp>
        <p:sp>
          <p:nvSpPr>
            <p:cNvPr id="1085" name="panel2__line_1084"/>
            <p:cNvSpPr/>
            <p:nvPr/>
          </p:nvSpPr>
          <p:spPr>
            <a:xfrm flipV="1">
              <a:off x="7592030" y="1949116"/>
              <a:ext cx="28726" cy="6115"/>
            </a:xfrm>
            <a:prstGeom prst="line">
              <a:avLst/>
            </a:prstGeom>
            <a:noFill/>
            <a:ln w="15240">
              <a:solidFill>
                <a:srgbClr val="42949E"/>
              </a:solidFill>
              <a:prstDash val="solid"/>
            </a:ln>
          </p:spPr>
        </p:sp>
        <p:sp>
          <p:nvSpPr>
            <p:cNvPr id="1086" name="panel2__line_1085"/>
            <p:cNvSpPr/>
            <p:nvPr/>
          </p:nvSpPr>
          <p:spPr>
            <a:xfrm flipV="1">
              <a:off x="7620756" y="1939018"/>
              <a:ext cx="28726" cy="10098"/>
            </a:xfrm>
            <a:prstGeom prst="line">
              <a:avLst/>
            </a:prstGeom>
            <a:noFill/>
            <a:ln w="15240">
              <a:solidFill>
                <a:srgbClr val="42949E"/>
              </a:solidFill>
              <a:prstDash val="solid"/>
            </a:ln>
          </p:spPr>
        </p:sp>
        <p:sp>
          <p:nvSpPr>
            <p:cNvPr id="1087" name="panel2__line_1086"/>
            <p:cNvSpPr/>
            <p:nvPr/>
          </p:nvSpPr>
          <p:spPr>
            <a:xfrm flipV="1">
              <a:off x="7649482" y="1923473"/>
              <a:ext cx="28726" cy="15546"/>
            </a:xfrm>
            <a:prstGeom prst="line">
              <a:avLst/>
            </a:prstGeom>
            <a:noFill/>
            <a:ln w="15240">
              <a:solidFill>
                <a:srgbClr val="42949E"/>
              </a:solidFill>
              <a:prstDash val="solid"/>
            </a:ln>
          </p:spPr>
        </p:sp>
        <p:sp>
          <p:nvSpPr>
            <p:cNvPr id="1088" name="panel2__line_1087"/>
            <p:cNvSpPr/>
            <p:nvPr/>
          </p:nvSpPr>
          <p:spPr>
            <a:xfrm flipV="1">
              <a:off x="7678208" y="1901224"/>
              <a:ext cx="28726" cy="22249"/>
            </a:xfrm>
            <a:prstGeom prst="line">
              <a:avLst/>
            </a:prstGeom>
            <a:noFill/>
            <a:ln w="15240">
              <a:solidFill>
                <a:srgbClr val="42949E"/>
              </a:solidFill>
              <a:prstDash val="solid"/>
            </a:ln>
          </p:spPr>
        </p:sp>
        <p:sp>
          <p:nvSpPr>
            <p:cNvPr id="1089" name="panel2__line_1088"/>
            <p:cNvSpPr/>
            <p:nvPr/>
          </p:nvSpPr>
          <p:spPr>
            <a:xfrm flipV="1">
              <a:off x="7706935" y="1871732"/>
              <a:ext cx="28726" cy="29491"/>
            </a:xfrm>
            <a:prstGeom prst="line">
              <a:avLst/>
            </a:prstGeom>
            <a:noFill/>
            <a:ln w="15240">
              <a:solidFill>
                <a:srgbClr val="42949E"/>
              </a:solidFill>
              <a:prstDash val="solid"/>
            </a:ln>
          </p:spPr>
        </p:sp>
        <p:sp>
          <p:nvSpPr>
            <p:cNvPr id="1090" name="panel2__line_1089"/>
            <p:cNvSpPr/>
            <p:nvPr/>
          </p:nvSpPr>
          <p:spPr>
            <a:xfrm flipV="1">
              <a:off x="7735661" y="1835733"/>
              <a:ext cx="28726" cy="35999"/>
            </a:xfrm>
            <a:prstGeom prst="line">
              <a:avLst/>
            </a:prstGeom>
            <a:noFill/>
            <a:ln w="15240">
              <a:solidFill>
                <a:srgbClr val="42949E"/>
              </a:solidFill>
              <a:prstDash val="solid"/>
            </a:ln>
          </p:spPr>
        </p:sp>
        <p:sp>
          <p:nvSpPr>
            <p:cNvPr id="1091" name="panel2__line_1090"/>
            <p:cNvSpPr/>
            <p:nvPr/>
          </p:nvSpPr>
          <p:spPr>
            <a:xfrm flipV="1">
              <a:off x="7764387" y="1795634"/>
              <a:ext cx="28726" cy="40099"/>
            </a:xfrm>
            <a:prstGeom prst="line">
              <a:avLst/>
            </a:prstGeom>
            <a:noFill/>
            <a:ln w="15240">
              <a:solidFill>
                <a:srgbClr val="42949E"/>
              </a:solidFill>
              <a:prstDash val="solid"/>
            </a:ln>
          </p:spPr>
        </p:sp>
        <p:sp>
          <p:nvSpPr>
            <p:cNvPr id="1092" name="panel2__line_1091"/>
            <p:cNvSpPr/>
            <p:nvPr/>
          </p:nvSpPr>
          <p:spPr>
            <a:xfrm flipV="1">
              <a:off x="7793113" y="1755512"/>
              <a:ext cx="28726" cy="40121"/>
            </a:xfrm>
            <a:prstGeom prst="line">
              <a:avLst/>
            </a:prstGeom>
            <a:noFill/>
            <a:ln w="15240">
              <a:solidFill>
                <a:srgbClr val="42949E"/>
              </a:solidFill>
              <a:prstDash val="solid"/>
            </a:ln>
          </p:spPr>
        </p:sp>
        <p:sp>
          <p:nvSpPr>
            <p:cNvPr id="1093" name="panel2__line_1092"/>
            <p:cNvSpPr/>
            <p:nvPr/>
          </p:nvSpPr>
          <p:spPr>
            <a:xfrm flipV="1">
              <a:off x="7821839" y="1720569"/>
              <a:ext cx="28726" cy="34944"/>
            </a:xfrm>
            <a:prstGeom prst="line">
              <a:avLst/>
            </a:prstGeom>
            <a:noFill/>
            <a:ln w="15240">
              <a:solidFill>
                <a:srgbClr val="42949E"/>
              </a:solidFill>
              <a:prstDash val="solid"/>
            </a:ln>
          </p:spPr>
        </p:sp>
        <p:sp>
          <p:nvSpPr>
            <p:cNvPr id="1094" name="panel2__line_1093"/>
            <p:cNvSpPr/>
            <p:nvPr/>
          </p:nvSpPr>
          <p:spPr>
            <a:xfrm flipV="1">
              <a:off x="7850565" y="1696066"/>
              <a:ext cx="28726" cy="24503"/>
            </a:xfrm>
            <a:prstGeom prst="line">
              <a:avLst/>
            </a:prstGeom>
            <a:noFill/>
            <a:ln w="15240">
              <a:solidFill>
                <a:srgbClr val="42949E"/>
              </a:solidFill>
              <a:prstDash val="solid"/>
            </a:ln>
          </p:spPr>
        </p:sp>
        <p:sp>
          <p:nvSpPr>
            <p:cNvPr id="1095" name="panel2__line_1094"/>
            <p:cNvSpPr/>
            <p:nvPr/>
          </p:nvSpPr>
          <p:spPr>
            <a:xfrm flipV="1">
              <a:off x="7879292" y="1686044"/>
              <a:ext cx="28726" cy="10022"/>
            </a:xfrm>
            <a:prstGeom prst="line">
              <a:avLst/>
            </a:prstGeom>
            <a:noFill/>
            <a:ln w="15240">
              <a:solidFill>
                <a:srgbClr val="42949E"/>
              </a:solidFill>
              <a:prstDash val="solid"/>
            </a:ln>
          </p:spPr>
        </p:sp>
        <p:sp>
          <p:nvSpPr>
            <p:cNvPr id="1096" name="panel2__line_1095"/>
            <p:cNvSpPr/>
            <p:nvPr/>
          </p:nvSpPr>
          <p:spPr>
            <a:xfrm>
              <a:off x="7908018" y="1686044"/>
              <a:ext cx="28726" cy="6186"/>
            </a:xfrm>
            <a:prstGeom prst="line">
              <a:avLst/>
            </a:prstGeom>
            <a:noFill/>
            <a:ln w="15240">
              <a:solidFill>
                <a:srgbClr val="42949E"/>
              </a:solidFill>
              <a:prstDash val="solid"/>
            </a:ln>
          </p:spPr>
        </p:sp>
        <p:sp>
          <p:nvSpPr>
            <p:cNvPr id="1097" name="panel2__line_1096"/>
            <p:cNvSpPr/>
            <p:nvPr/>
          </p:nvSpPr>
          <p:spPr>
            <a:xfrm>
              <a:off x="7936744" y="1692230"/>
              <a:ext cx="28726" cy="21324"/>
            </a:xfrm>
            <a:prstGeom prst="line">
              <a:avLst/>
            </a:prstGeom>
            <a:noFill/>
            <a:ln w="15240">
              <a:solidFill>
                <a:srgbClr val="42949E"/>
              </a:solidFill>
              <a:prstDash val="solid"/>
            </a:ln>
          </p:spPr>
        </p:sp>
        <p:sp>
          <p:nvSpPr>
            <p:cNvPr id="1098" name="panel2__line_1097"/>
            <p:cNvSpPr/>
            <p:nvPr/>
          </p:nvSpPr>
          <p:spPr>
            <a:xfrm>
              <a:off x="7965470" y="1713554"/>
              <a:ext cx="28726" cy="32893"/>
            </a:xfrm>
            <a:prstGeom prst="line">
              <a:avLst/>
            </a:prstGeom>
            <a:noFill/>
            <a:ln w="15240">
              <a:solidFill>
                <a:srgbClr val="42949E"/>
              </a:solidFill>
              <a:prstDash val="solid"/>
            </a:ln>
          </p:spPr>
        </p:sp>
        <p:sp>
          <p:nvSpPr>
            <p:cNvPr id="1099" name="panel2__line_1098"/>
            <p:cNvSpPr/>
            <p:nvPr/>
          </p:nvSpPr>
          <p:spPr>
            <a:xfrm>
              <a:off x="7994196" y="1746447"/>
              <a:ext cx="28726" cy="39376"/>
            </a:xfrm>
            <a:prstGeom prst="line">
              <a:avLst/>
            </a:prstGeom>
            <a:noFill/>
            <a:ln w="15240">
              <a:solidFill>
                <a:srgbClr val="42949E"/>
              </a:solidFill>
              <a:prstDash val="solid"/>
            </a:ln>
          </p:spPr>
        </p:sp>
        <p:sp>
          <p:nvSpPr>
            <p:cNvPr id="1100" name="panel2__line_1099"/>
            <p:cNvSpPr/>
            <p:nvPr/>
          </p:nvSpPr>
          <p:spPr>
            <a:xfrm>
              <a:off x="8022923" y="1785823"/>
              <a:ext cx="28726" cy="40532"/>
            </a:xfrm>
            <a:prstGeom prst="line">
              <a:avLst/>
            </a:prstGeom>
            <a:noFill/>
            <a:ln w="15240">
              <a:solidFill>
                <a:srgbClr val="42949E"/>
              </a:solidFill>
              <a:prstDash val="solid"/>
            </a:ln>
          </p:spPr>
        </p:sp>
        <p:sp>
          <p:nvSpPr>
            <p:cNvPr id="1101" name="panel2__line_1100"/>
            <p:cNvSpPr/>
            <p:nvPr/>
          </p:nvSpPr>
          <p:spPr>
            <a:xfrm>
              <a:off x="8051649" y="1826355"/>
              <a:ext cx="28726" cy="37269"/>
            </a:xfrm>
            <a:prstGeom prst="line">
              <a:avLst/>
            </a:prstGeom>
            <a:noFill/>
            <a:ln w="15240">
              <a:solidFill>
                <a:srgbClr val="42949E"/>
              </a:solidFill>
              <a:prstDash val="solid"/>
            </a:ln>
          </p:spPr>
        </p:sp>
        <p:sp>
          <p:nvSpPr>
            <p:cNvPr id="1102" name="panel2__line_1101"/>
            <p:cNvSpPr/>
            <p:nvPr/>
          </p:nvSpPr>
          <p:spPr>
            <a:xfrm>
              <a:off x="8080375" y="1863625"/>
              <a:ext cx="28726" cy="31179"/>
            </a:xfrm>
            <a:prstGeom prst="line">
              <a:avLst/>
            </a:prstGeom>
            <a:noFill/>
            <a:ln w="15240">
              <a:solidFill>
                <a:srgbClr val="42949E"/>
              </a:solidFill>
              <a:prstDash val="solid"/>
            </a:ln>
          </p:spPr>
        </p:sp>
        <p:sp>
          <p:nvSpPr>
            <p:cNvPr id="1103" name="panel2__line_1102"/>
            <p:cNvSpPr/>
            <p:nvPr/>
          </p:nvSpPr>
          <p:spPr>
            <a:xfrm>
              <a:off x="8109101" y="1894803"/>
              <a:ext cx="28726" cy="23977"/>
            </a:xfrm>
            <a:prstGeom prst="line">
              <a:avLst/>
            </a:prstGeom>
            <a:noFill/>
            <a:ln w="15240">
              <a:solidFill>
                <a:srgbClr val="42949E"/>
              </a:solidFill>
              <a:prstDash val="solid"/>
            </a:ln>
          </p:spPr>
        </p:sp>
        <p:sp>
          <p:nvSpPr>
            <p:cNvPr id="1104" name="panel2__line_1103"/>
            <p:cNvSpPr/>
            <p:nvPr/>
          </p:nvSpPr>
          <p:spPr>
            <a:xfrm>
              <a:off x="8137827" y="1918781"/>
              <a:ext cx="28726" cy="17057"/>
            </a:xfrm>
            <a:prstGeom prst="line">
              <a:avLst/>
            </a:prstGeom>
            <a:noFill/>
            <a:ln w="15240">
              <a:solidFill>
                <a:srgbClr val="42949E"/>
              </a:solidFill>
              <a:prstDash val="solid"/>
            </a:ln>
          </p:spPr>
        </p:sp>
        <p:sp>
          <p:nvSpPr>
            <p:cNvPr id="1105" name="panel2__line_1104"/>
            <p:cNvSpPr/>
            <p:nvPr/>
          </p:nvSpPr>
          <p:spPr>
            <a:xfrm>
              <a:off x="8166554" y="1935838"/>
              <a:ext cx="28726" cy="11273"/>
            </a:xfrm>
            <a:prstGeom prst="line">
              <a:avLst/>
            </a:prstGeom>
            <a:noFill/>
            <a:ln w="15240">
              <a:solidFill>
                <a:srgbClr val="42949E"/>
              </a:solidFill>
              <a:prstDash val="solid"/>
            </a:ln>
          </p:spPr>
        </p:sp>
        <p:sp>
          <p:nvSpPr>
            <p:cNvPr id="1106" name="panel2__line_1105"/>
            <p:cNvSpPr/>
            <p:nvPr/>
          </p:nvSpPr>
          <p:spPr>
            <a:xfrm>
              <a:off x="8195280" y="1947111"/>
              <a:ext cx="28726" cy="6941"/>
            </a:xfrm>
            <a:prstGeom prst="line">
              <a:avLst/>
            </a:prstGeom>
            <a:noFill/>
            <a:ln w="15240">
              <a:solidFill>
                <a:srgbClr val="42949E"/>
              </a:solidFill>
              <a:prstDash val="solid"/>
            </a:ln>
          </p:spPr>
        </p:sp>
        <p:sp>
          <p:nvSpPr>
            <p:cNvPr id="1107" name="panel2__line_1106"/>
            <p:cNvSpPr/>
            <p:nvPr/>
          </p:nvSpPr>
          <p:spPr>
            <a:xfrm>
              <a:off x="8224006" y="1954052"/>
              <a:ext cx="28726" cy="3990"/>
            </a:xfrm>
            <a:prstGeom prst="line">
              <a:avLst/>
            </a:prstGeom>
            <a:noFill/>
            <a:ln w="15240">
              <a:solidFill>
                <a:srgbClr val="42949E"/>
              </a:solidFill>
              <a:prstDash val="solid"/>
            </a:ln>
          </p:spPr>
        </p:sp>
        <p:sp>
          <p:nvSpPr>
            <p:cNvPr id="1108" name="panel2__line_1107"/>
            <p:cNvSpPr/>
            <p:nvPr/>
          </p:nvSpPr>
          <p:spPr>
            <a:xfrm>
              <a:off x="8252732" y="1958042"/>
              <a:ext cx="28726" cy="2145"/>
            </a:xfrm>
            <a:prstGeom prst="line">
              <a:avLst/>
            </a:prstGeom>
            <a:noFill/>
            <a:ln w="15240">
              <a:solidFill>
                <a:srgbClr val="42949E"/>
              </a:solidFill>
              <a:prstDash val="solid"/>
            </a:ln>
          </p:spPr>
        </p:sp>
        <p:sp>
          <p:nvSpPr>
            <p:cNvPr id="1109" name="panel2__line_1108"/>
            <p:cNvSpPr/>
            <p:nvPr/>
          </p:nvSpPr>
          <p:spPr>
            <a:xfrm>
              <a:off x="8281458" y="1960186"/>
              <a:ext cx="28726" cy="1079"/>
            </a:xfrm>
            <a:prstGeom prst="line">
              <a:avLst/>
            </a:prstGeom>
            <a:noFill/>
            <a:ln w="15240">
              <a:solidFill>
                <a:srgbClr val="42949E"/>
              </a:solidFill>
              <a:prstDash val="solid"/>
            </a:ln>
          </p:spPr>
        </p:sp>
        <p:sp>
          <p:nvSpPr>
            <p:cNvPr id="1110" name="panel2__line_1109"/>
            <p:cNvSpPr/>
            <p:nvPr/>
          </p:nvSpPr>
          <p:spPr>
            <a:xfrm>
              <a:off x="8310185" y="1961266"/>
              <a:ext cx="28726" cy="509"/>
            </a:xfrm>
            <a:prstGeom prst="line">
              <a:avLst/>
            </a:prstGeom>
            <a:noFill/>
            <a:ln w="15240">
              <a:solidFill>
                <a:srgbClr val="42949E"/>
              </a:solidFill>
              <a:prstDash val="solid"/>
            </a:ln>
          </p:spPr>
        </p:sp>
        <p:sp>
          <p:nvSpPr>
            <p:cNvPr id="1111" name="panel2__line_1110"/>
            <p:cNvSpPr/>
            <p:nvPr/>
          </p:nvSpPr>
          <p:spPr>
            <a:xfrm>
              <a:off x="8338911" y="1961775"/>
              <a:ext cx="28726" cy="225"/>
            </a:xfrm>
            <a:prstGeom prst="line">
              <a:avLst/>
            </a:prstGeom>
            <a:noFill/>
            <a:ln w="15240">
              <a:solidFill>
                <a:srgbClr val="42949E"/>
              </a:solidFill>
              <a:prstDash val="solid"/>
            </a:ln>
          </p:spPr>
        </p:sp>
        <p:sp>
          <p:nvSpPr>
            <p:cNvPr id="1112" name="panel2__line_1111"/>
            <p:cNvSpPr/>
            <p:nvPr/>
          </p:nvSpPr>
          <p:spPr>
            <a:xfrm>
              <a:off x="8367637" y="1962000"/>
              <a:ext cx="28726" cy="93"/>
            </a:xfrm>
            <a:prstGeom prst="line">
              <a:avLst/>
            </a:prstGeom>
            <a:noFill/>
            <a:ln w="15240">
              <a:solidFill>
                <a:srgbClr val="42949E"/>
              </a:solidFill>
              <a:prstDash val="solid"/>
            </a:ln>
          </p:spPr>
        </p:sp>
        <p:sp>
          <p:nvSpPr>
            <p:cNvPr id="1113" name="panel2__line_1112"/>
            <p:cNvSpPr/>
            <p:nvPr/>
          </p:nvSpPr>
          <p:spPr>
            <a:xfrm>
              <a:off x="8396363" y="1962094"/>
              <a:ext cx="28726" cy="36"/>
            </a:xfrm>
            <a:prstGeom prst="line">
              <a:avLst/>
            </a:prstGeom>
            <a:noFill/>
            <a:ln w="15240">
              <a:solidFill>
                <a:srgbClr val="42949E"/>
              </a:solidFill>
              <a:prstDash val="solid"/>
            </a:ln>
          </p:spPr>
        </p:sp>
        <p:sp>
          <p:nvSpPr>
            <p:cNvPr id="1114" name="panel2__line_1113"/>
            <p:cNvSpPr/>
            <p:nvPr/>
          </p:nvSpPr>
          <p:spPr>
            <a:xfrm>
              <a:off x="8425089" y="1962130"/>
              <a:ext cx="28726" cy="13"/>
            </a:xfrm>
            <a:prstGeom prst="line">
              <a:avLst/>
            </a:prstGeom>
            <a:noFill/>
            <a:ln w="15240">
              <a:solidFill>
                <a:srgbClr val="42949E"/>
              </a:solidFill>
              <a:prstDash val="solid"/>
            </a:ln>
          </p:spPr>
        </p:sp>
        <p:sp>
          <p:nvSpPr>
            <p:cNvPr id="1115" name="panel2__line_1114"/>
            <p:cNvSpPr/>
            <p:nvPr/>
          </p:nvSpPr>
          <p:spPr>
            <a:xfrm>
              <a:off x="8453815" y="1962143"/>
              <a:ext cx="28726" cy="5"/>
            </a:xfrm>
            <a:prstGeom prst="line">
              <a:avLst/>
            </a:prstGeom>
            <a:noFill/>
            <a:ln w="15240">
              <a:solidFill>
                <a:srgbClr val="42949E"/>
              </a:solidFill>
              <a:prstDash val="solid"/>
            </a:ln>
          </p:spPr>
        </p:sp>
        <p:sp>
          <p:nvSpPr>
            <p:cNvPr id="1116" name="panel2__line_1115"/>
            <p:cNvSpPr/>
            <p:nvPr/>
          </p:nvSpPr>
          <p:spPr>
            <a:xfrm>
              <a:off x="8482542" y="1962148"/>
              <a:ext cx="28726" cy="1"/>
            </a:xfrm>
            <a:prstGeom prst="line">
              <a:avLst/>
            </a:prstGeom>
            <a:noFill/>
            <a:ln w="15240">
              <a:solidFill>
                <a:srgbClr val="42949E"/>
              </a:solidFill>
              <a:prstDash val="solid"/>
            </a:ln>
          </p:spPr>
        </p:sp>
        <p:sp>
          <p:nvSpPr>
            <p:cNvPr id="1117" name="panel2__line_1116"/>
            <p:cNvSpPr/>
            <p:nvPr/>
          </p:nvSpPr>
          <p:spPr>
            <a:xfrm>
              <a:off x="8511268" y="1962149"/>
              <a:ext cx="28726" cy="0"/>
            </a:xfrm>
            <a:prstGeom prst="line">
              <a:avLst/>
            </a:prstGeom>
            <a:noFill/>
            <a:ln w="15240">
              <a:solidFill>
                <a:srgbClr val="42949E"/>
              </a:solidFill>
              <a:prstDash val="solid"/>
            </a:ln>
          </p:spPr>
        </p:sp>
        <p:sp>
          <p:nvSpPr>
            <p:cNvPr id="1118" name="panel2__line_1117"/>
            <p:cNvSpPr/>
            <p:nvPr/>
          </p:nvSpPr>
          <p:spPr>
            <a:xfrm>
              <a:off x="8539994" y="1962150"/>
              <a:ext cx="28726" cy="0"/>
            </a:xfrm>
            <a:prstGeom prst="line">
              <a:avLst/>
            </a:prstGeom>
            <a:noFill/>
            <a:ln w="15240">
              <a:solidFill>
                <a:srgbClr val="42949E"/>
              </a:solidFill>
              <a:prstDash val="solid"/>
            </a:ln>
          </p:spPr>
        </p:sp>
        <p:sp>
          <p:nvSpPr>
            <p:cNvPr id="1119" name="panel2__line_1118"/>
            <p:cNvSpPr/>
            <p:nvPr/>
          </p:nvSpPr>
          <p:spPr>
            <a:xfrm>
              <a:off x="8568720" y="1962150"/>
              <a:ext cx="28726" cy="0"/>
            </a:xfrm>
            <a:prstGeom prst="line">
              <a:avLst/>
            </a:prstGeom>
            <a:noFill/>
            <a:ln w="15240">
              <a:solidFill>
                <a:srgbClr val="42949E"/>
              </a:solidFill>
              <a:prstDash val="solid"/>
            </a:ln>
          </p:spPr>
        </p:sp>
        <p:sp>
          <p:nvSpPr>
            <p:cNvPr id="1120" name="panel2__line_1119"/>
            <p:cNvSpPr/>
            <p:nvPr/>
          </p:nvSpPr>
          <p:spPr>
            <a:xfrm>
              <a:off x="8597446" y="1962150"/>
              <a:ext cx="28726" cy="0"/>
            </a:xfrm>
            <a:prstGeom prst="line">
              <a:avLst/>
            </a:prstGeom>
            <a:noFill/>
            <a:ln w="15240">
              <a:solidFill>
                <a:srgbClr val="42949E"/>
              </a:solidFill>
              <a:prstDash val="solid"/>
            </a:ln>
          </p:spPr>
        </p:sp>
        <p:sp>
          <p:nvSpPr>
            <p:cNvPr id="1121" name="panel2__line_1120"/>
            <p:cNvSpPr/>
            <p:nvPr/>
          </p:nvSpPr>
          <p:spPr>
            <a:xfrm>
              <a:off x="8626173" y="1962150"/>
              <a:ext cx="28726" cy="0"/>
            </a:xfrm>
            <a:prstGeom prst="line">
              <a:avLst/>
            </a:prstGeom>
            <a:noFill/>
            <a:ln w="15240">
              <a:solidFill>
                <a:srgbClr val="42949E"/>
              </a:solidFill>
              <a:prstDash val="solid"/>
            </a:ln>
          </p:spPr>
        </p:sp>
        <p:sp>
          <p:nvSpPr>
            <p:cNvPr id="1122" name="panel2__line_1121"/>
            <p:cNvSpPr/>
            <p:nvPr/>
          </p:nvSpPr>
          <p:spPr>
            <a:xfrm>
              <a:off x="8654899" y="1962150"/>
              <a:ext cx="28726" cy="0"/>
            </a:xfrm>
            <a:prstGeom prst="line">
              <a:avLst/>
            </a:prstGeom>
            <a:noFill/>
            <a:ln w="15240">
              <a:solidFill>
                <a:srgbClr val="42949E"/>
              </a:solidFill>
              <a:prstDash val="solid"/>
            </a:ln>
          </p:spPr>
        </p:sp>
        <p:sp>
          <p:nvSpPr>
            <p:cNvPr id="1123" name="panel2__line_1122"/>
            <p:cNvSpPr/>
            <p:nvPr/>
          </p:nvSpPr>
          <p:spPr>
            <a:xfrm>
              <a:off x="8683625" y="1962150"/>
              <a:ext cx="28726" cy="0"/>
            </a:xfrm>
            <a:prstGeom prst="line">
              <a:avLst/>
            </a:prstGeom>
            <a:noFill/>
            <a:ln w="15240">
              <a:solidFill>
                <a:srgbClr val="42949E"/>
              </a:solidFill>
              <a:prstDash val="solid"/>
            </a:ln>
          </p:spPr>
        </p:sp>
        <p:sp>
          <p:nvSpPr>
            <p:cNvPr id="1124" name="panel2__line_1123"/>
            <p:cNvSpPr/>
            <p:nvPr/>
          </p:nvSpPr>
          <p:spPr>
            <a:xfrm>
              <a:off x="8712351" y="1962150"/>
              <a:ext cx="28726" cy="0"/>
            </a:xfrm>
            <a:prstGeom prst="line">
              <a:avLst/>
            </a:prstGeom>
            <a:noFill/>
            <a:ln w="15240">
              <a:solidFill>
                <a:srgbClr val="42949E"/>
              </a:solidFill>
              <a:prstDash val="solid"/>
            </a:ln>
          </p:spPr>
        </p:sp>
        <p:sp>
          <p:nvSpPr>
            <p:cNvPr id="1125" name="panel2__line_1124"/>
            <p:cNvSpPr/>
            <p:nvPr/>
          </p:nvSpPr>
          <p:spPr>
            <a:xfrm>
              <a:off x="8741077" y="1962150"/>
              <a:ext cx="28726" cy="0"/>
            </a:xfrm>
            <a:prstGeom prst="line">
              <a:avLst/>
            </a:prstGeom>
            <a:noFill/>
            <a:ln w="15240">
              <a:solidFill>
                <a:srgbClr val="42949E"/>
              </a:solidFill>
              <a:prstDash val="solid"/>
            </a:ln>
          </p:spPr>
        </p:sp>
        <p:sp>
          <p:nvSpPr>
            <p:cNvPr id="1126" name="panel2__line_1125"/>
            <p:cNvSpPr/>
            <p:nvPr/>
          </p:nvSpPr>
          <p:spPr>
            <a:xfrm>
              <a:off x="8769804" y="1962150"/>
              <a:ext cx="28726" cy="0"/>
            </a:xfrm>
            <a:prstGeom prst="line">
              <a:avLst/>
            </a:prstGeom>
            <a:noFill/>
            <a:ln w="15240">
              <a:solidFill>
                <a:srgbClr val="42949E"/>
              </a:solidFill>
              <a:prstDash val="solid"/>
            </a:ln>
          </p:spPr>
        </p:sp>
        <p:sp>
          <p:nvSpPr>
            <p:cNvPr id="1127" name="panel2__line_1126"/>
            <p:cNvSpPr/>
            <p:nvPr/>
          </p:nvSpPr>
          <p:spPr>
            <a:xfrm>
              <a:off x="8798530" y="1962150"/>
              <a:ext cx="28726" cy="0"/>
            </a:xfrm>
            <a:prstGeom prst="line">
              <a:avLst/>
            </a:prstGeom>
            <a:noFill/>
            <a:ln w="15240">
              <a:solidFill>
                <a:srgbClr val="42949E"/>
              </a:solidFill>
              <a:prstDash val="solid"/>
            </a:ln>
          </p:spPr>
        </p:sp>
        <p:sp>
          <p:nvSpPr>
            <p:cNvPr id="1128" name="panel2__line_1127"/>
            <p:cNvSpPr/>
            <p:nvPr/>
          </p:nvSpPr>
          <p:spPr>
            <a:xfrm>
              <a:off x="8827256" y="1962150"/>
              <a:ext cx="28726" cy="0"/>
            </a:xfrm>
            <a:prstGeom prst="line">
              <a:avLst/>
            </a:prstGeom>
            <a:noFill/>
            <a:ln w="15240">
              <a:solidFill>
                <a:srgbClr val="42949E"/>
              </a:solidFill>
              <a:prstDash val="solid"/>
            </a:ln>
          </p:spPr>
        </p:sp>
        <p:sp>
          <p:nvSpPr>
            <p:cNvPr id="1129" name="panel2__line_1128"/>
            <p:cNvSpPr/>
            <p:nvPr/>
          </p:nvSpPr>
          <p:spPr>
            <a:xfrm>
              <a:off x="8855982" y="1962150"/>
              <a:ext cx="28726" cy="0"/>
            </a:xfrm>
            <a:prstGeom prst="line">
              <a:avLst/>
            </a:prstGeom>
            <a:noFill/>
            <a:ln w="15240">
              <a:solidFill>
                <a:srgbClr val="42949E"/>
              </a:solidFill>
              <a:prstDash val="solid"/>
            </a:ln>
          </p:spPr>
        </p:sp>
        <p:sp>
          <p:nvSpPr>
            <p:cNvPr id="1130" name="panel2__line_1129"/>
            <p:cNvSpPr/>
            <p:nvPr/>
          </p:nvSpPr>
          <p:spPr>
            <a:xfrm>
              <a:off x="8884708" y="1962150"/>
              <a:ext cx="28726" cy="0"/>
            </a:xfrm>
            <a:prstGeom prst="line">
              <a:avLst/>
            </a:prstGeom>
            <a:noFill/>
            <a:ln w="15240">
              <a:solidFill>
                <a:srgbClr val="42949E"/>
              </a:solidFill>
              <a:prstDash val="solid"/>
            </a:ln>
          </p:spPr>
        </p:sp>
        <p:sp>
          <p:nvSpPr>
            <p:cNvPr id="1131" name="panel2__line_1130"/>
            <p:cNvSpPr/>
            <p:nvPr/>
          </p:nvSpPr>
          <p:spPr>
            <a:xfrm>
              <a:off x="8913435" y="1962150"/>
              <a:ext cx="28726" cy="0"/>
            </a:xfrm>
            <a:prstGeom prst="line">
              <a:avLst/>
            </a:prstGeom>
            <a:noFill/>
            <a:ln w="15240">
              <a:solidFill>
                <a:srgbClr val="42949E"/>
              </a:solidFill>
              <a:prstDash val="solid"/>
            </a:ln>
          </p:spPr>
        </p:sp>
        <p:sp>
          <p:nvSpPr>
            <p:cNvPr id="1132" name="panel2__line_1131"/>
            <p:cNvSpPr/>
            <p:nvPr/>
          </p:nvSpPr>
          <p:spPr>
            <a:xfrm>
              <a:off x="8942161" y="1962150"/>
              <a:ext cx="28726" cy="0"/>
            </a:xfrm>
            <a:prstGeom prst="line">
              <a:avLst/>
            </a:prstGeom>
            <a:noFill/>
            <a:ln w="15240">
              <a:solidFill>
                <a:srgbClr val="42949E"/>
              </a:solidFill>
              <a:prstDash val="solid"/>
            </a:ln>
          </p:spPr>
        </p:sp>
        <p:sp>
          <p:nvSpPr>
            <p:cNvPr id="1133" name="panel2__line_1132"/>
            <p:cNvSpPr/>
            <p:nvPr/>
          </p:nvSpPr>
          <p:spPr>
            <a:xfrm>
              <a:off x="8970887" y="1962150"/>
              <a:ext cx="28726" cy="0"/>
            </a:xfrm>
            <a:prstGeom prst="line">
              <a:avLst/>
            </a:prstGeom>
            <a:noFill/>
            <a:ln w="15240">
              <a:solidFill>
                <a:srgbClr val="42949E"/>
              </a:solidFill>
              <a:prstDash val="solid"/>
            </a:ln>
          </p:spPr>
        </p:sp>
        <p:sp>
          <p:nvSpPr>
            <p:cNvPr id="1134" name="panel2__line_1133"/>
            <p:cNvSpPr/>
            <p:nvPr/>
          </p:nvSpPr>
          <p:spPr>
            <a:xfrm>
              <a:off x="8999613" y="1962150"/>
              <a:ext cx="28726" cy="0"/>
            </a:xfrm>
            <a:prstGeom prst="line">
              <a:avLst/>
            </a:prstGeom>
            <a:noFill/>
            <a:ln w="15240">
              <a:solidFill>
                <a:srgbClr val="42949E"/>
              </a:solidFill>
              <a:prstDash val="solid"/>
            </a:ln>
          </p:spPr>
        </p:sp>
        <p:sp>
          <p:nvSpPr>
            <p:cNvPr id="1135" name="panel2__line_1134"/>
            <p:cNvSpPr/>
            <p:nvPr/>
          </p:nvSpPr>
          <p:spPr>
            <a:xfrm>
              <a:off x="9028339" y="1962150"/>
              <a:ext cx="28726" cy="0"/>
            </a:xfrm>
            <a:prstGeom prst="line">
              <a:avLst/>
            </a:prstGeom>
            <a:noFill/>
            <a:ln w="15240">
              <a:solidFill>
                <a:srgbClr val="42949E"/>
              </a:solidFill>
              <a:prstDash val="solid"/>
            </a:ln>
          </p:spPr>
        </p:sp>
        <p:sp>
          <p:nvSpPr>
            <p:cNvPr id="1136" name="panel2__line_1135"/>
            <p:cNvSpPr/>
            <p:nvPr/>
          </p:nvSpPr>
          <p:spPr>
            <a:xfrm>
              <a:off x="9057065" y="1962150"/>
              <a:ext cx="28726" cy="0"/>
            </a:xfrm>
            <a:prstGeom prst="line">
              <a:avLst/>
            </a:prstGeom>
            <a:noFill/>
            <a:ln w="15240">
              <a:solidFill>
                <a:srgbClr val="42949E"/>
              </a:solidFill>
              <a:prstDash val="solid"/>
            </a:ln>
          </p:spPr>
        </p:sp>
        <p:sp>
          <p:nvSpPr>
            <p:cNvPr id="1137" name="panel2__line_1136"/>
            <p:cNvSpPr/>
            <p:nvPr/>
          </p:nvSpPr>
          <p:spPr>
            <a:xfrm>
              <a:off x="9085792" y="1962150"/>
              <a:ext cx="28726" cy="0"/>
            </a:xfrm>
            <a:prstGeom prst="line">
              <a:avLst/>
            </a:prstGeom>
            <a:noFill/>
            <a:ln w="15240">
              <a:solidFill>
                <a:srgbClr val="42949E"/>
              </a:solidFill>
              <a:prstDash val="solid"/>
            </a:ln>
          </p:spPr>
        </p:sp>
        <p:sp>
          <p:nvSpPr>
            <p:cNvPr id="1138" name="panel2__line_1137"/>
            <p:cNvSpPr/>
            <p:nvPr/>
          </p:nvSpPr>
          <p:spPr>
            <a:xfrm>
              <a:off x="9114518" y="1962150"/>
              <a:ext cx="28726" cy="0"/>
            </a:xfrm>
            <a:prstGeom prst="line">
              <a:avLst/>
            </a:prstGeom>
            <a:noFill/>
            <a:ln w="15240">
              <a:solidFill>
                <a:srgbClr val="42949E"/>
              </a:solidFill>
              <a:prstDash val="solid"/>
            </a:ln>
          </p:spPr>
        </p:sp>
        <p:sp>
          <p:nvSpPr>
            <p:cNvPr id="1139" name="panel2__line_1138"/>
            <p:cNvSpPr/>
            <p:nvPr/>
          </p:nvSpPr>
          <p:spPr>
            <a:xfrm>
              <a:off x="9143244" y="1962150"/>
              <a:ext cx="28726" cy="0"/>
            </a:xfrm>
            <a:prstGeom prst="line">
              <a:avLst/>
            </a:prstGeom>
            <a:noFill/>
            <a:ln w="15240">
              <a:solidFill>
                <a:srgbClr val="42949E"/>
              </a:solidFill>
              <a:prstDash val="solid"/>
            </a:ln>
          </p:spPr>
        </p:sp>
        <p:sp>
          <p:nvSpPr>
            <p:cNvPr id="1140" name="panel2__line_1139"/>
            <p:cNvSpPr/>
            <p:nvPr/>
          </p:nvSpPr>
          <p:spPr>
            <a:xfrm>
              <a:off x="9171970" y="1962150"/>
              <a:ext cx="28726" cy="0"/>
            </a:xfrm>
            <a:prstGeom prst="line">
              <a:avLst/>
            </a:prstGeom>
            <a:noFill/>
            <a:ln w="15240">
              <a:solidFill>
                <a:srgbClr val="42949E"/>
              </a:solidFill>
              <a:prstDash val="solid"/>
            </a:ln>
          </p:spPr>
        </p:sp>
        <p:sp>
          <p:nvSpPr>
            <p:cNvPr id="1141" name="panel2__line_1140"/>
            <p:cNvSpPr/>
            <p:nvPr/>
          </p:nvSpPr>
          <p:spPr>
            <a:xfrm>
              <a:off x="9200696" y="1962150"/>
              <a:ext cx="28726" cy="0"/>
            </a:xfrm>
            <a:prstGeom prst="line">
              <a:avLst/>
            </a:prstGeom>
            <a:noFill/>
            <a:ln w="15240">
              <a:solidFill>
                <a:srgbClr val="42949E"/>
              </a:solidFill>
              <a:prstDash val="solid"/>
            </a:ln>
          </p:spPr>
        </p:sp>
        <p:sp>
          <p:nvSpPr>
            <p:cNvPr id="1142" name="panel2__line_1141"/>
            <p:cNvSpPr/>
            <p:nvPr/>
          </p:nvSpPr>
          <p:spPr>
            <a:xfrm>
              <a:off x="9229423" y="1962150"/>
              <a:ext cx="28726" cy="0"/>
            </a:xfrm>
            <a:prstGeom prst="line">
              <a:avLst/>
            </a:prstGeom>
            <a:noFill/>
            <a:ln w="15240">
              <a:solidFill>
                <a:srgbClr val="42949E"/>
              </a:solidFill>
              <a:prstDash val="solid"/>
            </a:ln>
          </p:spPr>
        </p:sp>
        <p:sp>
          <p:nvSpPr>
            <p:cNvPr id="1143" name="panel2__line_1142"/>
            <p:cNvSpPr/>
            <p:nvPr/>
          </p:nvSpPr>
          <p:spPr>
            <a:xfrm>
              <a:off x="9258149" y="1962150"/>
              <a:ext cx="28726" cy="0"/>
            </a:xfrm>
            <a:prstGeom prst="line">
              <a:avLst/>
            </a:prstGeom>
            <a:noFill/>
            <a:ln w="15240">
              <a:solidFill>
                <a:srgbClr val="42949E"/>
              </a:solidFill>
              <a:prstDash val="solid"/>
            </a:ln>
          </p:spPr>
        </p:sp>
        <p:sp>
          <p:nvSpPr>
            <p:cNvPr id="1144" name="panel2__line_1143"/>
            <p:cNvSpPr/>
            <p:nvPr/>
          </p:nvSpPr>
          <p:spPr>
            <a:xfrm>
              <a:off x="7477125" y="2314575"/>
              <a:ext cx="1809750" cy="0"/>
            </a:xfrm>
            <a:prstGeom prst="line">
              <a:avLst/>
            </a:prstGeom>
            <a:noFill/>
            <a:ln w="6667">
              <a:solidFill>
                <a:srgbClr val="DDE2E6"/>
              </a:solidFill>
              <a:prstDash val="solid"/>
            </a:ln>
          </p:spPr>
        </p:sp>
        <p:sp>
          <p:nvSpPr>
            <p:cNvPr id="1145" name="panel2__line_1144"/>
            <p:cNvSpPr/>
            <p:nvPr/>
          </p:nvSpPr>
          <p:spPr>
            <a:xfrm flipV="1">
              <a:off x="7477125" y="2314575"/>
              <a:ext cx="28726" cy="0"/>
            </a:xfrm>
            <a:prstGeom prst="line">
              <a:avLst/>
            </a:prstGeom>
            <a:noFill/>
            <a:ln w="15240">
              <a:solidFill>
                <a:srgbClr val="9A4D8E"/>
              </a:solidFill>
              <a:prstDash val="solid"/>
            </a:ln>
          </p:spPr>
        </p:sp>
        <p:sp>
          <p:nvSpPr>
            <p:cNvPr id="1146" name="panel2__line_1145"/>
            <p:cNvSpPr/>
            <p:nvPr/>
          </p:nvSpPr>
          <p:spPr>
            <a:xfrm flipV="1">
              <a:off x="7505851" y="2314575"/>
              <a:ext cx="28726" cy="0"/>
            </a:xfrm>
            <a:prstGeom prst="line">
              <a:avLst/>
            </a:prstGeom>
            <a:noFill/>
            <a:ln w="15240">
              <a:solidFill>
                <a:srgbClr val="9A4D8E"/>
              </a:solidFill>
              <a:prstDash val="solid"/>
            </a:ln>
          </p:spPr>
        </p:sp>
        <p:sp>
          <p:nvSpPr>
            <p:cNvPr id="1147" name="panel2__line_1146"/>
            <p:cNvSpPr/>
            <p:nvPr/>
          </p:nvSpPr>
          <p:spPr>
            <a:xfrm flipV="1">
              <a:off x="7534577" y="2314575"/>
              <a:ext cx="28726" cy="0"/>
            </a:xfrm>
            <a:prstGeom prst="line">
              <a:avLst/>
            </a:prstGeom>
            <a:noFill/>
            <a:ln w="15240">
              <a:solidFill>
                <a:srgbClr val="9A4D8E"/>
              </a:solidFill>
              <a:prstDash val="solid"/>
            </a:ln>
          </p:spPr>
        </p:sp>
        <p:sp>
          <p:nvSpPr>
            <p:cNvPr id="1148" name="panel2__line_1147"/>
            <p:cNvSpPr/>
            <p:nvPr/>
          </p:nvSpPr>
          <p:spPr>
            <a:xfrm flipV="1">
              <a:off x="7563304" y="2314575"/>
              <a:ext cx="28726" cy="0"/>
            </a:xfrm>
            <a:prstGeom prst="line">
              <a:avLst/>
            </a:prstGeom>
            <a:noFill/>
            <a:ln w="15240">
              <a:solidFill>
                <a:srgbClr val="9A4D8E"/>
              </a:solidFill>
              <a:prstDash val="solid"/>
            </a:ln>
          </p:spPr>
        </p:sp>
        <p:sp>
          <p:nvSpPr>
            <p:cNvPr id="1149" name="panel2__line_1148"/>
            <p:cNvSpPr/>
            <p:nvPr/>
          </p:nvSpPr>
          <p:spPr>
            <a:xfrm flipV="1">
              <a:off x="7592030" y="2314575"/>
              <a:ext cx="28726" cy="0"/>
            </a:xfrm>
            <a:prstGeom prst="line">
              <a:avLst/>
            </a:prstGeom>
            <a:noFill/>
            <a:ln w="15240">
              <a:solidFill>
                <a:srgbClr val="9A4D8E"/>
              </a:solidFill>
              <a:prstDash val="solid"/>
            </a:ln>
          </p:spPr>
        </p:sp>
        <p:sp>
          <p:nvSpPr>
            <p:cNvPr id="1150" name="panel2__line_1149"/>
            <p:cNvSpPr/>
            <p:nvPr/>
          </p:nvSpPr>
          <p:spPr>
            <a:xfrm flipV="1">
              <a:off x="7620756" y="2314574"/>
              <a:ext cx="28726" cy="0"/>
            </a:xfrm>
            <a:prstGeom prst="line">
              <a:avLst/>
            </a:prstGeom>
            <a:noFill/>
            <a:ln w="15240">
              <a:solidFill>
                <a:srgbClr val="9A4D8E"/>
              </a:solidFill>
              <a:prstDash val="solid"/>
            </a:ln>
          </p:spPr>
        </p:sp>
        <p:sp>
          <p:nvSpPr>
            <p:cNvPr id="1151" name="panel2__line_1150"/>
            <p:cNvSpPr/>
            <p:nvPr/>
          </p:nvSpPr>
          <p:spPr>
            <a:xfrm flipV="1">
              <a:off x="7649482" y="2314573"/>
              <a:ext cx="28726" cy="1"/>
            </a:xfrm>
            <a:prstGeom prst="line">
              <a:avLst/>
            </a:prstGeom>
            <a:noFill/>
            <a:ln w="15240">
              <a:solidFill>
                <a:srgbClr val="9A4D8E"/>
              </a:solidFill>
              <a:prstDash val="solid"/>
            </a:ln>
          </p:spPr>
        </p:sp>
        <p:sp>
          <p:nvSpPr>
            <p:cNvPr id="1152" name="panel2__line_1151"/>
            <p:cNvSpPr/>
            <p:nvPr/>
          </p:nvSpPr>
          <p:spPr>
            <a:xfrm flipV="1">
              <a:off x="7678208" y="2314570"/>
              <a:ext cx="28726" cy="3"/>
            </a:xfrm>
            <a:prstGeom prst="line">
              <a:avLst/>
            </a:prstGeom>
            <a:noFill/>
            <a:ln w="15240">
              <a:solidFill>
                <a:srgbClr val="9A4D8E"/>
              </a:solidFill>
              <a:prstDash val="solid"/>
            </a:ln>
          </p:spPr>
        </p:sp>
        <p:sp>
          <p:nvSpPr>
            <p:cNvPr id="1153" name="panel2__line_1152"/>
            <p:cNvSpPr/>
            <p:nvPr/>
          </p:nvSpPr>
          <p:spPr>
            <a:xfrm flipV="1">
              <a:off x="7706935" y="2314562"/>
              <a:ext cx="28726" cy="8"/>
            </a:xfrm>
            <a:prstGeom prst="line">
              <a:avLst/>
            </a:prstGeom>
            <a:noFill/>
            <a:ln w="15240">
              <a:solidFill>
                <a:srgbClr val="9A4D8E"/>
              </a:solidFill>
              <a:prstDash val="solid"/>
            </a:ln>
          </p:spPr>
        </p:sp>
        <p:sp>
          <p:nvSpPr>
            <p:cNvPr id="1154" name="panel2__line_1153"/>
            <p:cNvSpPr/>
            <p:nvPr/>
          </p:nvSpPr>
          <p:spPr>
            <a:xfrm flipV="1">
              <a:off x="7735661" y="2314544"/>
              <a:ext cx="28726" cy="18"/>
            </a:xfrm>
            <a:prstGeom prst="line">
              <a:avLst/>
            </a:prstGeom>
            <a:noFill/>
            <a:ln w="15240">
              <a:solidFill>
                <a:srgbClr val="9A4D8E"/>
              </a:solidFill>
              <a:prstDash val="solid"/>
            </a:ln>
          </p:spPr>
        </p:sp>
        <p:sp>
          <p:nvSpPr>
            <p:cNvPr id="1155" name="panel2__line_1154"/>
            <p:cNvSpPr/>
            <p:nvPr/>
          </p:nvSpPr>
          <p:spPr>
            <a:xfrm flipV="1">
              <a:off x="7764387" y="2314504"/>
              <a:ext cx="28726" cy="40"/>
            </a:xfrm>
            <a:prstGeom prst="line">
              <a:avLst/>
            </a:prstGeom>
            <a:noFill/>
            <a:ln w="15240">
              <a:solidFill>
                <a:srgbClr val="9A4D8E"/>
              </a:solidFill>
              <a:prstDash val="solid"/>
            </a:ln>
          </p:spPr>
        </p:sp>
        <p:sp>
          <p:nvSpPr>
            <p:cNvPr id="1156" name="panel2__line_1155"/>
            <p:cNvSpPr/>
            <p:nvPr/>
          </p:nvSpPr>
          <p:spPr>
            <a:xfrm flipV="1">
              <a:off x="7793113" y="2314420"/>
              <a:ext cx="28726" cy="85"/>
            </a:xfrm>
            <a:prstGeom prst="line">
              <a:avLst/>
            </a:prstGeom>
            <a:noFill/>
            <a:ln w="15240">
              <a:solidFill>
                <a:srgbClr val="9A4D8E"/>
              </a:solidFill>
              <a:prstDash val="solid"/>
            </a:ln>
          </p:spPr>
        </p:sp>
        <p:sp>
          <p:nvSpPr>
            <p:cNvPr id="1157" name="panel2__line_1156"/>
            <p:cNvSpPr/>
            <p:nvPr/>
          </p:nvSpPr>
          <p:spPr>
            <a:xfrm flipV="1">
              <a:off x="7821839" y="2314247"/>
              <a:ext cx="28726" cy="173"/>
            </a:xfrm>
            <a:prstGeom prst="line">
              <a:avLst/>
            </a:prstGeom>
            <a:noFill/>
            <a:ln w="15240">
              <a:solidFill>
                <a:srgbClr val="9A4D8E"/>
              </a:solidFill>
              <a:prstDash val="solid"/>
            </a:ln>
          </p:spPr>
        </p:sp>
        <p:sp>
          <p:nvSpPr>
            <p:cNvPr id="1158" name="panel2__line_1157"/>
            <p:cNvSpPr/>
            <p:nvPr/>
          </p:nvSpPr>
          <p:spPr>
            <a:xfrm flipV="1">
              <a:off x="7850565" y="2313909"/>
              <a:ext cx="28726" cy="338"/>
            </a:xfrm>
            <a:prstGeom prst="line">
              <a:avLst/>
            </a:prstGeom>
            <a:noFill/>
            <a:ln w="15240">
              <a:solidFill>
                <a:srgbClr val="9A4D8E"/>
              </a:solidFill>
              <a:prstDash val="solid"/>
            </a:ln>
          </p:spPr>
        </p:sp>
        <p:sp>
          <p:nvSpPr>
            <p:cNvPr id="1159" name="panel2__line_1158"/>
            <p:cNvSpPr/>
            <p:nvPr/>
          </p:nvSpPr>
          <p:spPr>
            <a:xfrm flipV="1">
              <a:off x="7879292" y="2313275"/>
              <a:ext cx="28726" cy="634"/>
            </a:xfrm>
            <a:prstGeom prst="line">
              <a:avLst/>
            </a:prstGeom>
            <a:noFill/>
            <a:ln w="15240">
              <a:solidFill>
                <a:srgbClr val="9A4D8E"/>
              </a:solidFill>
              <a:prstDash val="solid"/>
            </a:ln>
          </p:spPr>
        </p:sp>
        <p:sp>
          <p:nvSpPr>
            <p:cNvPr id="1160" name="panel2__line_1159"/>
            <p:cNvSpPr/>
            <p:nvPr/>
          </p:nvSpPr>
          <p:spPr>
            <a:xfrm flipV="1">
              <a:off x="7908018" y="2312135"/>
              <a:ext cx="28726" cy="1141"/>
            </a:xfrm>
            <a:prstGeom prst="line">
              <a:avLst/>
            </a:prstGeom>
            <a:noFill/>
            <a:ln w="15240">
              <a:solidFill>
                <a:srgbClr val="9A4D8E"/>
              </a:solidFill>
              <a:prstDash val="solid"/>
            </a:ln>
          </p:spPr>
        </p:sp>
        <p:sp>
          <p:nvSpPr>
            <p:cNvPr id="1161" name="panel2__line_1160"/>
            <p:cNvSpPr/>
            <p:nvPr/>
          </p:nvSpPr>
          <p:spPr>
            <a:xfrm flipV="1">
              <a:off x="7936744" y="2310170"/>
              <a:ext cx="28726" cy="1964"/>
            </a:xfrm>
            <a:prstGeom prst="line">
              <a:avLst/>
            </a:prstGeom>
            <a:noFill/>
            <a:ln w="15240">
              <a:solidFill>
                <a:srgbClr val="9A4D8E"/>
              </a:solidFill>
              <a:prstDash val="solid"/>
            </a:ln>
          </p:spPr>
        </p:sp>
        <p:sp>
          <p:nvSpPr>
            <p:cNvPr id="1162" name="panel2__line_1161"/>
            <p:cNvSpPr/>
            <p:nvPr/>
          </p:nvSpPr>
          <p:spPr>
            <a:xfrm flipV="1">
              <a:off x="7965470" y="2306932"/>
              <a:ext cx="28726" cy="3239"/>
            </a:xfrm>
            <a:prstGeom prst="line">
              <a:avLst/>
            </a:prstGeom>
            <a:noFill/>
            <a:ln w="15240">
              <a:solidFill>
                <a:srgbClr val="9A4D8E"/>
              </a:solidFill>
              <a:prstDash val="solid"/>
            </a:ln>
          </p:spPr>
        </p:sp>
        <p:sp>
          <p:nvSpPr>
            <p:cNvPr id="1163" name="panel2__line_1162"/>
            <p:cNvSpPr/>
            <p:nvPr/>
          </p:nvSpPr>
          <p:spPr>
            <a:xfrm flipV="1">
              <a:off x="7994196" y="2301824"/>
              <a:ext cx="28726" cy="5108"/>
            </a:xfrm>
            <a:prstGeom prst="line">
              <a:avLst/>
            </a:prstGeom>
            <a:noFill/>
            <a:ln w="15240">
              <a:solidFill>
                <a:srgbClr val="9A4D8E"/>
              </a:solidFill>
              <a:prstDash val="solid"/>
            </a:ln>
          </p:spPr>
        </p:sp>
        <p:sp>
          <p:nvSpPr>
            <p:cNvPr id="1164" name="panel2__line_1163"/>
            <p:cNvSpPr/>
            <p:nvPr/>
          </p:nvSpPr>
          <p:spPr>
            <a:xfrm flipV="1">
              <a:off x="8022923" y="2294124"/>
              <a:ext cx="28726" cy="7700"/>
            </a:xfrm>
            <a:prstGeom prst="line">
              <a:avLst/>
            </a:prstGeom>
            <a:noFill/>
            <a:ln w="15240">
              <a:solidFill>
                <a:srgbClr val="9A4D8E"/>
              </a:solidFill>
              <a:prstDash val="solid"/>
            </a:ln>
          </p:spPr>
        </p:sp>
        <p:sp>
          <p:nvSpPr>
            <p:cNvPr id="1165" name="panel2__line_1164"/>
            <p:cNvSpPr/>
            <p:nvPr/>
          </p:nvSpPr>
          <p:spPr>
            <a:xfrm flipV="1">
              <a:off x="8051649" y="2283041"/>
              <a:ext cx="28726" cy="11083"/>
            </a:xfrm>
            <a:prstGeom prst="line">
              <a:avLst/>
            </a:prstGeom>
            <a:noFill/>
            <a:ln w="15240">
              <a:solidFill>
                <a:srgbClr val="9A4D8E"/>
              </a:solidFill>
              <a:prstDash val="solid"/>
            </a:ln>
          </p:spPr>
        </p:sp>
        <p:sp>
          <p:nvSpPr>
            <p:cNvPr id="1166" name="panel2__line_1165"/>
            <p:cNvSpPr/>
            <p:nvPr/>
          </p:nvSpPr>
          <p:spPr>
            <a:xfrm flipV="1">
              <a:off x="8080375" y="2267828"/>
              <a:ext cx="28726" cy="15213"/>
            </a:xfrm>
            <a:prstGeom prst="line">
              <a:avLst/>
            </a:prstGeom>
            <a:noFill/>
            <a:ln w="15240">
              <a:solidFill>
                <a:srgbClr val="9A4D8E"/>
              </a:solidFill>
              <a:prstDash val="solid"/>
            </a:ln>
          </p:spPr>
        </p:sp>
        <p:sp>
          <p:nvSpPr>
            <p:cNvPr id="1167" name="panel2__line_1166"/>
            <p:cNvSpPr/>
            <p:nvPr/>
          </p:nvSpPr>
          <p:spPr>
            <a:xfrm flipV="1">
              <a:off x="8109101" y="2247951"/>
              <a:ext cx="28726" cy="19877"/>
            </a:xfrm>
            <a:prstGeom prst="line">
              <a:avLst/>
            </a:prstGeom>
            <a:noFill/>
            <a:ln w="15240">
              <a:solidFill>
                <a:srgbClr val="9A4D8E"/>
              </a:solidFill>
              <a:prstDash val="solid"/>
            </a:ln>
          </p:spPr>
        </p:sp>
        <p:sp>
          <p:nvSpPr>
            <p:cNvPr id="1168" name="panel2__line_1167"/>
            <p:cNvSpPr/>
            <p:nvPr/>
          </p:nvSpPr>
          <p:spPr>
            <a:xfrm flipV="1">
              <a:off x="8137827" y="2223289"/>
              <a:ext cx="28726" cy="24663"/>
            </a:xfrm>
            <a:prstGeom prst="line">
              <a:avLst/>
            </a:prstGeom>
            <a:noFill/>
            <a:ln w="15240">
              <a:solidFill>
                <a:srgbClr val="9A4D8E"/>
              </a:solidFill>
              <a:prstDash val="solid"/>
            </a:ln>
          </p:spPr>
        </p:sp>
        <p:sp>
          <p:nvSpPr>
            <p:cNvPr id="1169" name="panel2__line_1168"/>
            <p:cNvSpPr/>
            <p:nvPr/>
          </p:nvSpPr>
          <p:spPr>
            <a:xfrm flipV="1">
              <a:off x="8166554" y="2194325"/>
              <a:ext cx="28726" cy="28964"/>
            </a:xfrm>
            <a:prstGeom prst="line">
              <a:avLst/>
            </a:prstGeom>
            <a:noFill/>
            <a:ln w="15240">
              <a:solidFill>
                <a:srgbClr val="9A4D8E"/>
              </a:solidFill>
              <a:prstDash val="solid"/>
            </a:ln>
          </p:spPr>
        </p:sp>
        <p:sp>
          <p:nvSpPr>
            <p:cNvPr id="1170" name="panel2__line_1169"/>
            <p:cNvSpPr/>
            <p:nvPr/>
          </p:nvSpPr>
          <p:spPr>
            <a:xfrm flipV="1">
              <a:off x="8195280" y="2162286"/>
              <a:ext cx="28726" cy="32039"/>
            </a:xfrm>
            <a:prstGeom prst="line">
              <a:avLst/>
            </a:prstGeom>
            <a:noFill/>
            <a:ln w="15240">
              <a:solidFill>
                <a:srgbClr val="9A4D8E"/>
              </a:solidFill>
              <a:prstDash val="solid"/>
            </a:ln>
          </p:spPr>
        </p:sp>
        <p:sp>
          <p:nvSpPr>
            <p:cNvPr id="1171" name="panel2__line_1170"/>
            <p:cNvSpPr/>
            <p:nvPr/>
          </p:nvSpPr>
          <p:spPr>
            <a:xfrm flipV="1">
              <a:off x="8224006" y="2129156"/>
              <a:ext cx="28726" cy="33130"/>
            </a:xfrm>
            <a:prstGeom prst="line">
              <a:avLst/>
            </a:prstGeom>
            <a:noFill/>
            <a:ln w="15240">
              <a:solidFill>
                <a:srgbClr val="9A4D8E"/>
              </a:solidFill>
              <a:prstDash val="solid"/>
            </a:ln>
          </p:spPr>
        </p:sp>
        <p:sp>
          <p:nvSpPr>
            <p:cNvPr id="1172" name="panel2__line_1171"/>
            <p:cNvSpPr/>
            <p:nvPr/>
          </p:nvSpPr>
          <p:spPr>
            <a:xfrm flipV="1">
              <a:off x="8252732" y="2097533"/>
              <a:ext cx="28726" cy="31623"/>
            </a:xfrm>
            <a:prstGeom prst="line">
              <a:avLst/>
            </a:prstGeom>
            <a:noFill/>
            <a:ln w="15240">
              <a:solidFill>
                <a:srgbClr val="9A4D8E"/>
              </a:solidFill>
              <a:prstDash val="solid"/>
            </a:ln>
          </p:spPr>
        </p:sp>
        <p:sp>
          <p:nvSpPr>
            <p:cNvPr id="1173" name="panel2__line_1172"/>
            <p:cNvSpPr/>
            <p:nvPr/>
          </p:nvSpPr>
          <p:spPr>
            <a:xfrm flipV="1">
              <a:off x="8281458" y="2070325"/>
              <a:ext cx="28726" cy="27208"/>
            </a:xfrm>
            <a:prstGeom prst="line">
              <a:avLst/>
            </a:prstGeom>
            <a:noFill/>
            <a:ln w="15240">
              <a:solidFill>
                <a:srgbClr val="9A4D8E"/>
              </a:solidFill>
              <a:prstDash val="solid"/>
            </a:ln>
          </p:spPr>
        </p:sp>
        <p:sp>
          <p:nvSpPr>
            <p:cNvPr id="1174" name="panel2__line_1173"/>
            <p:cNvSpPr/>
            <p:nvPr/>
          </p:nvSpPr>
          <p:spPr>
            <a:xfrm flipV="1">
              <a:off x="8310185" y="2050317"/>
              <a:ext cx="28726" cy="20008"/>
            </a:xfrm>
            <a:prstGeom prst="line">
              <a:avLst/>
            </a:prstGeom>
            <a:noFill/>
            <a:ln w="15240">
              <a:solidFill>
                <a:srgbClr val="9A4D8E"/>
              </a:solidFill>
              <a:prstDash val="solid"/>
            </a:ln>
          </p:spPr>
        </p:sp>
        <p:sp>
          <p:nvSpPr>
            <p:cNvPr id="1175" name="panel2__line_1174"/>
            <p:cNvSpPr/>
            <p:nvPr/>
          </p:nvSpPr>
          <p:spPr>
            <a:xfrm flipV="1">
              <a:off x="8338911" y="2039706"/>
              <a:ext cx="28726" cy="10611"/>
            </a:xfrm>
            <a:prstGeom prst="line">
              <a:avLst/>
            </a:prstGeom>
            <a:noFill/>
            <a:ln w="15240">
              <a:solidFill>
                <a:srgbClr val="9A4D8E"/>
              </a:solidFill>
              <a:prstDash val="solid"/>
            </a:ln>
          </p:spPr>
        </p:sp>
        <p:sp>
          <p:nvSpPr>
            <p:cNvPr id="1176" name="panel2__line_1175"/>
            <p:cNvSpPr/>
            <p:nvPr/>
          </p:nvSpPr>
          <p:spPr>
            <a:xfrm>
              <a:off x="8367637" y="2039706"/>
              <a:ext cx="28726" cy="0"/>
            </a:xfrm>
            <a:prstGeom prst="line">
              <a:avLst/>
            </a:prstGeom>
            <a:noFill/>
            <a:ln w="15240">
              <a:solidFill>
                <a:srgbClr val="9A4D8E"/>
              </a:solidFill>
              <a:prstDash val="solid"/>
            </a:ln>
          </p:spPr>
        </p:sp>
        <p:sp>
          <p:nvSpPr>
            <p:cNvPr id="1177" name="panel2__line_1176"/>
            <p:cNvSpPr/>
            <p:nvPr/>
          </p:nvSpPr>
          <p:spPr>
            <a:xfrm>
              <a:off x="8396363" y="2039706"/>
              <a:ext cx="28726" cy="10611"/>
            </a:xfrm>
            <a:prstGeom prst="line">
              <a:avLst/>
            </a:prstGeom>
            <a:noFill/>
            <a:ln w="15240">
              <a:solidFill>
                <a:srgbClr val="9A4D8E"/>
              </a:solidFill>
              <a:prstDash val="solid"/>
            </a:ln>
          </p:spPr>
        </p:sp>
        <p:sp>
          <p:nvSpPr>
            <p:cNvPr id="1178" name="panel2__line_1177"/>
            <p:cNvSpPr/>
            <p:nvPr/>
          </p:nvSpPr>
          <p:spPr>
            <a:xfrm>
              <a:off x="8425089" y="2050317"/>
              <a:ext cx="28726" cy="20008"/>
            </a:xfrm>
            <a:prstGeom prst="line">
              <a:avLst/>
            </a:prstGeom>
            <a:noFill/>
            <a:ln w="15240">
              <a:solidFill>
                <a:srgbClr val="9A4D8E"/>
              </a:solidFill>
              <a:prstDash val="solid"/>
            </a:ln>
          </p:spPr>
        </p:sp>
        <p:sp>
          <p:nvSpPr>
            <p:cNvPr id="1179" name="panel2__line_1178"/>
            <p:cNvSpPr/>
            <p:nvPr/>
          </p:nvSpPr>
          <p:spPr>
            <a:xfrm>
              <a:off x="8453815" y="2070325"/>
              <a:ext cx="28726" cy="27208"/>
            </a:xfrm>
            <a:prstGeom prst="line">
              <a:avLst/>
            </a:prstGeom>
            <a:noFill/>
            <a:ln w="15240">
              <a:solidFill>
                <a:srgbClr val="9A4D8E"/>
              </a:solidFill>
              <a:prstDash val="solid"/>
            </a:ln>
          </p:spPr>
        </p:sp>
        <p:sp>
          <p:nvSpPr>
            <p:cNvPr id="1180" name="panel2__line_1179"/>
            <p:cNvSpPr/>
            <p:nvPr/>
          </p:nvSpPr>
          <p:spPr>
            <a:xfrm>
              <a:off x="8482542" y="2097533"/>
              <a:ext cx="28726" cy="31623"/>
            </a:xfrm>
            <a:prstGeom prst="line">
              <a:avLst/>
            </a:prstGeom>
            <a:noFill/>
            <a:ln w="15240">
              <a:solidFill>
                <a:srgbClr val="9A4D8E"/>
              </a:solidFill>
              <a:prstDash val="solid"/>
            </a:ln>
          </p:spPr>
        </p:sp>
        <p:sp>
          <p:nvSpPr>
            <p:cNvPr id="1181" name="panel2__line_1180"/>
            <p:cNvSpPr/>
            <p:nvPr/>
          </p:nvSpPr>
          <p:spPr>
            <a:xfrm>
              <a:off x="8511268" y="2129156"/>
              <a:ext cx="28726" cy="33130"/>
            </a:xfrm>
            <a:prstGeom prst="line">
              <a:avLst/>
            </a:prstGeom>
            <a:noFill/>
            <a:ln w="15240">
              <a:solidFill>
                <a:srgbClr val="9A4D8E"/>
              </a:solidFill>
              <a:prstDash val="solid"/>
            </a:ln>
          </p:spPr>
        </p:sp>
        <p:sp>
          <p:nvSpPr>
            <p:cNvPr id="1182" name="panel2__line_1181"/>
            <p:cNvSpPr/>
            <p:nvPr/>
          </p:nvSpPr>
          <p:spPr>
            <a:xfrm>
              <a:off x="8539994" y="2162286"/>
              <a:ext cx="28726" cy="32039"/>
            </a:xfrm>
            <a:prstGeom prst="line">
              <a:avLst/>
            </a:prstGeom>
            <a:noFill/>
            <a:ln w="15240">
              <a:solidFill>
                <a:srgbClr val="9A4D8E"/>
              </a:solidFill>
              <a:prstDash val="solid"/>
            </a:ln>
          </p:spPr>
        </p:sp>
        <p:sp>
          <p:nvSpPr>
            <p:cNvPr id="1183" name="panel2__line_1182"/>
            <p:cNvSpPr/>
            <p:nvPr/>
          </p:nvSpPr>
          <p:spPr>
            <a:xfrm>
              <a:off x="8568720" y="2194325"/>
              <a:ext cx="28726" cy="28964"/>
            </a:xfrm>
            <a:prstGeom prst="line">
              <a:avLst/>
            </a:prstGeom>
            <a:noFill/>
            <a:ln w="15240">
              <a:solidFill>
                <a:srgbClr val="9A4D8E"/>
              </a:solidFill>
              <a:prstDash val="solid"/>
            </a:ln>
          </p:spPr>
        </p:sp>
        <p:sp>
          <p:nvSpPr>
            <p:cNvPr id="1184" name="panel2__line_1183"/>
            <p:cNvSpPr/>
            <p:nvPr/>
          </p:nvSpPr>
          <p:spPr>
            <a:xfrm>
              <a:off x="8597446" y="2223289"/>
              <a:ext cx="28726" cy="24663"/>
            </a:xfrm>
            <a:prstGeom prst="line">
              <a:avLst/>
            </a:prstGeom>
            <a:noFill/>
            <a:ln w="15240">
              <a:solidFill>
                <a:srgbClr val="9A4D8E"/>
              </a:solidFill>
              <a:prstDash val="solid"/>
            </a:ln>
          </p:spPr>
        </p:sp>
        <p:sp>
          <p:nvSpPr>
            <p:cNvPr id="1185" name="panel2__line_1184"/>
            <p:cNvSpPr/>
            <p:nvPr/>
          </p:nvSpPr>
          <p:spPr>
            <a:xfrm>
              <a:off x="8626173" y="2247951"/>
              <a:ext cx="28726" cy="19877"/>
            </a:xfrm>
            <a:prstGeom prst="line">
              <a:avLst/>
            </a:prstGeom>
            <a:noFill/>
            <a:ln w="15240">
              <a:solidFill>
                <a:srgbClr val="9A4D8E"/>
              </a:solidFill>
              <a:prstDash val="solid"/>
            </a:ln>
          </p:spPr>
        </p:sp>
        <p:sp>
          <p:nvSpPr>
            <p:cNvPr id="1186" name="panel2__line_1185"/>
            <p:cNvSpPr/>
            <p:nvPr/>
          </p:nvSpPr>
          <p:spPr>
            <a:xfrm>
              <a:off x="8654899" y="2267828"/>
              <a:ext cx="28726" cy="15213"/>
            </a:xfrm>
            <a:prstGeom prst="line">
              <a:avLst/>
            </a:prstGeom>
            <a:noFill/>
            <a:ln w="15240">
              <a:solidFill>
                <a:srgbClr val="9A4D8E"/>
              </a:solidFill>
              <a:prstDash val="solid"/>
            </a:ln>
          </p:spPr>
        </p:sp>
        <p:sp>
          <p:nvSpPr>
            <p:cNvPr id="1187" name="panel2__line_1186"/>
            <p:cNvSpPr/>
            <p:nvPr/>
          </p:nvSpPr>
          <p:spPr>
            <a:xfrm>
              <a:off x="8683625" y="2283041"/>
              <a:ext cx="28726" cy="11083"/>
            </a:xfrm>
            <a:prstGeom prst="line">
              <a:avLst/>
            </a:prstGeom>
            <a:noFill/>
            <a:ln w="15240">
              <a:solidFill>
                <a:srgbClr val="9A4D8E"/>
              </a:solidFill>
              <a:prstDash val="solid"/>
            </a:ln>
          </p:spPr>
        </p:sp>
        <p:sp>
          <p:nvSpPr>
            <p:cNvPr id="1188" name="panel2__line_1187"/>
            <p:cNvSpPr/>
            <p:nvPr/>
          </p:nvSpPr>
          <p:spPr>
            <a:xfrm>
              <a:off x="8712351" y="2294124"/>
              <a:ext cx="28726" cy="7700"/>
            </a:xfrm>
            <a:prstGeom prst="line">
              <a:avLst/>
            </a:prstGeom>
            <a:noFill/>
            <a:ln w="15240">
              <a:solidFill>
                <a:srgbClr val="9A4D8E"/>
              </a:solidFill>
              <a:prstDash val="solid"/>
            </a:ln>
          </p:spPr>
        </p:sp>
        <p:sp>
          <p:nvSpPr>
            <p:cNvPr id="1189" name="panel2__line_1188"/>
            <p:cNvSpPr/>
            <p:nvPr/>
          </p:nvSpPr>
          <p:spPr>
            <a:xfrm>
              <a:off x="8741077" y="2301824"/>
              <a:ext cx="28726" cy="5108"/>
            </a:xfrm>
            <a:prstGeom prst="line">
              <a:avLst/>
            </a:prstGeom>
            <a:noFill/>
            <a:ln w="15240">
              <a:solidFill>
                <a:srgbClr val="9A4D8E"/>
              </a:solidFill>
              <a:prstDash val="solid"/>
            </a:ln>
          </p:spPr>
        </p:sp>
        <p:sp>
          <p:nvSpPr>
            <p:cNvPr id="1190" name="panel2__line_1189"/>
            <p:cNvSpPr/>
            <p:nvPr/>
          </p:nvSpPr>
          <p:spPr>
            <a:xfrm>
              <a:off x="8769804" y="2306932"/>
              <a:ext cx="28726" cy="3239"/>
            </a:xfrm>
            <a:prstGeom prst="line">
              <a:avLst/>
            </a:prstGeom>
            <a:noFill/>
            <a:ln w="15240">
              <a:solidFill>
                <a:srgbClr val="9A4D8E"/>
              </a:solidFill>
              <a:prstDash val="solid"/>
            </a:ln>
          </p:spPr>
        </p:sp>
        <p:sp>
          <p:nvSpPr>
            <p:cNvPr id="1191" name="panel2__line_1190"/>
            <p:cNvSpPr/>
            <p:nvPr/>
          </p:nvSpPr>
          <p:spPr>
            <a:xfrm>
              <a:off x="8798530" y="2310170"/>
              <a:ext cx="28726" cy="1964"/>
            </a:xfrm>
            <a:prstGeom prst="line">
              <a:avLst/>
            </a:prstGeom>
            <a:noFill/>
            <a:ln w="15240">
              <a:solidFill>
                <a:srgbClr val="9A4D8E"/>
              </a:solidFill>
              <a:prstDash val="solid"/>
            </a:ln>
          </p:spPr>
        </p:sp>
        <p:sp>
          <p:nvSpPr>
            <p:cNvPr id="1192" name="panel2__line_1191"/>
            <p:cNvSpPr/>
            <p:nvPr/>
          </p:nvSpPr>
          <p:spPr>
            <a:xfrm>
              <a:off x="8827256" y="2312135"/>
              <a:ext cx="28726" cy="1141"/>
            </a:xfrm>
            <a:prstGeom prst="line">
              <a:avLst/>
            </a:prstGeom>
            <a:noFill/>
            <a:ln w="15240">
              <a:solidFill>
                <a:srgbClr val="9A4D8E"/>
              </a:solidFill>
              <a:prstDash val="solid"/>
            </a:ln>
          </p:spPr>
        </p:sp>
        <p:sp>
          <p:nvSpPr>
            <p:cNvPr id="1193" name="panel2__line_1192"/>
            <p:cNvSpPr/>
            <p:nvPr/>
          </p:nvSpPr>
          <p:spPr>
            <a:xfrm>
              <a:off x="8855982" y="2313275"/>
              <a:ext cx="28726" cy="634"/>
            </a:xfrm>
            <a:prstGeom prst="line">
              <a:avLst/>
            </a:prstGeom>
            <a:noFill/>
            <a:ln w="15240">
              <a:solidFill>
                <a:srgbClr val="9A4D8E"/>
              </a:solidFill>
              <a:prstDash val="solid"/>
            </a:ln>
          </p:spPr>
        </p:sp>
        <p:sp>
          <p:nvSpPr>
            <p:cNvPr id="1194" name="panel2__line_1193"/>
            <p:cNvSpPr/>
            <p:nvPr/>
          </p:nvSpPr>
          <p:spPr>
            <a:xfrm>
              <a:off x="8884708" y="2313909"/>
              <a:ext cx="28726" cy="338"/>
            </a:xfrm>
            <a:prstGeom prst="line">
              <a:avLst/>
            </a:prstGeom>
            <a:noFill/>
            <a:ln w="15240">
              <a:solidFill>
                <a:srgbClr val="9A4D8E"/>
              </a:solidFill>
              <a:prstDash val="solid"/>
            </a:ln>
          </p:spPr>
        </p:sp>
        <p:sp>
          <p:nvSpPr>
            <p:cNvPr id="1195" name="panel2__line_1194"/>
            <p:cNvSpPr/>
            <p:nvPr/>
          </p:nvSpPr>
          <p:spPr>
            <a:xfrm>
              <a:off x="8913435" y="2314247"/>
              <a:ext cx="28726" cy="173"/>
            </a:xfrm>
            <a:prstGeom prst="line">
              <a:avLst/>
            </a:prstGeom>
            <a:noFill/>
            <a:ln w="15240">
              <a:solidFill>
                <a:srgbClr val="9A4D8E"/>
              </a:solidFill>
              <a:prstDash val="solid"/>
            </a:ln>
          </p:spPr>
        </p:sp>
        <p:sp>
          <p:nvSpPr>
            <p:cNvPr id="1196" name="panel2__line_1195"/>
            <p:cNvSpPr/>
            <p:nvPr/>
          </p:nvSpPr>
          <p:spPr>
            <a:xfrm>
              <a:off x="8942161" y="2314420"/>
              <a:ext cx="28726" cy="85"/>
            </a:xfrm>
            <a:prstGeom prst="line">
              <a:avLst/>
            </a:prstGeom>
            <a:noFill/>
            <a:ln w="15240">
              <a:solidFill>
                <a:srgbClr val="9A4D8E"/>
              </a:solidFill>
              <a:prstDash val="solid"/>
            </a:ln>
          </p:spPr>
        </p:sp>
        <p:sp>
          <p:nvSpPr>
            <p:cNvPr id="1197" name="panel2__line_1196"/>
            <p:cNvSpPr/>
            <p:nvPr/>
          </p:nvSpPr>
          <p:spPr>
            <a:xfrm>
              <a:off x="8970887" y="2314504"/>
              <a:ext cx="28726" cy="40"/>
            </a:xfrm>
            <a:prstGeom prst="line">
              <a:avLst/>
            </a:prstGeom>
            <a:noFill/>
            <a:ln w="15240">
              <a:solidFill>
                <a:srgbClr val="9A4D8E"/>
              </a:solidFill>
              <a:prstDash val="solid"/>
            </a:ln>
          </p:spPr>
        </p:sp>
        <p:sp>
          <p:nvSpPr>
            <p:cNvPr id="1198" name="panel2__line_1197"/>
            <p:cNvSpPr/>
            <p:nvPr/>
          </p:nvSpPr>
          <p:spPr>
            <a:xfrm>
              <a:off x="8999613" y="2314544"/>
              <a:ext cx="28726" cy="18"/>
            </a:xfrm>
            <a:prstGeom prst="line">
              <a:avLst/>
            </a:prstGeom>
            <a:noFill/>
            <a:ln w="15240">
              <a:solidFill>
                <a:srgbClr val="9A4D8E"/>
              </a:solidFill>
              <a:prstDash val="solid"/>
            </a:ln>
          </p:spPr>
        </p:sp>
        <p:sp>
          <p:nvSpPr>
            <p:cNvPr id="1199" name="panel2__line_1198"/>
            <p:cNvSpPr/>
            <p:nvPr/>
          </p:nvSpPr>
          <p:spPr>
            <a:xfrm>
              <a:off x="9028339" y="2314562"/>
              <a:ext cx="28726" cy="8"/>
            </a:xfrm>
            <a:prstGeom prst="line">
              <a:avLst/>
            </a:prstGeom>
            <a:noFill/>
            <a:ln w="15240">
              <a:solidFill>
                <a:srgbClr val="9A4D8E"/>
              </a:solidFill>
              <a:prstDash val="solid"/>
            </a:ln>
          </p:spPr>
        </p:sp>
        <p:sp>
          <p:nvSpPr>
            <p:cNvPr id="1200" name="panel2__line_1199"/>
            <p:cNvSpPr/>
            <p:nvPr/>
          </p:nvSpPr>
          <p:spPr>
            <a:xfrm>
              <a:off x="9057065" y="2314570"/>
              <a:ext cx="28726" cy="3"/>
            </a:xfrm>
            <a:prstGeom prst="line">
              <a:avLst/>
            </a:prstGeom>
            <a:noFill/>
            <a:ln w="15240">
              <a:solidFill>
                <a:srgbClr val="9A4D8E"/>
              </a:solidFill>
              <a:prstDash val="solid"/>
            </a:ln>
          </p:spPr>
        </p:sp>
        <p:sp>
          <p:nvSpPr>
            <p:cNvPr id="1201" name="panel2__line_1200"/>
            <p:cNvSpPr/>
            <p:nvPr/>
          </p:nvSpPr>
          <p:spPr>
            <a:xfrm>
              <a:off x="9085792" y="2314573"/>
              <a:ext cx="28726" cy="1"/>
            </a:xfrm>
            <a:prstGeom prst="line">
              <a:avLst/>
            </a:prstGeom>
            <a:noFill/>
            <a:ln w="15240">
              <a:solidFill>
                <a:srgbClr val="9A4D8E"/>
              </a:solidFill>
              <a:prstDash val="solid"/>
            </a:ln>
          </p:spPr>
        </p:sp>
        <p:sp>
          <p:nvSpPr>
            <p:cNvPr id="1202" name="panel2__line_1201"/>
            <p:cNvSpPr/>
            <p:nvPr/>
          </p:nvSpPr>
          <p:spPr>
            <a:xfrm>
              <a:off x="9114518" y="2314574"/>
              <a:ext cx="28726" cy="0"/>
            </a:xfrm>
            <a:prstGeom prst="line">
              <a:avLst/>
            </a:prstGeom>
            <a:noFill/>
            <a:ln w="15240">
              <a:solidFill>
                <a:srgbClr val="9A4D8E"/>
              </a:solidFill>
              <a:prstDash val="solid"/>
            </a:ln>
          </p:spPr>
        </p:sp>
        <p:sp>
          <p:nvSpPr>
            <p:cNvPr id="1203" name="panel2__line_1202"/>
            <p:cNvSpPr/>
            <p:nvPr/>
          </p:nvSpPr>
          <p:spPr>
            <a:xfrm>
              <a:off x="9143244" y="2314575"/>
              <a:ext cx="28726" cy="0"/>
            </a:xfrm>
            <a:prstGeom prst="line">
              <a:avLst/>
            </a:prstGeom>
            <a:noFill/>
            <a:ln w="15240">
              <a:solidFill>
                <a:srgbClr val="9A4D8E"/>
              </a:solidFill>
              <a:prstDash val="solid"/>
            </a:ln>
          </p:spPr>
        </p:sp>
        <p:sp>
          <p:nvSpPr>
            <p:cNvPr id="1204" name="panel2__line_1203"/>
            <p:cNvSpPr/>
            <p:nvPr/>
          </p:nvSpPr>
          <p:spPr>
            <a:xfrm>
              <a:off x="9171970" y="2314575"/>
              <a:ext cx="28726" cy="0"/>
            </a:xfrm>
            <a:prstGeom prst="line">
              <a:avLst/>
            </a:prstGeom>
            <a:noFill/>
            <a:ln w="15240">
              <a:solidFill>
                <a:srgbClr val="9A4D8E"/>
              </a:solidFill>
              <a:prstDash val="solid"/>
            </a:ln>
          </p:spPr>
        </p:sp>
        <p:sp>
          <p:nvSpPr>
            <p:cNvPr id="1205" name="panel2__line_1204"/>
            <p:cNvSpPr/>
            <p:nvPr/>
          </p:nvSpPr>
          <p:spPr>
            <a:xfrm>
              <a:off x="9200696" y="2314575"/>
              <a:ext cx="28726" cy="0"/>
            </a:xfrm>
            <a:prstGeom prst="line">
              <a:avLst/>
            </a:prstGeom>
            <a:noFill/>
            <a:ln w="15240">
              <a:solidFill>
                <a:srgbClr val="9A4D8E"/>
              </a:solidFill>
              <a:prstDash val="solid"/>
            </a:ln>
          </p:spPr>
        </p:sp>
        <p:sp>
          <p:nvSpPr>
            <p:cNvPr id="1206" name="panel2__line_1205"/>
            <p:cNvSpPr/>
            <p:nvPr/>
          </p:nvSpPr>
          <p:spPr>
            <a:xfrm>
              <a:off x="9229423" y="2314575"/>
              <a:ext cx="28726" cy="0"/>
            </a:xfrm>
            <a:prstGeom prst="line">
              <a:avLst/>
            </a:prstGeom>
            <a:noFill/>
            <a:ln w="15240">
              <a:solidFill>
                <a:srgbClr val="9A4D8E"/>
              </a:solidFill>
              <a:prstDash val="solid"/>
            </a:ln>
          </p:spPr>
        </p:sp>
        <p:sp>
          <p:nvSpPr>
            <p:cNvPr id="1207" name="panel2__line_1206"/>
            <p:cNvSpPr/>
            <p:nvPr/>
          </p:nvSpPr>
          <p:spPr>
            <a:xfrm>
              <a:off x="9258149" y="2314575"/>
              <a:ext cx="28726" cy="0"/>
            </a:xfrm>
            <a:prstGeom prst="line">
              <a:avLst/>
            </a:prstGeom>
            <a:noFill/>
            <a:ln w="15240">
              <a:solidFill>
                <a:srgbClr val="9A4D8E"/>
              </a:solidFill>
              <a:prstDash val="solid"/>
            </a:ln>
          </p:spPr>
        </p:sp>
        <p:sp>
          <p:nvSpPr>
            <p:cNvPr id="1208" name="panel2__line_1207"/>
            <p:cNvSpPr/>
            <p:nvPr/>
          </p:nvSpPr>
          <p:spPr>
            <a:xfrm>
              <a:off x="7477125" y="2667000"/>
              <a:ext cx="1809750" cy="0"/>
            </a:xfrm>
            <a:prstGeom prst="line">
              <a:avLst/>
            </a:prstGeom>
            <a:noFill/>
            <a:ln w="6667">
              <a:solidFill>
                <a:srgbClr val="DDE2E6"/>
              </a:solidFill>
              <a:prstDash val="solid"/>
            </a:ln>
          </p:spPr>
        </p:sp>
        <p:sp>
          <p:nvSpPr>
            <p:cNvPr id="1209" name="panel2__line_1208"/>
            <p:cNvSpPr/>
            <p:nvPr/>
          </p:nvSpPr>
          <p:spPr>
            <a:xfrm>
              <a:off x="7477125" y="2667000"/>
              <a:ext cx="28726" cy="0"/>
            </a:xfrm>
            <a:prstGeom prst="line">
              <a:avLst/>
            </a:prstGeom>
            <a:noFill/>
            <a:ln w="15240">
              <a:solidFill>
                <a:srgbClr val="C88931"/>
              </a:solidFill>
              <a:prstDash val="solid"/>
            </a:ln>
          </p:spPr>
        </p:sp>
        <p:sp>
          <p:nvSpPr>
            <p:cNvPr id="1210" name="panel2__line_1209"/>
            <p:cNvSpPr/>
            <p:nvPr/>
          </p:nvSpPr>
          <p:spPr>
            <a:xfrm>
              <a:off x="7505851" y="2667000"/>
              <a:ext cx="28726" cy="0"/>
            </a:xfrm>
            <a:prstGeom prst="line">
              <a:avLst/>
            </a:prstGeom>
            <a:noFill/>
            <a:ln w="15240">
              <a:solidFill>
                <a:srgbClr val="C88931"/>
              </a:solidFill>
              <a:prstDash val="solid"/>
            </a:ln>
          </p:spPr>
        </p:sp>
        <p:sp>
          <p:nvSpPr>
            <p:cNvPr id="1211" name="panel2__line_1210"/>
            <p:cNvSpPr/>
            <p:nvPr/>
          </p:nvSpPr>
          <p:spPr>
            <a:xfrm>
              <a:off x="7534577" y="2667000"/>
              <a:ext cx="28726" cy="0"/>
            </a:xfrm>
            <a:prstGeom prst="line">
              <a:avLst/>
            </a:prstGeom>
            <a:noFill/>
            <a:ln w="15240">
              <a:solidFill>
                <a:srgbClr val="C88931"/>
              </a:solidFill>
              <a:prstDash val="solid"/>
            </a:ln>
          </p:spPr>
        </p:sp>
        <p:sp>
          <p:nvSpPr>
            <p:cNvPr id="1212" name="panel2__line_1211"/>
            <p:cNvSpPr/>
            <p:nvPr/>
          </p:nvSpPr>
          <p:spPr>
            <a:xfrm>
              <a:off x="7563304" y="2667000"/>
              <a:ext cx="28726" cy="0"/>
            </a:xfrm>
            <a:prstGeom prst="line">
              <a:avLst/>
            </a:prstGeom>
            <a:noFill/>
            <a:ln w="15240">
              <a:solidFill>
                <a:srgbClr val="C88931"/>
              </a:solidFill>
              <a:prstDash val="solid"/>
            </a:ln>
          </p:spPr>
        </p:sp>
        <p:sp>
          <p:nvSpPr>
            <p:cNvPr id="1213" name="panel2__line_1212"/>
            <p:cNvSpPr/>
            <p:nvPr/>
          </p:nvSpPr>
          <p:spPr>
            <a:xfrm>
              <a:off x="7592030" y="2667000"/>
              <a:ext cx="28726" cy="0"/>
            </a:xfrm>
            <a:prstGeom prst="line">
              <a:avLst/>
            </a:prstGeom>
            <a:noFill/>
            <a:ln w="15240">
              <a:solidFill>
                <a:srgbClr val="C88931"/>
              </a:solidFill>
              <a:prstDash val="solid"/>
            </a:ln>
          </p:spPr>
        </p:sp>
        <p:sp>
          <p:nvSpPr>
            <p:cNvPr id="1214" name="panel2__line_1213"/>
            <p:cNvSpPr/>
            <p:nvPr/>
          </p:nvSpPr>
          <p:spPr>
            <a:xfrm>
              <a:off x="7620756" y="2667000"/>
              <a:ext cx="28726" cy="0"/>
            </a:xfrm>
            <a:prstGeom prst="line">
              <a:avLst/>
            </a:prstGeom>
            <a:noFill/>
            <a:ln w="15240">
              <a:solidFill>
                <a:srgbClr val="C88931"/>
              </a:solidFill>
              <a:prstDash val="solid"/>
            </a:ln>
          </p:spPr>
        </p:sp>
        <p:sp>
          <p:nvSpPr>
            <p:cNvPr id="1215" name="panel2__line_1214"/>
            <p:cNvSpPr/>
            <p:nvPr/>
          </p:nvSpPr>
          <p:spPr>
            <a:xfrm>
              <a:off x="7649482" y="2667000"/>
              <a:ext cx="28726" cy="0"/>
            </a:xfrm>
            <a:prstGeom prst="line">
              <a:avLst/>
            </a:prstGeom>
            <a:noFill/>
            <a:ln w="15240">
              <a:solidFill>
                <a:srgbClr val="C88931"/>
              </a:solidFill>
              <a:prstDash val="solid"/>
            </a:ln>
          </p:spPr>
        </p:sp>
        <p:sp>
          <p:nvSpPr>
            <p:cNvPr id="1216" name="panel2__line_1215"/>
            <p:cNvSpPr/>
            <p:nvPr/>
          </p:nvSpPr>
          <p:spPr>
            <a:xfrm>
              <a:off x="7678208" y="2667000"/>
              <a:ext cx="28726" cy="0"/>
            </a:xfrm>
            <a:prstGeom prst="line">
              <a:avLst/>
            </a:prstGeom>
            <a:noFill/>
            <a:ln w="15240">
              <a:solidFill>
                <a:srgbClr val="C88931"/>
              </a:solidFill>
              <a:prstDash val="solid"/>
            </a:ln>
          </p:spPr>
        </p:sp>
        <p:sp>
          <p:nvSpPr>
            <p:cNvPr id="1217" name="panel2__line_1216"/>
            <p:cNvSpPr/>
            <p:nvPr/>
          </p:nvSpPr>
          <p:spPr>
            <a:xfrm>
              <a:off x="7706935" y="2667000"/>
              <a:ext cx="28726" cy="0"/>
            </a:xfrm>
            <a:prstGeom prst="line">
              <a:avLst/>
            </a:prstGeom>
            <a:noFill/>
            <a:ln w="15240">
              <a:solidFill>
                <a:srgbClr val="C88931"/>
              </a:solidFill>
              <a:prstDash val="solid"/>
            </a:ln>
          </p:spPr>
        </p:sp>
        <p:sp>
          <p:nvSpPr>
            <p:cNvPr id="1218" name="panel2__line_1217"/>
            <p:cNvSpPr/>
            <p:nvPr/>
          </p:nvSpPr>
          <p:spPr>
            <a:xfrm>
              <a:off x="7735661" y="2667000"/>
              <a:ext cx="28726" cy="0"/>
            </a:xfrm>
            <a:prstGeom prst="line">
              <a:avLst/>
            </a:prstGeom>
            <a:noFill/>
            <a:ln w="15240">
              <a:solidFill>
                <a:srgbClr val="C88931"/>
              </a:solidFill>
              <a:prstDash val="solid"/>
            </a:ln>
          </p:spPr>
        </p:sp>
        <p:sp>
          <p:nvSpPr>
            <p:cNvPr id="1219" name="panel2__line_1218"/>
            <p:cNvSpPr/>
            <p:nvPr/>
          </p:nvSpPr>
          <p:spPr>
            <a:xfrm>
              <a:off x="7764387" y="2667000"/>
              <a:ext cx="28726" cy="0"/>
            </a:xfrm>
            <a:prstGeom prst="line">
              <a:avLst/>
            </a:prstGeom>
            <a:noFill/>
            <a:ln w="15240">
              <a:solidFill>
                <a:srgbClr val="C88931"/>
              </a:solidFill>
              <a:prstDash val="solid"/>
            </a:ln>
          </p:spPr>
        </p:sp>
        <p:sp>
          <p:nvSpPr>
            <p:cNvPr id="1220" name="panel2__line_1219"/>
            <p:cNvSpPr/>
            <p:nvPr/>
          </p:nvSpPr>
          <p:spPr>
            <a:xfrm>
              <a:off x="7793113" y="2667000"/>
              <a:ext cx="28726" cy="0"/>
            </a:xfrm>
            <a:prstGeom prst="line">
              <a:avLst/>
            </a:prstGeom>
            <a:noFill/>
            <a:ln w="15240">
              <a:solidFill>
                <a:srgbClr val="C88931"/>
              </a:solidFill>
              <a:prstDash val="solid"/>
            </a:ln>
          </p:spPr>
        </p:sp>
        <p:sp>
          <p:nvSpPr>
            <p:cNvPr id="1221" name="panel2__line_1220"/>
            <p:cNvSpPr/>
            <p:nvPr/>
          </p:nvSpPr>
          <p:spPr>
            <a:xfrm>
              <a:off x="7821839" y="2667000"/>
              <a:ext cx="28726" cy="0"/>
            </a:xfrm>
            <a:prstGeom prst="line">
              <a:avLst/>
            </a:prstGeom>
            <a:noFill/>
            <a:ln w="15240">
              <a:solidFill>
                <a:srgbClr val="C88931"/>
              </a:solidFill>
              <a:prstDash val="solid"/>
            </a:ln>
          </p:spPr>
        </p:sp>
        <p:sp>
          <p:nvSpPr>
            <p:cNvPr id="1222" name="panel2__line_1221"/>
            <p:cNvSpPr/>
            <p:nvPr/>
          </p:nvSpPr>
          <p:spPr>
            <a:xfrm>
              <a:off x="7850565" y="2667000"/>
              <a:ext cx="28726" cy="0"/>
            </a:xfrm>
            <a:prstGeom prst="line">
              <a:avLst/>
            </a:prstGeom>
            <a:noFill/>
            <a:ln w="15240">
              <a:solidFill>
                <a:srgbClr val="C88931"/>
              </a:solidFill>
              <a:prstDash val="solid"/>
            </a:ln>
          </p:spPr>
        </p:sp>
        <p:sp>
          <p:nvSpPr>
            <p:cNvPr id="1223" name="panel2__line_1222"/>
            <p:cNvSpPr/>
            <p:nvPr/>
          </p:nvSpPr>
          <p:spPr>
            <a:xfrm>
              <a:off x="7879292" y="2667000"/>
              <a:ext cx="28726" cy="0"/>
            </a:xfrm>
            <a:prstGeom prst="line">
              <a:avLst/>
            </a:prstGeom>
            <a:noFill/>
            <a:ln w="15240">
              <a:solidFill>
                <a:srgbClr val="C88931"/>
              </a:solidFill>
              <a:prstDash val="solid"/>
            </a:ln>
          </p:spPr>
        </p:sp>
        <p:sp>
          <p:nvSpPr>
            <p:cNvPr id="1224" name="panel2__line_1223"/>
            <p:cNvSpPr/>
            <p:nvPr/>
          </p:nvSpPr>
          <p:spPr>
            <a:xfrm>
              <a:off x="7908018" y="2667000"/>
              <a:ext cx="28726" cy="0"/>
            </a:xfrm>
            <a:prstGeom prst="line">
              <a:avLst/>
            </a:prstGeom>
            <a:noFill/>
            <a:ln w="15240">
              <a:solidFill>
                <a:srgbClr val="C88931"/>
              </a:solidFill>
              <a:prstDash val="solid"/>
            </a:ln>
          </p:spPr>
        </p:sp>
        <p:sp>
          <p:nvSpPr>
            <p:cNvPr id="1225" name="panel2__line_1224"/>
            <p:cNvSpPr/>
            <p:nvPr/>
          </p:nvSpPr>
          <p:spPr>
            <a:xfrm>
              <a:off x="7936744" y="2667000"/>
              <a:ext cx="28726" cy="0"/>
            </a:xfrm>
            <a:prstGeom prst="line">
              <a:avLst/>
            </a:prstGeom>
            <a:noFill/>
            <a:ln w="15240">
              <a:solidFill>
                <a:srgbClr val="C88931"/>
              </a:solidFill>
              <a:prstDash val="solid"/>
            </a:ln>
          </p:spPr>
        </p:sp>
        <p:sp>
          <p:nvSpPr>
            <p:cNvPr id="1226" name="panel2__line_1225"/>
            <p:cNvSpPr/>
            <p:nvPr/>
          </p:nvSpPr>
          <p:spPr>
            <a:xfrm flipV="1">
              <a:off x="7965470" y="2667000"/>
              <a:ext cx="28726" cy="0"/>
            </a:xfrm>
            <a:prstGeom prst="line">
              <a:avLst/>
            </a:prstGeom>
            <a:noFill/>
            <a:ln w="15240">
              <a:solidFill>
                <a:srgbClr val="C88931"/>
              </a:solidFill>
              <a:prstDash val="solid"/>
            </a:ln>
          </p:spPr>
        </p:sp>
        <p:sp>
          <p:nvSpPr>
            <p:cNvPr id="1227" name="panel2__line_1226"/>
            <p:cNvSpPr/>
            <p:nvPr/>
          </p:nvSpPr>
          <p:spPr>
            <a:xfrm flipV="1">
              <a:off x="7994196" y="2667000"/>
              <a:ext cx="28726" cy="0"/>
            </a:xfrm>
            <a:prstGeom prst="line">
              <a:avLst/>
            </a:prstGeom>
            <a:noFill/>
            <a:ln w="15240">
              <a:solidFill>
                <a:srgbClr val="C88931"/>
              </a:solidFill>
              <a:prstDash val="solid"/>
            </a:ln>
          </p:spPr>
        </p:sp>
        <p:sp>
          <p:nvSpPr>
            <p:cNvPr id="1228" name="panel2__line_1227"/>
            <p:cNvSpPr/>
            <p:nvPr/>
          </p:nvSpPr>
          <p:spPr>
            <a:xfrm flipV="1">
              <a:off x="8022923" y="2667000"/>
              <a:ext cx="28726" cy="0"/>
            </a:xfrm>
            <a:prstGeom prst="line">
              <a:avLst/>
            </a:prstGeom>
            <a:noFill/>
            <a:ln w="15240">
              <a:solidFill>
                <a:srgbClr val="C88931"/>
              </a:solidFill>
              <a:prstDash val="solid"/>
            </a:ln>
          </p:spPr>
        </p:sp>
        <p:sp>
          <p:nvSpPr>
            <p:cNvPr id="1229" name="panel2__line_1228"/>
            <p:cNvSpPr/>
            <p:nvPr/>
          </p:nvSpPr>
          <p:spPr>
            <a:xfrm flipV="1">
              <a:off x="8051649" y="2667000"/>
              <a:ext cx="28726" cy="0"/>
            </a:xfrm>
            <a:prstGeom prst="line">
              <a:avLst/>
            </a:prstGeom>
            <a:noFill/>
            <a:ln w="15240">
              <a:solidFill>
                <a:srgbClr val="C88931"/>
              </a:solidFill>
              <a:prstDash val="solid"/>
            </a:ln>
          </p:spPr>
        </p:sp>
        <p:sp>
          <p:nvSpPr>
            <p:cNvPr id="1230" name="panel2__line_1229"/>
            <p:cNvSpPr/>
            <p:nvPr/>
          </p:nvSpPr>
          <p:spPr>
            <a:xfrm flipV="1">
              <a:off x="8080375" y="2667000"/>
              <a:ext cx="28726" cy="0"/>
            </a:xfrm>
            <a:prstGeom prst="line">
              <a:avLst/>
            </a:prstGeom>
            <a:noFill/>
            <a:ln w="15240">
              <a:solidFill>
                <a:srgbClr val="C88931"/>
              </a:solidFill>
              <a:prstDash val="solid"/>
            </a:ln>
          </p:spPr>
        </p:sp>
        <p:sp>
          <p:nvSpPr>
            <p:cNvPr id="1231" name="panel2__line_1230"/>
            <p:cNvSpPr/>
            <p:nvPr/>
          </p:nvSpPr>
          <p:spPr>
            <a:xfrm flipV="1">
              <a:off x="8109101" y="2667000"/>
              <a:ext cx="28726" cy="0"/>
            </a:xfrm>
            <a:prstGeom prst="line">
              <a:avLst/>
            </a:prstGeom>
            <a:noFill/>
            <a:ln w="15240">
              <a:solidFill>
                <a:srgbClr val="C88931"/>
              </a:solidFill>
              <a:prstDash val="solid"/>
            </a:ln>
          </p:spPr>
        </p:sp>
        <p:sp>
          <p:nvSpPr>
            <p:cNvPr id="1232" name="panel2__line_1231"/>
            <p:cNvSpPr/>
            <p:nvPr/>
          </p:nvSpPr>
          <p:spPr>
            <a:xfrm flipV="1">
              <a:off x="8137827" y="2667000"/>
              <a:ext cx="28726" cy="0"/>
            </a:xfrm>
            <a:prstGeom prst="line">
              <a:avLst/>
            </a:prstGeom>
            <a:noFill/>
            <a:ln w="15240">
              <a:solidFill>
                <a:srgbClr val="C88931"/>
              </a:solidFill>
              <a:prstDash val="solid"/>
            </a:ln>
          </p:spPr>
        </p:sp>
        <p:sp>
          <p:nvSpPr>
            <p:cNvPr id="1233" name="panel2__line_1232"/>
            <p:cNvSpPr/>
            <p:nvPr/>
          </p:nvSpPr>
          <p:spPr>
            <a:xfrm flipV="1">
              <a:off x="8166554" y="2667000"/>
              <a:ext cx="28726" cy="0"/>
            </a:xfrm>
            <a:prstGeom prst="line">
              <a:avLst/>
            </a:prstGeom>
            <a:noFill/>
            <a:ln w="15240">
              <a:solidFill>
                <a:srgbClr val="C88931"/>
              </a:solidFill>
              <a:prstDash val="solid"/>
            </a:ln>
          </p:spPr>
        </p:sp>
        <p:sp>
          <p:nvSpPr>
            <p:cNvPr id="1234" name="panel2__line_1233"/>
            <p:cNvSpPr/>
            <p:nvPr/>
          </p:nvSpPr>
          <p:spPr>
            <a:xfrm flipV="1">
              <a:off x="8195280" y="2667000"/>
              <a:ext cx="28726" cy="0"/>
            </a:xfrm>
            <a:prstGeom prst="line">
              <a:avLst/>
            </a:prstGeom>
            <a:noFill/>
            <a:ln w="15240">
              <a:solidFill>
                <a:srgbClr val="C88931"/>
              </a:solidFill>
              <a:prstDash val="solid"/>
            </a:ln>
          </p:spPr>
        </p:sp>
        <p:sp>
          <p:nvSpPr>
            <p:cNvPr id="1235" name="panel2__line_1234"/>
            <p:cNvSpPr/>
            <p:nvPr/>
          </p:nvSpPr>
          <p:spPr>
            <a:xfrm flipV="1">
              <a:off x="8224006" y="2667000"/>
              <a:ext cx="28726" cy="0"/>
            </a:xfrm>
            <a:prstGeom prst="line">
              <a:avLst/>
            </a:prstGeom>
            <a:noFill/>
            <a:ln w="15240">
              <a:solidFill>
                <a:srgbClr val="C88931"/>
              </a:solidFill>
              <a:prstDash val="solid"/>
            </a:ln>
          </p:spPr>
        </p:sp>
        <p:sp>
          <p:nvSpPr>
            <p:cNvPr id="1236" name="panel2__line_1235"/>
            <p:cNvSpPr/>
            <p:nvPr/>
          </p:nvSpPr>
          <p:spPr>
            <a:xfrm flipV="1">
              <a:off x="8252732" y="2667000"/>
              <a:ext cx="28726" cy="0"/>
            </a:xfrm>
            <a:prstGeom prst="line">
              <a:avLst/>
            </a:prstGeom>
            <a:noFill/>
            <a:ln w="15240">
              <a:solidFill>
                <a:srgbClr val="C88931"/>
              </a:solidFill>
              <a:prstDash val="solid"/>
            </a:ln>
          </p:spPr>
        </p:sp>
        <p:sp>
          <p:nvSpPr>
            <p:cNvPr id="1237" name="panel2__line_1236"/>
            <p:cNvSpPr/>
            <p:nvPr/>
          </p:nvSpPr>
          <p:spPr>
            <a:xfrm flipV="1">
              <a:off x="8281458" y="2667000"/>
              <a:ext cx="28726" cy="0"/>
            </a:xfrm>
            <a:prstGeom prst="line">
              <a:avLst/>
            </a:prstGeom>
            <a:noFill/>
            <a:ln w="15240">
              <a:solidFill>
                <a:srgbClr val="C88931"/>
              </a:solidFill>
              <a:prstDash val="solid"/>
            </a:ln>
          </p:spPr>
        </p:sp>
        <p:sp>
          <p:nvSpPr>
            <p:cNvPr id="1238" name="panel2__line_1237"/>
            <p:cNvSpPr/>
            <p:nvPr/>
          </p:nvSpPr>
          <p:spPr>
            <a:xfrm flipV="1">
              <a:off x="8310185" y="2666998"/>
              <a:ext cx="28726" cy="1"/>
            </a:xfrm>
            <a:prstGeom prst="line">
              <a:avLst/>
            </a:prstGeom>
            <a:noFill/>
            <a:ln w="15240">
              <a:solidFill>
                <a:srgbClr val="C88931"/>
              </a:solidFill>
              <a:prstDash val="solid"/>
            </a:ln>
          </p:spPr>
        </p:sp>
        <p:sp>
          <p:nvSpPr>
            <p:cNvPr id="1239" name="panel2__line_1238"/>
            <p:cNvSpPr/>
            <p:nvPr/>
          </p:nvSpPr>
          <p:spPr>
            <a:xfrm flipV="1">
              <a:off x="8338911" y="2666994"/>
              <a:ext cx="28726" cy="4"/>
            </a:xfrm>
            <a:prstGeom prst="line">
              <a:avLst/>
            </a:prstGeom>
            <a:noFill/>
            <a:ln w="15240">
              <a:solidFill>
                <a:srgbClr val="C88931"/>
              </a:solidFill>
              <a:prstDash val="solid"/>
            </a:ln>
          </p:spPr>
        </p:sp>
        <p:sp>
          <p:nvSpPr>
            <p:cNvPr id="1240" name="panel2__line_1239"/>
            <p:cNvSpPr/>
            <p:nvPr/>
          </p:nvSpPr>
          <p:spPr>
            <a:xfrm flipV="1">
              <a:off x="8367637" y="2666980"/>
              <a:ext cx="28726" cy="14"/>
            </a:xfrm>
            <a:prstGeom prst="line">
              <a:avLst/>
            </a:prstGeom>
            <a:noFill/>
            <a:ln w="15240">
              <a:solidFill>
                <a:srgbClr val="C88931"/>
              </a:solidFill>
              <a:prstDash val="solid"/>
            </a:ln>
          </p:spPr>
        </p:sp>
        <p:sp>
          <p:nvSpPr>
            <p:cNvPr id="1241" name="panel2__line_1240"/>
            <p:cNvSpPr/>
            <p:nvPr/>
          </p:nvSpPr>
          <p:spPr>
            <a:xfrm flipV="1">
              <a:off x="8396363" y="2666939"/>
              <a:ext cx="28726" cy="41"/>
            </a:xfrm>
            <a:prstGeom prst="line">
              <a:avLst/>
            </a:prstGeom>
            <a:noFill/>
            <a:ln w="15240">
              <a:solidFill>
                <a:srgbClr val="C88931"/>
              </a:solidFill>
              <a:prstDash val="solid"/>
            </a:ln>
          </p:spPr>
        </p:sp>
        <p:sp>
          <p:nvSpPr>
            <p:cNvPr id="1242" name="panel2__line_1241"/>
            <p:cNvSpPr/>
            <p:nvPr/>
          </p:nvSpPr>
          <p:spPr>
            <a:xfrm flipV="1">
              <a:off x="8425089" y="2666826"/>
              <a:ext cx="28726" cy="113"/>
            </a:xfrm>
            <a:prstGeom prst="line">
              <a:avLst/>
            </a:prstGeom>
            <a:noFill/>
            <a:ln w="15240">
              <a:solidFill>
                <a:srgbClr val="C88931"/>
              </a:solidFill>
              <a:prstDash val="solid"/>
            </a:ln>
          </p:spPr>
        </p:sp>
        <p:sp>
          <p:nvSpPr>
            <p:cNvPr id="1243" name="panel2__line_1242"/>
            <p:cNvSpPr/>
            <p:nvPr/>
          </p:nvSpPr>
          <p:spPr>
            <a:xfrm flipV="1">
              <a:off x="8453815" y="2666535"/>
              <a:ext cx="28726" cy="291"/>
            </a:xfrm>
            <a:prstGeom prst="line">
              <a:avLst/>
            </a:prstGeom>
            <a:noFill/>
            <a:ln w="15240">
              <a:solidFill>
                <a:srgbClr val="C88931"/>
              </a:solidFill>
              <a:prstDash val="solid"/>
            </a:ln>
          </p:spPr>
        </p:sp>
        <p:sp>
          <p:nvSpPr>
            <p:cNvPr id="1244" name="panel2__line_1243"/>
            <p:cNvSpPr/>
            <p:nvPr/>
          </p:nvSpPr>
          <p:spPr>
            <a:xfrm flipV="1">
              <a:off x="8482542" y="2665844"/>
              <a:ext cx="28726" cy="691"/>
            </a:xfrm>
            <a:prstGeom prst="line">
              <a:avLst/>
            </a:prstGeom>
            <a:noFill/>
            <a:ln w="15240">
              <a:solidFill>
                <a:srgbClr val="C88931"/>
              </a:solidFill>
              <a:prstDash val="solid"/>
            </a:ln>
          </p:spPr>
        </p:sp>
        <p:sp>
          <p:nvSpPr>
            <p:cNvPr id="1245" name="panel2__line_1244"/>
            <p:cNvSpPr/>
            <p:nvPr/>
          </p:nvSpPr>
          <p:spPr>
            <a:xfrm flipV="1">
              <a:off x="8511268" y="2664321"/>
              <a:ext cx="28726" cy="1523"/>
            </a:xfrm>
            <a:prstGeom prst="line">
              <a:avLst/>
            </a:prstGeom>
            <a:noFill/>
            <a:ln w="15240">
              <a:solidFill>
                <a:srgbClr val="C88931"/>
              </a:solidFill>
              <a:prstDash val="solid"/>
            </a:ln>
          </p:spPr>
        </p:sp>
        <p:sp>
          <p:nvSpPr>
            <p:cNvPr id="1246" name="panel2__line_1245"/>
            <p:cNvSpPr/>
            <p:nvPr/>
          </p:nvSpPr>
          <p:spPr>
            <a:xfrm flipV="1">
              <a:off x="8539994" y="2661212"/>
              <a:ext cx="28726" cy="3110"/>
            </a:xfrm>
            <a:prstGeom prst="line">
              <a:avLst/>
            </a:prstGeom>
            <a:noFill/>
            <a:ln w="15240">
              <a:solidFill>
                <a:srgbClr val="C88931"/>
              </a:solidFill>
              <a:prstDash val="solid"/>
            </a:ln>
          </p:spPr>
        </p:sp>
        <p:sp>
          <p:nvSpPr>
            <p:cNvPr id="1247" name="panel2__line_1246"/>
            <p:cNvSpPr/>
            <p:nvPr/>
          </p:nvSpPr>
          <p:spPr>
            <a:xfrm flipV="1">
              <a:off x="8568720" y="2655337"/>
              <a:ext cx="28726" cy="5875"/>
            </a:xfrm>
            <a:prstGeom prst="line">
              <a:avLst/>
            </a:prstGeom>
            <a:noFill/>
            <a:ln w="15240">
              <a:solidFill>
                <a:srgbClr val="C88931"/>
              </a:solidFill>
              <a:prstDash val="solid"/>
            </a:ln>
          </p:spPr>
        </p:sp>
        <p:sp>
          <p:nvSpPr>
            <p:cNvPr id="1248" name="panel2__line_1247"/>
            <p:cNvSpPr/>
            <p:nvPr/>
          </p:nvSpPr>
          <p:spPr>
            <a:xfrm flipV="1">
              <a:off x="8597446" y="2645089"/>
              <a:ext cx="28726" cy="10248"/>
            </a:xfrm>
            <a:prstGeom prst="line">
              <a:avLst/>
            </a:prstGeom>
            <a:noFill/>
            <a:ln w="15240">
              <a:solidFill>
                <a:srgbClr val="C88931"/>
              </a:solidFill>
              <a:prstDash val="solid"/>
            </a:ln>
          </p:spPr>
        </p:sp>
        <p:sp>
          <p:nvSpPr>
            <p:cNvPr id="1249" name="panel2__line_1248"/>
            <p:cNvSpPr/>
            <p:nvPr/>
          </p:nvSpPr>
          <p:spPr>
            <a:xfrm flipV="1">
              <a:off x="8626173" y="2628618"/>
              <a:ext cx="28726" cy="16471"/>
            </a:xfrm>
            <a:prstGeom prst="line">
              <a:avLst/>
            </a:prstGeom>
            <a:noFill/>
            <a:ln w="15240">
              <a:solidFill>
                <a:srgbClr val="C88931"/>
              </a:solidFill>
              <a:prstDash val="solid"/>
            </a:ln>
          </p:spPr>
        </p:sp>
        <p:sp>
          <p:nvSpPr>
            <p:cNvPr id="1250" name="panel2__line_1249"/>
            <p:cNvSpPr/>
            <p:nvPr/>
          </p:nvSpPr>
          <p:spPr>
            <a:xfrm flipV="1">
              <a:off x="8654899" y="2604311"/>
              <a:ext cx="28726" cy="24308"/>
            </a:xfrm>
            <a:prstGeom prst="line">
              <a:avLst/>
            </a:prstGeom>
            <a:noFill/>
            <a:ln w="15240">
              <a:solidFill>
                <a:srgbClr val="C88931"/>
              </a:solidFill>
              <a:prstDash val="solid"/>
            </a:ln>
          </p:spPr>
        </p:sp>
        <p:sp>
          <p:nvSpPr>
            <p:cNvPr id="1251" name="panel2__line_1250"/>
            <p:cNvSpPr/>
            <p:nvPr/>
          </p:nvSpPr>
          <p:spPr>
            <a:xfrm flipV="1">
              <a:off x="8683625" y="2571530"/>
              <a:ext cx="28726" cy="32781"/>
            </a:xfrm>
            <a:prstGeom prst="line">
              <a:avLst/>
            </a:prstGeom>
            <a:noFill/>
            <a:ln w="15240">
              <a:solidFill>
                <a:srgbClr val="C88931"/>
              </a:solidFill>
              <a:prstDash val="solid"/>
            </a:ln>
          </p:spPr>
        </p:sp>
        <p:sp>
          <p:nvSpPr>
            <p:cNvPr id="1252" name="panel2__line_1251"/>
            <p:cNvSpPr/>
            <p:nvPr/>
          </p:nvSpPr>
          <p:spPr>
            <a:xfrm flipV="1">
              <a:off x="8712351" y="2531436"/>
              <a:ext cx="28726" cy="40094"/>
            </a:xfrm>
            <a:prstGeom prst="line">
              <a:avLst/>
            </a:prstGeom>
            <a:noFill/>
            <a:ln w="15240">
              <a:solidFill>
                <a:srgbClr val="C88931"/>
              </a:solidFill>
              <a:prstDash val="solid"/>
            </a:ln>
          </p:spPr>
        </p:sp>
        <p:sp>
          <p:nvSpPr>
            <p:cNvPr id="1253" name="panel2__line_1252"/>
            <p:cNvSpPr/>
            <p:nvPr/>
          </p:nvSpPr>
          <p:spPr>
            <a:xfrm flipV="1">
              <a:off x="8741077" y="2487515"/>
              <a:ext cx="28726" cy="43921"/>
            </a:xfrm>
            <a:prstGeom prst="line">
              <a:avLst/>
            </a:prstGeom>
            <a:noFill/>
            <a:ln w="15240">
              <a:solidFill>
                <a:srgbClr val="C88931"/>
              </a:solidFill>
              <a:prstDash val="solid"/>
            </a:ln>
          </p:spPr>
        </p:sp>
        <p:sp>
          <p:nvSpPr>
            <p:cNvPr id="1254" name="panel2__line_1253"/>
            <p:cNvSpPr/>
            <p:nvPr/>
          </p:nvSpPr>
          <p:spPr>
            <a:xfrm flipV="1">
              <a:off x="8769804" y="2445427"/>
              <a:ext cx="28726" cy="42088"/>
            </a:xfrm>
            <a:prstGeom prst="line">
              <a:avLst/>
            </a:prstGeom>
            <a:noFill/>
            <a:ln w="15240">
              <a:solidFill>
                <a:srgbClr val="C88931"/>
              </a:solidFill>
              <a:prstDash val="solid"/>
            </a:ln>
          </p:spPr>
        </p:sp>
        <p:sp>
          <p:nvSpPr>
            <p:cNvPr id="1255" name="panel2__line_1254"/>
            <p:cNvSpPr/>
            <p:nvPr/>
          </p:nvSpPr>
          <p:spPr>
            <a:xfrm flipV="1">
              <a:off x="8798530" y="2411958"/>
              <a:ext cx="28726" cy="33468"/>
            </a:xfrm>
            <a:prstGeom prst="line">
              <a:avLst/>
            </a:prstGeom>
            <a:noFill/>
            <a:ln w="15240">
              <a:solidFill>
                <a:srgbClr val="C88931"/>
              </a:solidFill>
              <a:prstDash val="solid"/>
            </a:ln>
          </p:spPr>
        </p:sp>
        <p:sp>
          <p:nvSpPr>
            <p:cNvPr id="1256" name="panel2__line_1255"/>
            <p:cNvSpPr/>
            <p:nvPr/>
          </p:nvSpPr>
          <p:spPr>
            <a:xfrm flipV="1">
              <a:off x="8827256" y="2393278"/>
              <a:ext cx="28726" cy="18681"/>
            </a:xfrm>
            <a:prstGeom prst="line">
              <a:avLst/>
            </a:prstGeom>
            <a:noFill/>
            <a:ln w="15240">
              <a:solidFill>
                <a:srgbClr val="C88931"/>
              </a:solidFill>
              <a:prstDash val="solid"/>
            </a:ln>
          </p:spPr>
        </p:sp>
        <p:sp>
          <p:nvSpPr>
            <p:cNvPr id="1257" name="panel2__line_1256"/>
            <p:cNvSpPr/>
            <p:nvPr/>
          </p:nvSpPr>
          <p:spPr>
            <a:xfrm flipV="1">
              <a:off x="8855982" y="2393086"/>
              <a:ext cx="28726" cy="192"/>
            </a:xfrm>
            <a:prstGeom prst="line">
              <a:avLst/>
            </a:prstGeom>
            <a:noFill/>
            <a:ln w="15240">
              <a:solidFill>
                <a:srgbClr val="C88931"/>
              </a:solidFill>
              <a:prstDash val="solid"/>
            </a:ln>
          </p:spPr>
        </p:sp>
        <p:sp>
          <p:nvSpPr>
            <p:cNvPr id="1258" name="panel2__line_1257"/>
            <p:cNvSpPr/>
            <p:nvPr/>
          </p:nvSpPr>
          <p:spPr>
            <a:xfrm>
              <a:off x="8884708" y="2393086"/>
              <a:ext cx="28726" cy="18336"/>
            </a:xfrm>
            <a:prstGeom prst="line">
              <a:avLst/>
            </a:prstGeom>
            <a:noFill/>
            <a:ln w="15240">
              <a:solidFill>
                <a:srgbClr val="C88931"/>
              </a:solidFill>
              <a:prstDash val="solid"/>
            </a:ln>
          </p:spPr>
        </p:sp>
        <p:sp>
          <p:nvSpPr>
            <p:cNvPr id="1259" name="panel2__line_1258"/>
            <p:cNvSpPr/>
            <p:nvPr/>
          </p:nvSpPr>
          <p:spPr>
            <a:xfrm>
              <a:off x="8913435" y="2411422"/>
              <a:ext cx="28726" cy="33228"/>
            </a:xfrm>
            <a:prstGeom prst="line">
              <a:avLst/>
            </a:prstGeom>
            <a:noFill/>
            <a:ln w="15240">
              <a:solidFill>
                <a:srgbClr val="C88931"/>
              </a:solidFill>
              <a:prstDash val="solid"/>
            </a:ln>
          </p:spPr>
        </p:sp>
        <p:sp>
          <p:nvSpPr>
            <p:cNvPr id="1260" name="panel2__line_1259"/>
            <p:cNvSpPr/>
            <p:nvPr/>
          </p:nvSpPr>
          <p:spPr>
            <a:xfrm>
              <a:off x="8942161" y="2444650"/>
              <a:ext cx="28726" cy="41983"/>
            </a:xfrm>
            <a:prstGeom prst="line">
              <a:avLst/>
            </a:prstGeom>
            <a:noFill/>
            <a:ln w="15240">
              <a:solidFill>
                <a:srgbClr val="C88931"/>
              </a:solidFill>
              <a:prstDash val="solid"/>
            </a:ln>
          </p:spPr>
        </p:sp>
        <p:sp>
          <p:nvSpPr>
            <p:cNvPr id="1261" name="panel2__line_1260"/>
            <p:cNvSpPr/>
            <p:nvPr/>
          </p:nvSpPr>
          <p:spPr>
            <a:xfrm>
              <a:off x="8970887" y="2486633"/>
              <a:ext cx="28726" cy="43946"/>
            </a:xfrm>
            <a:prstGeom prst="line">
              <a:avLst/>
            </a:prstGeom>
            <a:noFill/>
            <a:ln w="15240">
              <a:solidFill>
                <a:srgbClr val="C88931"/>
              </a:solidFill>
              <a:prstDash val="solid"/>
            </a:ln>
          </p:spPr>
        </p:sp>
        <p:sp>
          <p:nvSpPr>
            <p:cNvPr id="1262" name="panel2__line_1261"/>
            <p:cNvSpPr/>
            <p:nvPr/>
          </p:nvSpPr>
          <p:spPr>
            <a:xfrm>
              <a:off x="8999613" y="2530579"/>
              <a:ext cx="28726" cy="40213"/>
            </a:xfrm>
            <a:prstGeom prst="line">
              <a:avLst/>
            </a:prstGeom>
            <a:noFill/>
            <a:ln w="15240">
              <a:solidFill>
                <a:srgbClr val="C88931"/>
              </a:solidFill>
              <a:prstDash val="solid"/>
            </a:ln>
          </p:spPr>
        </p:sp>
        <p:sp>
          <p:nvSpPr>
            <p:cNvPr id="1263" name="panel2__line_1262"/>
            <p:cNvSpPr/>
            <p:nvPr/>
          </p:nvSpPr>
          <p:spPr>
            <a:xfrm>
              <a:off x="9028339" y="2570792"/>
              <a:ext cx="28726" cy="32946"/>
            </a:xfrm>
            <a:prstGeom prst="line">
              <a:avLst/>
            </a:prstGeom>
            <a:noFill/>
            <a:ln w="15240">
              <a:solidFill>
                <a:srgbClr val="C88931"/>
              </a:solidFill>
              <a:prstDash val="solid"/>
            </a:ln>
          </p:spPr>
        </p:sp>
        <p:sp>
          <p:nvSpPr>
            <p:cNvPr id="1264" name="panel2__line_1263"/>
            <p:cNvSpPr/>
            <p:nvPr/>
          </p:nvSpPr>
          <p:spPr>
            <a:xfrm>
              <a:off x="9057065" y="2603738"/>
              <a:ext cx="28726" cy="24475"/>
            </a:xfrm>
            <a:prstGeom prst="line">
              <a:avLst/>
            </a:prstGeom>
            <a:noFill/>
            <a:ln w="15240">
              <a:solidFill>
                <a:srgbClr val="C88931"/>
              </a:solidFill>
              <a:prstDash val="solid"/>
            </a:ln>
          </p:spPr>
        </p:sp>
        <p:sp>
          <p:nvSpPr>
            <p:cNvPr id="1265" name="panel2__line_1264"/>
            <p:cNvSpPr/>
            <p:nvPr/>
          </p:nvSpPr>
          <p:spPr>
            <a:xfrm>
              <a:off x="9085792" y="2628213"/>
              <a:ext cx="28726" cy="16614"/>
            </a:xfrm>
            <a:prstGeom prst="line">
              <a:avLst/>
            </a:prstGeom>
            <a:noFill/>
            <a:ln w="15240">
              <a:solidFill>
                <a:srgbClr val="C88931"/>
              </a:solidFill>
              <a:prstDash val="solid"/>
            </a:ln>
          </p:spPr>
        </p:sp>
        <p:sp>
          <p:nvSpPr>
            <p:cNvPr id="1266" name="panel2__line_1265"/>
            <p:cNvSpPr/>
            <p:nvPr/>
          </p:nvSpPr>
          <p:spPr>
            <a:xfrm>
              <a:off x="9114518" y="2644827"/>
              <a:ext cx="28726" cy="10354"/>
            </a:xfrm>
            <a:prstGeom prst="line">
              <a:avLst/>
            </a:prstGeom>
            <a:noFill/>
            <a:ln w="15240">
              <a:solidFill>
                <a:srgbClr val="C88931"/>
              </a:solidFill>
              <a:prstDash val="solid"/>
            </a:ln>
          </p:spPr>
        </p:sp>
        <p:sp>
          <p:nvSpPr>
            <p:cNvPr id="1267" name="panel2__line_1266"/>
            <p:cNvSpPr/>
            <p:nvPr/>
          </p:nvSpPr>
          <p:spPr>
            <a:xfrm>
              <a:off x="9143244" y="2655181"/>
              <a:ext cx="28726" cy="5945"/>
            </a:xfrm>
            <a:prstGeom prst="line">
              <a:avLst/>
            </a:prstGeom>
            <a:noFill/>
            <a:ln w="15240">
              <a:solidFill>
                <a:srgbClr val="C88931"/>
              </a:solidFill>
              <a:prstDash val="solid"/>
            </a:ln>
          </p:spPr>
        </p:sp>
        <p:sp>
          <p:nvSpPr>
            <p:cNvPr id="1268" name="panel2__line_1267"/>
            <p:cNvSpPr/>
            <p:nvPr/>
          </p:nvSpPr>
          <p:spPr>
            <a:xfrm>
              <a:off x="9171970" y="2661126"/>
              <a:ext cx="28726" cy="3152"/>
            </a:xfrm>
            <a:prstGeom prst="line">
              <a:avLst/>
            </a:prstGeom>
            <a:noFill/>
            <a:ln w="15240">
              <a:solidFill>
                <a:srgbClr val="C88931"/>
              </a:solidFill>
              <a:prstDash val="solid"/>
            </a:ln>
          </p:spPr>
        </p:sp>
        <p:sp>
          <p:nvSpPr>
            <p:cNvPr id="1269" name="panel2__line_1268"/>
            <p:cNvSpPr/>
            <p:nvPr/>
          </p:nvSpPr>
          <p:spPr>
            <a:xfrm>
              <a:off x="9200696" y="2664278"/>
              <a:ext cx="28726" cy="1546"/>
            </a:xfrm>
            <a:prstGeom prst="line">
              <a:avLst/>
            </a:prstGeom>
            <a:noFill/>
            <a:ln w="15240">
              <a:solidFill>
                <a:srgbClr val="C88931"/>
              </a:solidFill>
              <a:prstDash val="solid"/>
            </a:ln>
          </p:spPr>
        </p:sp>
        <p:sp>
          <p:nvSpPr>
            <p:cNvPr id="1270" name="panel2__line_1269"/>
            <p:cNvSpPr/>
            <p:nvPr/>
          </p:nvSpPr>
          <p:spPr>
            <a:xfrm>
              <a:off x="9229423" y="2665824"/>
              <a:ext cx="28726" cy="702"/>
            </a:xfrm>
            <a:prstGeom prst="line">
              <a:avLst/>
            </a:prstGeom>
            <a:noFill/>
            <a:ln w="15240">
              <a:solidFill>
                <a:srgbClr val="C88931"/>
              </a:solidFill>
              <a:prstDash val="solid"/>
            </a:ln>
          </p:spPr>
        </p:sp>
        <p:sp>
          <p:nvSpPr>
            <p:cNvPr id="1271" name="panel2__line_1270"/>
            <p:cNvSpPr/>
            <p:nvPr/>
          </p:nvSpPr>
          <p:spPr>
            <a:xfrm>
              <a:off x="9258149" y="2666526"/>
              <a:ext cx="28726" cy="296"/>
            </a:xfrm>
            <a:prstGeom prst="line">
              <a:avLst/>
            </a:prstGeom>
            <a:noFill/>
            <a:ln w="15240">
              <a:solidFill>
                <a:srgbClr val="C88931"/>
              </a:solidFill>
              <a:prstDash val="solid"/>
            </a:ln>
          </p:spPr>
        </p:sp>
        <p:sp>
          <p:nvSpPr>
            <p:cNvPr id="1272" name="panel2__text_1271"/>
            <p:cNvSpPr/>
            <p:nvPr/>
          </p:nvSpPr>
          <p:spPr>
            <a:xfrm>
              <a:off x="7486650" y="2771775"/>
              <a:ext cx="1809750" cy="238125"/>
            </a:xfrm>
            <a:prstGeom prst="rect">
              <a:avLst/>
            </a:prstGeom>
            <a:noFill/>
            <a:ln/>
          </p:spPr>
          <p:txBody>
            <a:bodyPr wrap="none" lIns="0" tIns="0" rIns="0" bIns="0" rtlCol="0" anchor="ctr"/>
            <a:lstStyle/>
            <a:p>
              <a:pPr algn="ctr" indent="0" marL="0">
                <a:buNone/>
              </a:pPr>
              <a:r>
                <a:rPr lang="en-US" sz="1350" dirty="0">
                  <a:solidFill>
                    <a:srgbClr val="242B32"/>
                  </a:solidFill>
                  <a:latin typeface="Times New Roman" pitchFamily="34" charset="0"/>
                  <a:ea typeface="Times New Roman" pitchFamily="34" charset="-122"/>
                  <a:cs typeface="Times New Roman" pitchFamily="34" charset="-120"/>
                </a:rPr>
                <a:t>Frequency bins</a:t>
              </a:r>
              <a:endParaRPr lang="en-US" sz="1350" dirty="0"/>
            </a:p>
          </p:txBody>
        </p:sp>
        <p:sp>
          <p:nvSpPr>
            <p:cNvPr id="1273" name="panel2__rect_1272"/>
            <p:cNvSpPr/>
            <p:nvPr/>
          </p:nvSpPr>
          <p:spPr>
            <a:xfrm>
              <a:off x="9991725" y="1918335"/>
              <a:ext cx="104775" cy="491490"/>
            </a:xfrm>
            <a:prstGeom prst="rect">
              <a:avLst>
                <a:gd name="adj" fmla="val 87273"/>
              </a:avLst>
            </a:prstGeom>
            <a:solidFill>
              <a:srgbClr val="6F8396"/>
            </a:solidFill>
            <a:ln w="953">
              <a:solidFill>
                <a:srgbClr val="6F8396"/>
              </a:solidFill>
              <a:prstDash val="solid"/>
            </a:ln>
          </p:spPr>
        </p:sp>
        <p:sp>
          <p:nvSpPr>
            <p:cNvPr id="1274" name="panel2__rect_1273"/>
            <p:cNvSpPr/>
            <p:nvPr/>
          </p:nvSpPr>
          <p:spPr>
            <a:xfrm>
              <a:off x="10134600" y="2358390"/>
              <a:ext cx="104775" cy="51435"/>
            </a:xfrm>
            <a:prstGeom prst="rect">
              <a:avLst>
                <a:gd name="adj" fmla="val 177778"/>
              </a:avLst>
            </a:prstGeom>
            <a:solidFill>
              <a:srgbClr val="6F8396"/>
            </a:solidFill>
            <a:ln w="953">
              <a:solidFill>
                <a:srgbClr val="6F8396"/>
              </a:solidFill>
              <a:prstDash val="solid"/>
            </a:ln>
          </p:spPr>
        </p:sp>
        <p:sp>
          <p:nvSpPr>
            <p:cNvPr id="1275" name="panel2__rect_1274"/>
            <p:cNvSpPr/>
            <p:nvPr/>
          </p:nvSpPr>
          <p:spPr>
            <a:xfrm>
              <a:off x="10277475" y="2381250"/>
              <a:ext cx="104775" cy="28575"/>
            </a:xfrm>
            <a:prstGeom prst="rect">
              <a:avLst>
                <a:gd name="adj" fmla="val 320000"/>
              </a:avLst>
            </a:prstGeom>
            <a:solidFill>
              <a:srgbClr val="6F8396"/>
            </a:solidFill>
            <a:ln w="953">
              <a:solidFill>
                <a:srgbClr val="6F8396"/>
              </a:solidFill>
              <a:prstDash val="solid"/>
            </a:ln>
          </p:spPr>
        </p:sp>
        <p:sp>
          <p:nvSpPr>
            <p:cNvPr id="1276" name="panel2__rect_1275"/>
            <p:cNvSpPr/>
            <p:nvPr/>
          </p:nvSpPr>
          <p:spPr>
            <a:xfrm>
              <a:off x="10420350" y="2409825"/>
              <a:ext cx="104775" cy="7620"/>
            </a:xfrm>
            <a:prstGeom prst="rect">
              <a:avLst>
                <a:gd name="adj" fmla="val 1200000"/>
              </a:avLst>
            </a:prstGeom>
            <a:solidFill>
              <a:srgbClr val="6F8396"/>
            </a:solidFill>
            <a:ln w="953">
              <a:solidFill>
                <a:srgbClr val="6F8396"/>
              </a:solidFill>
              <a:prstDash val="solid"/>
            </a:ln>
          </p:spPr>
        </p:sp>
        <p:sp>
          <p:nvSpPr>
            <p:cNvPr id="1277" name="panel2__line_1276"/>
            <p:cNvSpPr/>
            <p:nvPr/>
          </p:nvSpPr>
          <p:spPr>
            <a:xfrm>
              <a:off x="9963150" y="2419350"/>
              <a:ext cx="590550" cy="0"/>
            </a:xfrm>
            <a:prstGeom prst="line">
              <a:avLst/>
            </a:prstGeom>
            <a:noFill/>
            <a:ln w="6667">
              <a:solidFill>
                <a:srgbClr val="DDE2E6"/>
              </a:solidFill>
              <a:prstDash val="solid"/>
            </a:ln>
          </p:spPr>
        </p:sp>
        <p:sp>
          <p:nvSpPr>
            <p:cNvPr id="1278" name="panel2__rect_1277"/>
            <p:cNvSpPr/>
            <p:nvPr/>
          </p:nvSpPr>
          <p:spPr>
            <a:xfrm>
              <a:off x="10810875" y="2266950"/>
              <a:ext cx="104775" cy="142875"/>
            </a:xfrm>
            <a:prstGeom prst="rect">
              <a:avLst>
                <a:gd name="adj" fmla="val 87273"/>
              </a:avLst>
            </a:prstGeom>
            <a:solidFill>
              <a:srgbClr val="9A4D8E"/>
            </a:solidFill>
            <a:ln w="953">
              <a:solidFill>
                <a:srgbClr val="9A4D8E"/>
              </a:solidFill>
              <a:prstDash val="solid"/>
            </a:ln>
          </p:spPr>
        </p:sp>
        <p:sp>
          <p:nvSpPr>
            <p:cNvPr id="1279" name="panel2__rect_1278"/>
            <p:cNvSpPr/>
            <p:nvPr/>
          </p:nvSpPr>
          <p:spPr>
            <a:xfrm>
              <a:off x="10953750" y="2266950"/>
              <a:ext cx="104775" cy="142875"/>
            </a:xfrm>
            <a:prstGeom prst="rect">
              <a:avLst>
                <a:gd name="adj" fmla="val 87273"/>
              </a:avLst>
            </a:prstGeom>
            <a:solidFill>
              <a:srgbClr val="9A4D8E"/>
            </a:solidFill>
            <a:ln w="953">
              <a:solidFill>
                <a:srgbClr val="9A4D8E"/>
              </a:solidFill>
              <a:prstDash val="solid"/>
            </a:ln>
          </p:spPr>
        </p:sp>
        <p:sp>
          <p:nvSpPr>
            <p:cNvPr id="1280" name="panel2__rect_1279"/>
            <p:cNvSpPr/>
            <p:nvPr/>
          </p:nvSpPr>
          <p:spPr>
            <a:xfrm>
              <a:off x="11096625" y="2266950"/>
              <a:ext cx="104775" cy="142875"/>
            </a:xfrm>
            <a:prstGeom prst="rect">
              <a:avLst>
                <a:gd name="adj" fmla="val 87273"/>
              </a:avLst>
            </a:prstGeom>
            <a:solidFill>
              <a:srgbClr val="9A4D8E"/>
            </a:solidFill>
            <a:ln w="953">
              <a:solidFill>
                <a:srgbClr val="9A4D8E"/>
              </a:solidFill>
              <a:prstDash val="solid"/>
            </a:ln>
          </p:spPr>
        </p:sp>
        <p:sp>
          <p:nvSpPr>
            <p:cNvPr id="1281" name="panel2__rect_1280"/>
            <p:cNvSpPr/>
            <p:nvPr/>
          </p:nvSpPr>
          <p:spPr>
            <a:xfrm>
              <a:off x="11239500" y="2266950"/>
              <a:ext cx="104775" cy="142875"/>
            </a:xfrm>
            <a:prstGeom prst="rect">
              <a:avLst>
                <a:gd name="adj" fmla="val 87273"/>
              </a:avLst>
            </a:prstGeom>
            <a:solidFill>
              <a:srgbClr val="9A4D8E"/>
            </a:solidFill>
            <a:ln w="953">
              <a:solidFill>
                <a:srgbClr val="9A4D8E"/>
              </a:solidFill>
              <a:prstDash val="solid"/>
            </a:ln>
          </p:spPr>
        </p:sp>
        <p:sp>
          <p:nvSpPr>
            <p:cNvPr id="1282" name="panel2__line_1281"/>
            <p:cNvSpPr/>
            <p:nvPr/>
          </p:nvSpPr>
          <p:spPr>
            <a:xfrm>
              <a:off x="10782300" y="2419350"/>
              <a:ext cx="590550" cy="0"/>
            </a:xfrm>
            <a:prstGeom prst="line">
              <a:avLst/>
            </a:prstGeom>
            <a:noFill/>
            <a:ln w="6667">
              <a:solidFill>
                <a:srgbClr val="DDE2E6"/>
              </a:solidFill>
              <a:prstDash val="solid"/>
            </a:ln>
          </p:spPr>
        </p:sp>
        <p:sp>
          <p:nvSpPr>
            <p:cNvPr id="1283" name="panel2__text_1282"/>
            <p:cNvSpPr/>
            <p:nvPr/>
          </p:nvSpPr>
          <p:spPr>
            <a:xfrm>
              <a:off x="9925050" y="2609850"/>
              <a:ext cx="1771650" cy="257175"/>
            </a:xfrm>
            <a:prstGeom prst="rect">
              <a:avLst/>
            </a:prstGeom>
            <a:noFill/>
            <a:ln/>
          </p:spPr>
          <p:txBody>
            <a:bodyPr wrap="none" lIns="0" tIns="0" rIns="0" bIns="0" rtlCol="0" anchor="ctr"/>
            <a:lstStyle/>
            <a:p>
              <a:pPr algn="ctr" indent="0" marL="0">
                <a:buNone/>
              </a:pPr>
              <a:r>
                <a:rPr lang="en-US" sz="1350" dirty="0">
                  <a:solidFill>
                    <a:srgbClr val="242B32"/>
                  </a:solidFill>
                  <a:latin typeface="Times New Roman" pitchFamily="34" charset="0"/>
                  <a:ea typeface="Times New Roman" pitchFamily="34" charset="-122"/>
                  <a:cs typeface="Times New Roman" pitchFamily="34" charset="-120"/>
                </a:rPr>
                <a:t>Same total energy</a:t>
              </a:r>
              <a:endParaRPr lang="en-US" sz="1350" dirty="0"/>
            </a:p>
          </p:txBody>
        </p:sp>
        <p:sp>
          <p:nvSpPr>
            <p:cNvPr id="1284" name="panel2__text_1283"/>
            <p:cNvSpPr/>
            <p:nvPr/>
          </p:nvSpPr>
          <p:spPr>
            <a:xfrm>
              <a:off x="5629275" y="3105150"/>
              <a:ext cx="723900" cy="361950"/>
            </a:xfrm>
            <a:prstGeom prst="rect">
              <a:avLst/>
            </a:prstGeom>
            <a:noFill/>
            <a:ln/>
          </p:spPr>
          <p:txBody>
            <a:bodyPr wrap="none" lIns="0" tIns="0" rIns="0" bIns="0" rtlCol="0" anchor="ctr"/>
            <a:lstStyle/>
            <a:p>
              <a:pPr algn="ctr" indent="0" marL="0">
                <a:buNone/>
              </a:pPr>
              <a:r>
                <a:rPr lang="en-US" sz="2625" i="1" dirty="0">
                  <a:solidFill>
                    <a:srgbClr val="242B32"/>
                  </a:solidFill>
                  <a:latin typeface="Times New Roman" pitchFamily="34" charset="0"/>
                  <a:ea typeface="Times New Roman" pitchFamily="34" charset="-122"/>
                  <a:cs typeface="Times New Roman" pitchFamily="34" charset="-120"/>
                </a:rPr>
                <a:t>F</a:t>
              </a:r>
              <a:pPr algn="ctr" indent="0" marL="0">
                <a:buNone/>
              </a:pPr>
              <a:r>
                <a:rPr lang="en-US" sz="1706" i="1" baseline="-40000" dirty="0">
                  <a:solidFill>
                    <a:srgbClr val="242B32"/>
                  </a:solidFill>
                  <a:latin typeface="Times New Roman" pitchFamily="34" charset="0"/>
                  <a:ea typeface="Times New Roman" pitchFamily="34" charset="-122"/>
                  <a:cs typeface="Times New Roman" pitchFamily="34" charset="-120"/>
                </a:rPr>
                <a:t>i</a:t>
              </a:r>
              <a:endParaRPr lang="en-US" sz="2625" dirty="0"/>
            </a:p>
          </p:txBody>
        </p:sp>
        <p:sp>
          <p:nvSpPr>
            <p:cNvPr id="1285" name="panel2__text_1284"/>
            <p:cNvSpPr/>
            <p:nvPr/>
          </p:nvSpPr>
          <p:spPr>
            <a:xfrm>
              <a:off x="8020050" y="3105150"/>
              <a:ext cx="723900" cy="361950"/>
            </a:xfrm>
            <a:prstGeom prst="rect">
              <a:avLst/>
            </a:prstGeom>
            <a:noFill/>
            <a:ln/>
          </p:spPr>
          <p:txBody>
            <a:bodyPr wrap="none" lIns="0" tIns="0" rIns="0" bIns="0" rtlCol="0" anchor="ctr"/>
            <a:lstStyle/>
            <a:p>
              <a:pPr algn="ctr" indent="0" marL="0">
                <a:buNone/>
              </a:pPr>
              <a:r>
                <a:rPr lang="en-US" sz="2625" i="1" dirty="0">
                  <a:solidFill>
                    <a:srgbClr val="242B32"/>
                  </a:solidFill>
                  <a:latin typeface="Times New Roman" pitchFamily="34" charset="0"/>
                  <a:ea typeface="Times New Roman" pitchFamily="34" charset="-122"/>
                  <a:cs typeface="Times New Roman" pitchFamily="34" charset="-120"/>
                </a:rPr>
                <a:t>S</a:t>
              </a:r>
              <a:pPr algn="ctr" indent="0" marL="0">
                <a:buNone/>
              </a:pPr>
              <a:r>
                <a:rPr lang="en-US" sz="1706" i="1" baseline="-40000" dirty="0">
                  <a:solidFill>
                    <a:srgbClr val="242B32"/>
                  </a:solidFill>
                  <a:latin typeface="Times New Roman" pitchFamily="34" charset="0"/>
                  <a:ea typeface="Times New Roman" pitchFamily="34" charset="-122"/>
                  <a:cs typeface="Times New Roman" pitchFamily="34" charset="-120"/>
                </a:rPr>
                <a:t>i</a:t>
              </a:r>
              <a:endParaRPr lang="en-US" sz="2625" dirty="0"/>
            </a:p>
          </p:txBody>
        </p:sp>
        <p:sp>
          <p:nvSpPr>
            <p:cNvPr id="1286" name="panel2__text_1285"/>
            <p:cNvSpPr/>
            <p:nvPr/>
          </p:nvSpPr>
          <p:spPr>
            <a:xfrm>
              <a:off x="10410825" y="3105150"/>
              <a:ext cx="723900" cy="361950"/>
            </a:xfrm>
            <a:prstGeom prst="rect">
              <a:avLst/>
            </a:prstGeom>
            <a:noFill/>
            <a:ln/>
          </p:spPr>
          <p:txBody>
            <a:bodyPr wrap="none" lIns="0" tIns="0" rIns="0" bIns="0" rtlCol="0" anchor="ctr"/>
            <a:lstStyle/>
            <a:p>
              <a:pPr algn="ctr" indent="0" marL="0">
                <a:buNone/>
              </a:pPr>
              <a:r>
                <a:rPr lang="en-US" sz="2625" i="1" dirty="0">
                  <a:solidFill>
                    <a:srgbClr val="242B32"/>
                  </a:solidFill>
                  <a:latin typeface="Times New Roman" pitchFamily="34" charset="0"/>
                  <a:ea typeface="Times New Roman" pitchFamily="34" charset="-122"/>
                  <a:cs typeface="Times New Roman" pitchFamily="34" charset="-120"/>
                </a:rPr>
                <a:t>P</a:t>
              </a:r>
              <a:pPr algn="ctr" indent="0" marL="0">
                <a:buNone/>
              </a:pPr>
              <a:r>
                <a:rPr lang="en-US" sz="1706" i="1" baseline="-40000" dirty="0">
                  <a:solidFill>
                    <a:srgbClr val="242B32"/>
                  </a:solidFill>
                  <a:latin typeface="Times New Roman" pitchFamily="34" charset="0"/>
                  <a:ea typeface="Times New Roman" pitchFamily="34" charset="-122"/>
                  <a:cs typeface="Times New Roman" pitchFamily="34" charset="-120"/>
                </a:rPr>
                <a:t>i</a:t>
              </a:r>
              <a:endParaRPr lang="en-US" sz="2625" dirty="0"/>
            </a:p>
          </p:txBody>
        </p:sp>
        <p:sp>
          <p:nvSpPr>
            <p:cNvPr id="1287" name="panel2__text_1286"/>
            <p:cNvSpPr/>
            <p:nvPr/>
          </p:nvSpPr>
          <p:spPr>
            <a:xfrm>
              <a:off x="6048375" y="3800475"/>
              <a:ext cx="4648200" cy="257175"/>
            </a:xfrm>
            <a:prstGeom prst="rect">
              <a:avLst/>
            </a:prstGeom>
            <a:noFill/>
            <a:ln/>
          </p:spPr>
          <p:txBody>
            <a:bodyPr wrap="none" lIns="0" tIns="0" rIns="0" bIns="0" rtlCol="0" anchor="ctr"/>
            <a:lstStyle/>
            <a:p>
              <a:pPr algn="ctr" indent="0" marL="0">
                <a:buNone/>
              </a:pPr>
              <a:r>
                <a:rPr lang="en-US" sz="1575" dirty="0">
                  <a:solidFill>
                    <a:srgbClr val="242B32"/>
                  </a:solidFill>
                  <a:latin typeface="Times New Roman" pitchFamily="34" charset="0"/>
                  <a:ea typeface="Times New Roman" pitchFamily="34" charset="-122"/>
                  <a:cs typeface="Times New Roman" pitchFamily="34" charset="-120"/>
                </a:rPr>
                <a:t>One numerical score for each candidate</a:t>
              </a:r>
              <a:endParaRPr lang="en-US" sz="1575" dirty="0"/>
            </a:p>
          </p:txBody>
        </p:sp>
        <p:sp>
          <p:nvSpPr>
            <p:cNvPr id="1288" name="panel2__text_1287"/>
            <p:cNvSpPr/>
            <p:nvPr/>
          </p:nvSpPr>
          <p:spPr>
            <a:xfrm>
              <a:off x="6229350" y="4143375"/>
              <a:ext cx="4314825" cy="381000"/>
            </a:xfrm>
            <a:prstGeom prst="rect">
              <a:avLst/>
            </a:prstGeom>
            <a:noFill/>
            <a:ln/>
          </p:spPr>
          <p:txBody>
            <a:bodyPr wrap="none" lIns="0" tIns="0" rIns="0" bIns="0" rtlCol="0" anchor="ctr"/>
            <a:lstStyle/>
            <a:p>
              <a:pPr algn="ctr" indent="0" marL="0">
                <a:buNone/>
              </a:pPr>
              <a:r>
                <a:rPr lang="en-US" sz="2175" i="1" dirty="0">
                  <a:solidFill>
                    <a:srgbClr val="242B32"/>
                  </a:solidFill>
                  <a:latin typeface="Times New Roman" pitchFamily="34" charset="0"/>
                  <a:ea typeface="Times New Roman" pitchFamily="34" charset="-122"/>
                  <a:cs typeface="Times New Roman" pitchFamily="34" charset="-120"/>
                </a:rPr>
                <a:t>Q</a:t>
              </a:r>
              <a:pPr algn="ctr" indent="0" marL="0">
                <a:buNone/>
              </a:pPr>
              <a:r>
                <a:rPr lang="en-US" sz="1414" i="1" baseline="-40000" dirty="0">
                  <a:solidFill>
                    <a:srgbClr val="242B32"/>
                  </a:solidFill>
                  <a:latin typeface="Times New Roman" pitchFamily="34" charset="0"/>
                  <a:ea typeface="Times New Roman" pitchFamily="34" charset="-122"/>
                  <a:cs typeface="Times New Roman" pitchFamily="34" charset="-120"/>
                </a:rPr>
                <a:t>i</a:t>
              </a:r>
              <a:pPr algn="ctr" indent="0" marL="0">
                <a:buNone/>
              </a:pPr>
              <a:r>
                <a:rPr lang="en-US" sz="2175" i="1" dirty="0">
                  <a:solidFill>
                    <a:srgbClr val="242B32"/>
                  </a:solidFill>
                  <a:latin typeface="Times New Roman" pitchFamily="34" charset="0"/>
                  <a:ea typeface="Times New Roman" pitchFamily="34" charset="-122"/>
                  <a:cs typeface="Times New Roman" pitchFamily="34" charset="-120"/>
                </a:rPr>
                <a:t> = Q</a:t>
              </a:r>
              <a:pPr algn="ctr" indent="0" marL="0">
                <a:buNone/>
              </a:pPr>
              <a:r>
                <a:rPr lang="en-US" sz="2175" dirty="0">
                  <a:solidFill>
                    <a:srgbClr val="242B32"/>
                  </a:solidFill>
                  <a:latin typeface="Times New Roman" pitchFamily="34" charset="0"/>
                  <a:ea typeface="Times New Roman" pitchFamily="34" charset="-122"/>
                  <a:cs typeface="Times New Roman" pitchFamily="34" charset="-120"/>
                </a:rPr>
                <a:t>(</a:t>
              </a:r>
              <a:pPr algn="ctr" indent="0" marL="0">
                <a:buNone/>
              </a:pPr>
              <a:r>
                <a:rPr lang="en-US" sz="2175" b="1" dirty="0">
                  <a:solidFill>
                    <a:srgbClr val="242B32"/>
                  </a:solidFill>
                  <a:latin typeface="Times New Roman" pitchFamily="34" charset="0"/>
                  <a:ea typeface="Times New Roman" pitchFamily="34" charset="-122"/>
                  <a:cs typeface="Times New Roman" pitchFamily="34" charset="-120"/>
                </a:rPr>
                <a:t>X</a:t>
              </a:r>
              <a:pPr algn="ctr" indent="0" marL="0">
                <a:buNone/>
              </a:pPr>
              <a:r>
                <a:rPr lang="en-US" sz="2175" dirty="0">
                  <a:solidFill>
                    <a:srgbClr val="242B32"/>
                  </a:solidFill>
                  <a:latin typeface="Times New Roman" pitchFamily="34" charset="0"/>
                  <a:ea typeface="Times New Roman" pitchFamily="34" charset="-122"/>
                  <a:cs typeface="Times New Roman" pitchFamily="34" charset="-120"/>
                </a:rPr>
                <a:t>, </a:t>
              </a:r>
              <a:pPr algn="ctr" indent="0" marL="0">
                <a:buNone/>
              </a:pPr>
              <a:r>
                <a:rPr lang="en-US" sz="2175" b="1" dirty="0">
                  <a:solidFill>
                    <a:srgbClr val="242B32"/>
                  </a:solidFill>
                  <a:latin typeface="Times New Roman" pitchFamily="34" charset="0"/>
                  <a:ea typeface="Times New Roman" pitchFamily="34" charset="-122"/>
                  <a:cs typeface="Times New Roman" pitchFamily="34" charset="-120"/>
                </a:rPr>
                <a:t>U</a:t>
              </a:r>
              <a:pPr algn="ctr" indent="0" marL="0">
                <a:buNone/>
              </a:pPr>
              <a:r>
                <a:rPr lang="en-US" sz="1414" baseline="-40000" dirty="0">
                  <a:solidFill>
                    <a:srgbClr val="242B32"/>
                  </a:solidFill>
                  <a:latin typeface="Times New Roman" pitchFamily="34" charset="0"/>
                  <a:ea typeface="Times New Roman" pitchFamily="34" charset="-122"/>
                  <a:cs typeface="Times New Roman" pitchFamily="34" charset="-120"/>
                </a:rPr>
                <a:t>i</a:t>
              </a:r>
              <a:pPr algn="ctr" indent="0" marL="0">
                <a:buNone/>
              </a:pPr>
              <a:r>
                <a:rPr lang="en-US" sz="2175" dirty="0">
                  <a:solidFill>
                    <a:srgbClr val="242B32"/>
                  </a:solidFill>
                  <a:latin typeface="Times New Roman" pitchFamily="34" charset="0"/>
                  <a:ea typeface="Times New Roman" pitchFamily="34" charset="-122"/>
                  <a:cs typeface="Times New Roman" pitchFamily="34" charset="-120"/>
                </a:rPr>
                <a:t>; </a:t>
              </a:r>
              <a:pPr algn="ctr" indent="0" marL="0">
                <a:buNone/>
              </a:pPr>
              <a:r>
                <a:rPr lang="en-US" sz="2175" i="1" dirty="0">
                  <a:solidFill>
                    <a:srgbClr val="242B32"/>
                  </a:solidFill>
                  <a:latin typeface="Times New Roman" pitchFamily="34" charset="0"/>
                  <a:ea typeface="Times New Roman" pitchFamily="34" charset="-122"/>
                  <a:cs typeface="Times New Roman" pitchFamily="34" charset="-120"/>
                </a:rPr>
                <a:t>θ</a:t>
              </a:r>
              <a:pPr algn="ctr" indent="0" marL="0">
                <a:buNone/>
              </a:pPr>
              <a:r>
                <a:rPr lang="en-US" sz="2175" dirty="0">
                  <a:solidFill>
                    <a:srgbClr val="242B32"/>
                  </a:solidFill>
                  <a:latin typeface="Times New Roman" pitchFamily="34" charset="0"/>
                  <a:ea typeface="Times New Roman" pitchFamily="34" charset="-122"/>
                  <a:cs typeface="Times New Roman" pitchFamily="34" charset="-120"/>
                </a:rPr>
                <a:t>)</a:t>
              </a:r>
              <a:endParaRPr lang="en-US" sz="2175" dirty="0"/>
            </a:p>
          </p:txBody>
        </p:sp>
        <p:sp>
          <p:nvSpPr>
            <p:cNvPr id="2410" name="panel2__energy_redistribution" descr="Editable filled curved data-flow path"/>
            <p:cNvSpPr/>
            <p:nvPr/>
          </p:nvSpPr>
          <p:spPr>
            <a:xfrm>
              <a:off x="10586382" y="1983554"/>
              <a:ext cx="186393" cy="91393"/>
            </a:xfrm>
            <a:custGeom>
              <a:avLst/>
              <a:gdLst/>
              <a:ahLst/>
              <a:cxnLst/>
              <a:rect l="0" t="0" r="w" b="h"/>
              <a:pathLst>
                <a:path w="186393" h="91393" fill="norm" stroke="false">
                  <a:moveTo>
                    <a:pt x="29886" y="72726"/>
                  </a:moveTo>
                  <a:lnTo>
                    <a:pt x="30493" y="71665"/>
                  </a:lnTo>
                  <a:lnTo>
                    <a:pt x="31099" y="70634"/>
                  </a:lnTo>
                  <a:lnTo>
                    <a:pt x="31707" y="69633"/>
                  </a:lnTo>
                  <a:lnTo>
                    <a:pt x="32314" y="68662"/>
                  </a:lnTo>
                  <a:lnTo>
                    <a:pt x="32922" y="67721"/>
                  </a:lnTo>
                  <a:lnTo>
                    <a:pt x="33529" y="66809"/>
                  </a:lnTo>
                  <a:lnTo>
                    <a:pt x="34137" y="65927"/>
                  </a:lnTo>
                  <a:lnTo>
                    <a:pt x="34743" y="65072"/>
                  </a:lnTo>
                  <a:lnTo>
                    <a:pt x="35348" y="64246"/>
                  </a:lnTo>
                  <a:lnTo>
                    <a:pt x="35953" y="63447"/>
                  </a:lnTo>
                  <a:lnTo>
                    <a:pt x="36556" y="62675"/>
                  </a:lnTo>
                  <a:lnTo>
                    <a:pt x="37158" y="61930"/>
                  </a:lnTo>
                  <a:lnTo>
                    <a:pt x="37759" y="61212"/>
                  </a:lnTo>
                  <a:lnTo>
                    <a:pt x="38358" y="60519"/>
                  </a:lnTo>
                  <a:lnTo>
                    <a:pt x="38955" y="59851"/>
                  </a:lnTo>
                  <a:lnTo>
                    <a:pt x="39550" y="59208"/>
                  </a:lnTo>
                  <a:lnTo>
                    <a:pt x="40143" y="58589"/>
                  </a:lnTo>
                  <a:lnTo>
                    <a:pt x="40734" y="57994"/>
                  </a:lnTo>
                  <a:lnTo>
                    <a:pt x="41324" y="57422"/>
                  </a:lnTo>
                  <a:lnTo>
                    <a:pt x="41910" y="56872"/>
                  </a:lnTo>
                  <a:lnTo>
                    <a:pt x="42495" y="56344"/>
                  </a:lnTo>
                  <a:lnTo>
                    <a:pt x="43078" y="55837"/>
                  </a:lnTo>
                  <a:lnTo>
                    <a:pt x="43659" y="55351"/>
                  </a:lnTo>
                  <a:lnTo>
                    <a:pt x="44238" y="54885"/>
                  </a:lnTo>
                  <a:lnTo>
                    <a:pt x="44815" y="54439"/>
                  </a:lnTo>
                  <a:lnTo>
                    <a:pt x="45390" y="54011"/>
                  </a:lnTo>
                  <a:lnTo>
                    <a:pt x="45964" y="53602"/>
                  </a:lnTo>
                  <a:lnTo>
                    <a:pt x="46537" y="53210"/>
                  </a:lnTo>
                  <a:lnTo>
                    <a:pt x="47109" y="52836"/>
                  </a:lnTo>
                  <a:lnTo>
                    <a:pt x="47680" y="52478"/>
                  </a:lnTo>
                  <a:lnTo>
                    <a:pt x="48250" y="52135"/>
                  </a:lnTo>
                  <a:lnTo>
                    <a:pt x="48821" y="51809"/>
                  </a:lnTo>
                  <a:lnTo>
                    <a:pt x="49391" y="51497"/>
                  </a:lnTo>
                  <a:lnTo>
                    <a:pt x="49962" y="51200"/>
                  </a:lnTo>
                  <a:lnTo>
                    <a:pt x="50534" y="50916"/>
                  </a:lnTo>
                  <a:lnTo>
                    <a:pt x="51108" y="50647"/>
                  </a:lnTo>
                  <a:lnTo>
                    <a:pt x="51683" y="50390"/>
                  </a:lnTo>
                  <a:lnTo>
                    <a:pt x="52260" y="50146"/>
                  </a:lnTo>
                  <a:lnTo>
                    <a:pt x="52840" y="49915"/>
                  </a:lnTo>
                  <a:lnTo>
                    <a:pt x="53423" y="49695"/>
                  </a:lnTo>
                  <a:lnTo>
                    <a:pt x="54010" y="49488"/>
                  </a:lnTo>
                  <a:lnTo>
                    <a:pt x="54600" y="49292"/>
                  </a:lnTo>
                  <a:lnTo>
                    <a:pt x="55194" y="49107"/>
                  </a:lnTo>
                  <a:lnTo>
                    <a:pt x="55793" y="48934"/>
                  </a:lnTo>
                  <a:lnTo>
                    <a:pt x="56397" y="48772"/>
                  </a:lnTo>
                  <a:lnTo>
                    <a:pt x="57006" y="48620"/>
                  </a:lnTo>
                  <a:lnTo>
                    <a:pt x="57621" y="48479"/>
                  </a:lnTo>
                  <a:lnTo>
                    <a:pt x="58242" y="48349"/>
                  </a:lnTo>
                  <a:lnTo>
                    <a:pt x="58869" y="48229"/>
                  </a:lnTo>
                  <a:lnTo>
                    <a:pt x="59503" y="48120"/>
                  </a:lnTo>
                  <a:lnTo>
                    <a:pt x="60144" y="48021"/>
                  </a:lnTo>
                  <a:lnTo>
                    <a:pt x="60792" y="47932"/>
                  </a:lnTo>
                  <a:lnTo>
                    <a:pt x="61447" y="47854"/>
                  </a:lnTo>
                  <a:lnTo>
                    <a:pt x="62110" y="47787"/>
                  </a:lnTo>
                  <a:lnTo>
                    <a:pt x="62780" y="47729"/>
                  </a:lnTo>
                  <a:lnTo>
                    <a:pt x="63458" y="47682"/>
                  </a:lnTo>
                  <a:lnTo>
                    <a:pt x="64144" y="47646"/>
                  </a:lnTo>
                  <a:lnTo>
                    <a:pt x="64838" y="47620"/>
                  </a:lnTo>
                  <a:lnTo>
                    <a:pt x="65541" y="47604"/>
                  </a:lnTo>
                  <a:lnTo>
                    <a:pt x="66251" y="47599"/>
                  </a:lnTo>
                  <a:lnTo>
                    <a:pt x="66970" y="47604"/>
                  </a:lnTo>
                  <a:lnTo>
                    <a:pt x="67697" y="47620"/>
                  </a:lnTo>
                  <a:lnTo>
                    <a:pt x="68432" y="47646"/>
                  </a:lnTo>
                  <a:lnTo>
                    <a:pt x="69175" y="47683"/>
                  </a:lnTo>
                  <a:lnTo>
                    <a:pt x="69926" y="47730"/>
                  </a:lnTo>
                  <a:lnTo>
                    <a:pt x="70686" y="47787"/>
                  </a:lnTo>
                  <a:lnTo>
                    <a:pt x="71453" y="47855"/>
                  </a:lnTo>
                  <a:lnTo>
                    <a:pt x="72229" y="47933"/>
                  </a:lnTo>
                  <a:lnTo>
                    <a:pt x="73012" y="48022"/>
                  </a:lnTo>
                  <a:lnTo>
                    <a:pt x="73804" y="48121"/>
                  </a:lnTo>
                  <a:lnTo>
                    <a:pt x="74603" y="48230"/>
                  </a:lnTo>
                  <a:lnTo>
                    <a:pt x="75409" y="48349"/>
                  </a:lnTo>
                  <a:lnTo>
                    <a:pt x="76223" y="48478"/>
                  </a:lnTo>
                  <a:lnTo>
                    <a:pt x="77045" y="48618"/>
                  </a:lnTo>
                  <a:lnTo>
                    <a:pt x="77873" y="48767"/>
                  </a:lnTo>
                  <a:lnTo>
                    <a:pt x="78709" y="48926"/>
                  </a:lnTo>
                  <a:lnTo>
                    <a:pt x="79552" y="49095"/>
                  </a:lnTo>
                  <a:lnTo>
                    <a:pt x="80401" y="49274"/>
                  </a:lnTo>
                  <a:lnTo>
                    <a:pt x="81257" y="49462"/>
                  </a:lnTo>
                  <a:lnTo>
                    <a:pt x="82120" y="49659"/>
                  </a:lnTo>
                  <a:lnTo>
                    <a:pt x="82989" y="49866"/>
                  </a:lnTo>
                  <a:lnTo>
                    <a:pt x="83865" y="50082"/>
                  </a:lnTo>
                  <a:lnTo>
                    <a:pt x="84747" y="50306"/>
                  </a:lnTo>
                  <a:lnTo>
                    <a:pt x="85634" y="50540"/>
                  </a:lnTo>
                  <a:lnTo>
                    <a:pt x="86528" y="50782"/>
                  </a:lnTo>
                  <a:lnTo>
                    <a:pt x="87427" y="51033"/>
                  </a:lnTo>
                  <a:lnTo>
                    <a:pt x="88332" y="51292"/>
                  </a:lnTo>
                  <a:lnTo>
                    <a:pt x="89242" y="51560"/>
                  </a:lnTo>
                  <a:lnTo>
                    <a:pt x="90158" y="51835"/>
                  </a:lnTo>
                  <a:lnTo>
                    <a:pt x="91079" y="52118"/>
                  </a:lnTo>
                  <a:lnTo>
                    <a:pt x="92005" y="52409"/>
                  </a:lnTo>
                  <a:lnTo>
                    <a:pt x="92936" y="52707"/>
                  </a:lnTo>
                  <a:lnTo>
                    <a:pt x="93872" y="53013"/>
                  </a:lnTo>
                  <a:lnTo>
                    <a:pt x="94812" y="53325"/>
                  </a:lnTo>
                  <a:lnTo>
                    <a:pt x="95757" y="53645"/>
                  </a:lnTo>
                  <a:lnTo>
                    <a:pt x="96707" y="53971"/>
                  </a:lnTo>
                  <a:lnTo>
                    <a:pt x="97661" y="54304"/>
                  </a:lnTo>
                  <a:lnTo>
                    <a:pt x="98619" y="54643"/>
                  </a:lnTo>
                  <a:lnTo>
                    <a:pt x="99581" y="54988"/>
                  </a:lnTo>
                  <a:lnTo>
                    <a:pt x="100547" y="55338"/>
                  </a:lnTo>
                  <a:lnTo>
                    <a:pt x="101518" y="55695"/>
                  </a:lnTo>
                  <a:lnTo>
                    <a:pt x="102492" y="56057"/>
                  </a:lnTo>
                  <a:lnTo>
                    <a:pt x="103469" y="56424"/>
                  </a:lnTo>
                  <a:lnTo>
                    <a:pt x="104451" y="56796"/>
                  </a:lnTo>
                  <a:lnTo>
                    <a:pt x="105436" y="57173"/>
                  </a:lnTo>
                  <a:lnTo>
                    <a:pt x="106424" y="57555"/>
                  </a:lnTo>
                  <a:lnTo>
                    <a:pt x="107416" y="57940"/>
                  </a:lnTo>
                  <a:lnTo>
                    <a:pt x="108410" y="58330"/>
                  </a:lnTo>
                  <a:lnTo>
                    <a:pt x="109409" y="58724"/>
                  </a:lnTo>
                  <a:lnTo>
                    <a:pt x="110410" y="59122"/>
                  </a:lnTo>
                  <a:lnTo>
                    <a:pt x="111414" y="59523"/>
                  </a:lnTo>
                  <a:lnTo>
                    <a:pt x="112421" y="59927"/>
                  </a:lnTo>
                  <a:lnTo>
                    <a:pt x="113431" y="60334"/>
                  </a:lnTo>
                  <a:lnTo>
                    <a:pt x="114444" y="60744"/>
                  </a:lnTo>
                  <a:lnTo>
                    <a:pt x="115460" y="61157"/>
                  </a:lnTo>
                  <a:lnTo>
                    <a:pt x="116478" y="61571"/>
                  </a:lnTo>
                  <a:lnTo>
                    <a:pt x="109539" y="91393"/>
                  </a:lnTo>
                  <a:lnTo>
                    <a:pt x="186393" y="64321"/>
                  </a:lnTo>
                  <a:lnTo>
                    <a:pt x="136369" y="0"/>
                  </a:lnTo>
                  <a:lnTo>
                    <a:pt x="129430" y="29822"/>
                  </a:lnTo>
                  <a:lnTo>
                    <a:pt x="128381" y="29394"/>
                  </a:lnTo>
                  <a:lnTo>
                    <a:pt x="127330" y="28967"/>
                  </a:lnTo>
                  <a:lnTo>
                    <a:pt x="126276" y="28541"/>
                  </a:lnTo>
                  <a:lnTo>
                    <a:pt x="125219" y="28115"/>
                  </a:lnTo>
                  <a:lnTo>
                    <a:pt x="124159" y="27689"/>
                  </a:lnTo>
                  <a:lnTo>
                    <a:pt x="123096" y="27265"/>
                  </a:lnTo>
                  <a:lnTo>
                    <a:pt x="122030" y="26841"/>
                  </a:lnTo>
                  <a:lnTo>
                    <a:pt x="120961" y="26420"/>
                  </a:lnTo>
                  <a:lnTo>
                    <a:pt x="119890" y="26000"/>
                  </a:lnTo>
                  <a:lnTo>
                    <a:pt x="118816" y="25582"/>
                  </a:lnTo>
                  <a:lnTo>
                    <a:pt x="117739" y="25166"/>
                  </a:lnTo>
                  <a:lnTo>
                    <a:pt x="116659" y="24753"/>
                  </a:lnTo>
                  <a:lnTo>
                    <a:pt x="115577" y="24343"/>
                  </a:lnTo>
                  <a:lnTo>
                    <a:pt x="114491" y="23935"/>
                  </a:lnTo>
                  <a:lnTo>
                    <a:pt x="113404" y="23531"/>
                  </a:lnTo>
                  <a:lnTo>
                    <a:pt x="112313" y="23130"/>
                  </a:lnTo>
                  <a:lnTo>
                    <a:pt x="111220" y="22733"/>
                  </a:lnTo>
                  <a:lnTo>
                    <a:pt x="110124" y="22340"/>
                  </a:lnTo>
                  <a:lnTo>
                    <a:pt x="109025" y="21952"/>
                  </a:lnTo>
                  <a:lnTo>
                    <a:pt x="107923" y="21567"/>
                  </a:lnTo>
                  <a:lnTo>
                    <a:pt x="106819" y="21188"/>
                  </a:lnTo>
                  <a:lnTo>
                    <a:pt x="105712" y="20814"/>
                  </a:lnTo>
                  <a:lnTo>
                    <a:pt x="104602" y="20445"/>
                  </a:lnTo>
                  <a:lnTo>
                    <a:pt x="103490" y="20082"/>
                  </a:lnTo>
                  <a:lnTo>
                    <a:pt x="102374" y="19724"/>
                  </a:lnTo>
                  <a:lnTo>
                    <a:pt x="101256" y="19373"/>
                  </a:lnTo>
                  <a:lnTo>
                    <a:pt x="100135" y="19028"/>
                  </a:lnTo>
                  <a:lnTo>
                    <a:pt x="99011" y="18691"/>
                  </a:lnTo>
                  <a:lnTo>
                    <a:pt x="97884" y="18360"/>
                  </a:lnTo>
                  <a:lnTo>
                    <a:pt x="96755" y="18036"/>
                  </a:lnTo>
                  <a:lnTo>
                    <a:pt x="95622" y="17720"/>
                  </a:lnTo>
                  <a:lnTo>
                    <a:pt x="94486" y="17412"/>
                  </a:lnTo>
                  <a:lnTo>
                    <a:pt x="93347" y="17113"/>
                  </a:lnTo>
                  <a:lnTo>
                    <a:pt x="92205" y="16821"/>
                  </a:lnTo>
                  <a:lnTo>
                    <a:pt x="91060" y="16539"/>
                  </a:lnTo>
                  <a:lnTo>
                    <a:pt x="89912" y="16266"/>
                  </a:lnTo>
                  <a:lnTo>
                    <a:pt x="88761" y="16003"/>
                  </a:lnTo>
                  <a:lnTo>
                    <a:pt x="87606" y="15749"/>
                  </a:lnTo>
                  <a:lnTo>
                    <a:pt x="86448" y="15506"/>
                  </a:lnTo>
                  <a:lnTo>
                    <a:pt x="85287" y="15273"/>
                  </a:lnTo>
                  <a:lnTo>
                    <a:pt x="84123" y="15051"/>
                  </a:lnTo>
                  <a:lnTo>
                    <a:pt x="82955" y="14841"/>
                  </a:lnTo>
                  <a:lnTo>
                    <a:pt x="81784" y="14642"/>
                  </a:lnTo>
                  <a:lnTo>
                    <a:pt x="80610" y="14456"/>
                  </a:lnTo>
                  <a:lnTo>
                    <a:pt x="79432" y="14281"/>
                  </a:lnTo>
                  <a:lnTo>
                    <a:pt x="78250" y="14120"/>
                  </a:lnTo>
                  <a:lnTo>
                    <a:pt x="77065" y="13972"/>
                  </a:lnTo>
                  <a:lnTo>
                    <a:pt x="75877" y="13838"/>
                  </a:lnTo>
                  <a:lnTo>
                    <a:pt x="74685" y="13718"/>
                  </a:lnTo>
                  <a:lnTo>
                    <a:pt x="73490" y="13612"/>
                  </a:lnTo>
                  <a:lnTo>
                    <a:pt x="72292" y="13521"/>
                  </a:lnTo>
                  <a:lnTo>
                    <a:pt x="71090" y="13446"/>
                  </a:lnTo>
                  <a:lnTo>
                    <a:pt x="69885" y="13387"/>
                  </a:lnTo>
                  <a:lnTo>
                    <a:pt x="68677" y="13344"/>
                  </a:lnTo>
                  <a:lnTo>
                    <a:pt x="67466" y="13318"/>
                  </a:lnTo>
                  <a:lnTo>
                    <a:pt x="66251" y="13309"/>
                  </a:lnTo>
                  <a:lnTo>
                    <a:pt x="65034" y="13318"/>
                  </a:lnTo>
                  <a:lnTo>
                    <a:pt x="63814" y="13345"/>
                  </a:lnTo>
                  <a:lnTo>
                    <a:pt x="62591" y="13391"/>
                  </a:lnTo>
                  <a:lnTo>
                    <a:pt x="61366" y="13456"/>
                  </a:lnTo>
                  <a:lnTo>
                    <a:pt x="60139" y="13541"/>
                  </a:lnTo>
                  <a:lnTo>
                    <a:pt x="58909" y="13646"/>
                  </a:lnTo>
                  <a:lnTo>
                    <a:pt x="57678" y="13772"/>
                  </a:lnTo>
                  <a:lnTo>
                    <a:pt x="56446" y="13919"/>
                  </a:lnTo>
                  <a:lnTo>
                    <a:pt x="55212" y="14087"/>
                  </a:lnTo>
                  <a:lnTo>
                    <a:pt x="53977" y="14278"/>
                  </a:lnTo>
                  <a:lnTo>
                    <a:pt x="52742" y="14491"/>
                  </a:lnTo>
                  <a:lnTo>
                    <a:pt x="51506" y="14727"/>
                  </a:lnTo>
                  <a:lnTo>
                    <a:pt x="50271" y="14986"/>
                  </a:lnTo>
                  <a:lnTo>
                    <a:pt x="49036" y="15269"/>
                  </a:lnTo>
                  <a:lnTo>
                    <a:pt x="47802" y="15576"/>
                  </a:lnTo>
                  <a:lnTo>
                    <a:pt x="46570" y="15908"/>
                  </a:lnTo>
                  <a:lnTo>
                    <a:pt x="45340" y="16264"/>
                  </a:lnTo>
                  <a:lnTo>
                    <a:pt x="44112" y="16645"/>
                  </a:lnTo>
                  <a:lnTo>
                    <a:pt x="42887" y="17052"/>
                  </a:lnTo>
                  <a:lnTo>
                    <a:pt x="41666" y="17484"/>
                  </a:lnTo>
                  <a:lnTo>
                    <a:pt x="40448" y="17942"/>
                  </a:lnTo>
                  <a:lnTo>
                    <a:pt x="39235" y="18426"/>
                  </a:lnTo>
                  <a:lnTo>
                    <a:pt x="38027" y="18937"/>
                  </a:lnTo>
                  <a:lnTo>
                    <a:pt x="36825" y="19473"/>
                  </a:lnTo>
                  <a:lnTo>
                    <a:pt x="35628" y="20036"/>
                  </a:lnTo>
                  <a:lnTo>
                    <a:pt x="34438" y="20625"/>
                  </a:lnTo>
                  <a:lnTo>
                    <a:pt x="33255" y="21241"/>
                  </a:lnTo>
                  <a:lnTo>
                    <a:pt x="32079" y="21883"/>
                  </a:lnTo>
                  <a:lnTo>
                    <a:pt x="30912" y="22552"/>
                  </a:lnTo>
                  <a:lnTo>
                    <a:pt x="29752" y="23247"/>
                  </a:lnTo>
                  <a:lnTo>
                    <a:pt x="28602" y="23969"/>
                  </a:lnTo>
                  <a:lnTo>
                    <a:pt x="27461" y="24716"/>
                  </a:lnTo>
                  <a:lnTo>
                    <a:pt x="26329" y="25490"/>
                  </a:lnTo>
                  <a:lnTo>
                    <a:pt x="25207" y="26290"/>
                  </a:lnTo>
                  <a:lnTo>
                    <a:pt x="24096" y="27116"/>
                  </a:lnTo>
                  <a:lnTo>
                    <a:pt x="22995" y="27968"/>
                  </a:lnTo>
                  <a:lnTo>
                    <a:pt x="21905" y="28846"/>
                  </a:lnTo>
                  <a:lnTo>
                    <a:pt x="20825" y="29749"/>
                  </a:lnTo>
                  <a:lnTo>
                    <a:pt x="19757" y="30677"/>
                  </a:lnTo>
                  <a:lnTo>
                    <a:pt x="18700" y="31631"/>
                  </a:lnTo>
                  <a:lnTo>
                    <a:pt x="17655" y="32610"/>
                  </a:lnTo>
                  <a:lnTo>
                    <a:pt x="16622" y="33614"/>
                  </a:lnTo>
                  <a:lnTo>
                    <a:pt x="15600" y="34643"/>
                  </a:lnTo>
                  <a:lnTo>
                    <a:pt x="14589" y="35697"/>
                  </a:lnTo>
                  <a:lnTo>
                    <a:pt x="13591" y="36776"/>
                  </a:lnTo>
                  <a:lnTo>
                    <a:pt x="12604" y="37879"/>
                  </a:lnTo>
                  <a:lnTo>
                    <a:pt x="11629" y="39007"/>
                  </a:lnTo>
                  <a:lnTo>
                    <a:pt x="10666" y="40159"/>
                  </a:lnTo>
                  <a:lnTo>
                    <a:pt x="9715" y="41337"/>
                  </a:lnTo>
                  <a:lnTo>
                    <a:pt x="8775" y="42538"/>
                  </a:lnTo>
                  <a:lnTo>
                    <a:pt x="7847" y="43765"/>
                  </a:lnTo>
                  <a:lnTo>
                    <a:pt x="6930" y="45015"/>
                  </a:lnTo>
                  <a:lnTo>
                    <a:pt x="6025" y="46291"/>
                  </a:lnTo>
                  <a:lnTo>
                    <a:pt x="5131" y="47591"/>
                  </a:lnTo>
                  <a:lnTo>
                    <a:pt x="4249" y="48916"/>
                  </a:lnTo>
                  <a:lnTo>
                    <a:pt x="3377" y="50266"/>
                  </a:lnTo>
                  <a:lnTo>
                    <a:pt x="2517" y="51640"/>
                  </a:lnTo>
                  <a:lnTo>
                    <a:pt x="1667" y="53040"/>
                  </a:lnTo>
                  <a:lnTo>
                    <a:pt x="828" y="54465"/>
                  </a:lnTo>
                  <a:lnTo>
                    <a:pt x="0" y="55915"/>
                  </a:lnTo>
                  <a:close/>
                </a:path>
              </a:pathLst>
            </a:custGeom>
            <a:solidFill>
              <a:srgbClr val="000000"/>
            </a:solidFill>
            <a:ln w="0">
              <a:noFill/>
            </a:ln>
          </p:spPr>
        </p:sp>
        <p:sp>
          <p:nvSpPr>
            <p:cNvPr id="2411" name="panel2__factor_0" descr="Editable filled curved data-flow path"/>
            <p:cNvSpPr/>
            <p:nvPr/>
          </p:nvSpPr>
          <p:spPr>
            <a:xfrm>
              <a:off x="5876925" y="3456146"/>
              <a:ext cx="161852" cy="191929"/>
            </a:xfrm>
            <a:custGeom>
              <a:avLst/>
              <a:gdLst/>
              <a:ahLst/>
              <a:cxnLst/>
              <a:rect l="0" t="0" r="w" b="h"/>
              <a:pathLst>
                <a:path w="161852" h="191929" fill="norm" stroke="false">
                  <a:moveTo>
                    <a:pt x="0" y="40958"/>
                  </a:moveTo>
                  <a:lnTo>
                    <a:pt x="1038" y="40963"/>
                  </a:lnTo>
                  <a:lnTo>
                    <a:pt x="2068" y="40981"/>
                  </a:lnTo>
                  <a:lnTo>
                    <a:pt x="3089" y="41009"/>
                  </a:lnTo>
                  <a:lnTo>
                    <a:pt x="4101" y="41049"/>
                  </a:lnTo>
                  <a:lnTo>
                    <a:pt x="5106" y="41100"/>
                  </a:lnTo>
                  <a:lnTo>
                    <a:pt x="6102" y="41162"/>
                  </a:lnTo>
                  <a:lnTo>
                    <a:pt x="7089" y="41235"/>
                  </a:lnTo>
                  <a:lnTo>
                    <a:pt x="8069" y="41319"/>
                  </a:lnTo>
                  <a:lnTo>
                    <a:pt x="9040" y="41413"/>
                  </a:lnTo>
                  <a:lnTo>
                    <a:pt x="10004" y="41519"/>
                  </a:lnTo>
                  <a:lnTo>
                    <a:pt x="10959" y="41635"/>
                  </a:lnTo>
                  <a:lnTo>
                    <a:pt x="11907" y="41761"/>
                  </a:lnTo>
                  <a:lnTo>
                    <a:pt x="12847" y="41897"/>
                  </a:lnTo>
                  <a:lnTo>
                    <a:pt x="13779" y="42044"/>
                  </a:lnTo>
                  <a:lnTo>
                    <a:pt x="14704" y="42201"/>
                  </a:lnTo>
                  <a:lnTo>
                    <a:pt x="15621" y="42369"/>
                  </a:lnTo>
                  <a:lnTo>
                    <a:pt x="16531" y="42546"/>
                  </a:lnTo>
                  <a:lnTo>
                    <a:pt x="17434" y="42733"/>
                  </a:lnTo>
                  <a:lnTo>
                    <a:pt x="18329" y="42931"/>
                  </a:lnTo>
                  <a:lnTo>
                    <a:pt x="19218" y="43138"/>
                  </a:lnTo>
                  <a:lnTo>
                    <a:pt x="20099" y="43355"/>
                  </a:lnTo>
                  <a:lnTo>
                    <a:pt x="20973" y="43581"/>
                  </a:lnTo>
                  <a:lnTo>
                    <a:pt x="21841" y="43818"/>
                  </a:lnTo>
                  <a:lnTo>
                    <a:pt x="22702" y="44063"/>
                  </a:lnTo>
                  <a:lnTo>
                    <a:pt x="23557" y="44319"/>
                  </a:lnTo>
                  <a:lnTo>
                    <a:pt x="24405" y="44584"/>
                  </a:lnTo>
                  <a:lnTo>
                    <a:pt x="25247" y="44859"/>
                  </a:lnTo>
                  <a:lnTo>
                    <a:pt x="26082" y="45143"/>
                  </a:lnTo>
                  <a:lnTo>
                    <a:pt x="26911" y="45436"/>
                  </a:lnTo>
                  <a:lnTo>
                    <a:pt x="27734" y="45739"/>
                  </a:lnTo>
                  <a:lnTo>
                    <a:pt x="28552" y="46051"/>
                  </a:lnTo>
                  <a:lnTo>
                    <a:pt x="29363" y="46373"/>
                  </a:lnTo>
                  <a:lnTo>
                    <a:pt x="30169" y="46704"/>
                  </a:lnTo>
                  <a:lnTo>
                    <a:pt x="30968" y="47044"/>
                  </a:lnTo>
                  <a:lnTo>
                    <a:pt x="31763" y="47394"/>
                  </a:lnTo>
                  <a:lnTo>
                    <a:pt x="32551" y="47753"/>
                  </a:lnTo>
                  <a:lnTo>
                    <a:pt x="33335" y="48121"/>
                  </a:lnTo>
                  <a:lnTo>
                    <a:pt x="34113" y="48498"/>
                  </a:lnTo>
                  <a:lnTo>
                    <a:pt x="34886" y="48885"/>
                  </a:lnTo>
                  <a:lnTo>
                    <a:pt x="35653" y="49281"/>
                  </a:lnTo>
                  <a:lnTo>
                    <a:pt x="36416" y="49687"/>
                  </a:lnTo>
                  <a:lnTo>
                    <a:pt x="37173" y="50101"/>
                  </a:lnTo>
                  <a:lnTo>
                    <a:pt x="37926" y="50525"/>
                  </a:lnTo>
                  <a:lnTo>
                    <a:pt x="38674" y="50959"/>
                  </a:lnTo>
                  <a:lnTo>
                    <a:pt x="39416" y="51401"/>
                  </a:lnTo>
                  <a:lnTo>
                    <a:pt x="40154" y="51853"/>
                  </a:lnTo>
                  <a:lnTo>
                    <a:pt x="40888" y="52315"/>
                  </a:lnTo>
                  <a:lnTo>
                    <a:pt x="41617" y="52786"/>
                  </a:lnTo>
                  <a:lnTo>
                    <a:pt x="42341" y="53266"/>
                  </a:lnTo>
                  <a:lnTo>
                    <a:pt x="43060" y="53755"/>
                  </a:lnTo>
                  <a:lnTo>
                    <a:pt x="43776" y="54254"/>
                  </a:lnTo>
                  <a:lnTo>
                    <a:pt x="44486" y="54763"/>
                  </a:lnTo>
                  <a:lnTo>
                    <a:pt x="45192" y="55281"/>
                  </a:lnTo>
                  <a:lnTo>
                    <a:pt x="45894" y="55808"/>
                  </a:lnTo>
                  <a:lnTo>
                    <a:pt x="46592" y="56346"/>
                  </a:lnTo>
                  <a:lnTo>
                    <a:pt x="47285" y="56892"/>
                  </a:lnTo>
                  <a:lnTo>
                    <a:pt x="47974" y="57448"/>
                  </a:lnTo>
                  <a:lnTo>
                    <a:pt x="48658" y="58014"/>
                  </a:lnTo>
                  <a:lnTo>
                    <a:pt x="49339" y="58589"/>
                  </a:lnTo>
                  <a:lnTo>
                    <a:pt x="50015" y="59174"/>
                  </a:lnTo>
                  <a:lnTo>
                    <a:pt x="50686" y="59768"/>
                  </a:lnTo>
                  <a:lnTo>
                    <a:pt x="51354" y="60373"/>
                  </a:lnTo>
                  <a:lnTo>
                    <a:pt x="52017" y="60986"/>
                  </a:lnTo>
                  <a:lnTo>
                    <a:pt x="52676" y="61610"/>
                  </a:lnTo>
                  <a:lnTo>
                    <a:pt x="53331" y="62243"/>
                  </a:lnTo>
                  <a:lnTo>
                    <a:pt x="53982" y="62886"/>
                  </a:lnTo>
                  <a:lnTo>
                    <a:pt x="54628" y="63538"/>
                  </a:lnTo>
                  <a:lnTo>
                    <a:pt x="55270" y="64200"/>
                  </a:lnTo>
                  <a:lnTo>
                    <a:pt x="55908" y="64872"/>
                  </a:lnTo>
                  <a:lnTo>
                    <a:pt x="56542" y="65554"/>
                  </a:lnTo>
                  <a:lnTo>
                    <a:pt x="57171" y="66245"/>
                  </a:lnTo>
                  <a:lnTo>
                    <a:pt x="57796" y="66946"/>
                  </a:lnTo>
                  <a:lnTo>
                    <a:pt x="58417" y="67657"/>
                  </a:lnTo>
                  <a:lnTo>
                    <a:pt x="59033" y="68378"/>
                  </a:lnTo>
                  <a:lnTo>
                    <a:pt x="59645" y="69108"/>
                  </a:lnTo>
                  <a:lnTo>
                    <a:pt x="60253" y="69848"/>
                  </a:lnTo>
                  <a:lnTo>
                    <a:pt x="60856" y="70597"/>
                  </a:lnTo>
                  <a:lnTo>
                    <a:pt x="61455" y="71357"/>
                  </a:lnTo>
                  <a:lnTo>
                    <a:pt x="62049" y="72126"/>
                  </a:lnTo>
                  <a:lnTo>
                    <a:pt x="62639" y="72904"/>
                  </a:lnTo>
                  <a:lnTo>
                    <a:pt x="63225" y="73693"/>
                  </a:lnTo>
                  <a:lnTo>
                    <a:pt x="63805" y="74490"/>
                  </a:lnTo>
                  <a:lnTo>
                    <a:pt x="64382" y="75298"/>
                  </a:lnTo>
                  <a:lnTo>
                    <a:pt x="64953" y="76115"/>
                  </a:lnTo>
                  <a:lnTo>
                    <a:pt x="65520" y="76942"/>
                  </a:lnTo>
                  <a:lnTo>
                    <a:pt x="66082" y="77778"/>
                  </a:lnTo>
                  <a:lnTo>
                    <a:pt x="66640" y="78624"/>
                  </a:lnTo>
                  <a:lnTo>
                    <a:pt x="67193" y="79479"/>
                  </a:lnTo>
                  <a:lnTo>
                    <a:pt x="67741" y="80344"/>
                  </a:lnTo>
                  <a:lnTo>
                    <a:pt x="68284" y="81218"/>
                  </a:lnTo>
                  <a:lnTo>
                    <a:pt x="68822" y="82101"/>
                  </a:lnTo>
                  <a:lnTo>
                    <a:pt x="69356" y="82994"/>
                  </a:lnTo>
                  <a:lnTo>
                    <a:pt x="69885" y="83897"/>
                  </a:lnTo>
                  <a:lnTo>
                    <a:pt x="70408" y="84808"/>
                  </a:lnTo>
                  <a:lnTo>
                    <a:pt x="70927" y="85729"/>
                  </a:lnTo>
                  <a:lnTo>
                    <a:pt x="71441" y="86659"/>
                  </a:lnTo>
                  <a:lnTo>
                    <a:pt x="71949" y="87598"/>
                  </a:lnTo>
                  <a:lnTo>
                    <a:pt x="72453" y="88546"/>
                  </a:lnTo>
                  <a:lnTo>
                    <a:pt x="72951" y="89504"/>
                  </a:lnTo>
                  <a:lnTo>
                    <a:pt x="73444" y="90470"/>
                  </a:lnTo>
                  <a:lnTo>
                    <a:pt x="73932" y="91446"/>
                  </a:lnTo>
                  <a:lnTo>
                    <a:pt x="74415" y="92430"/>
                  </a:lnTo>
                  <a:lnTo>
                    <a:pt x="74892" y="93423"/>
                  </a:lnTo>
                  <a:lnTo>
                    <a:pt x="75365" y="94426"/>
                  </a:lnTo>
                  <a:lnTo>
                    <a:pt x="75831" y="95436"/>
                  </a:lnTo>
                  <a:lnTo>
                    <a:pt x="76293" y="96456"/>
                  </a:lnTo>
                  <a:lnTo>
                    <a:pt x="76749" y="97485"/>
                  </a:lnTo>
                  <a:lnTo>
                    <a:pt x="77200" y="98522"/>
                  </a:lnTo>
                  <a:lnTo>
                    <a:pt x="77645" y="99567"/>
                  </a:lnTo>
                  <a:lnTo>
                    <a:pt x="78084" y="100622"/>
                  </a:lnTo>
                  <a:lnTo>
                    <a:pt x="78519" y="101684"/>
                  </a:lnTo>
                  <a:lnTo>
                    <a:pt x="78947" y="102756"/>
                  </a:lnTo>
                  <a:lnTo>
                    <a:pt x="79370" y="103835"/>
                  </a:lnTo>
                  <a:lnTo>
                    <a:pt x="79787" y="104923"/>
                  </a:lnTo>
                  <a:lnTo>
                    <a:pt x="80199" y="106019"/>
                  </a:lnTo>
                  <a:lnTo>
                    <a:pt x="80605" y="107123"/>
                  </a:lnTo>
                  <a:lnTo>
                    <a:pt x="81006" y="108236"/>
                  </a:lnTo>
                  <a:lnTo>
                    <a:pt x="81400" y="109356"/>
                  </a:lnTo>
                  <a:lnTo>
                    <a:pt x="81789" y="110485"/>
                  </a:lnTo>
                  <a:lnTo>
                    <a:pt x="82172" y="111621"/>
                  </a:lnTo>
                  <a:lnTo>
                    <a:pt x="82549" y="112766"/>
                  </a:lnTo>
                  <a:lnTo>
                    <a:pt x="82921" y="113918"/>
                  </a:lnTo>
                  <a:lnTo>
                    <a:pt x="83286" y="115078"/>
                  </a:lnTo>
                  <a:lnTo>
                    <a:pt x="83646" y="116246"/>
                  </a:lnTo>
                  <a:lnTo>
                    <a:pt x="84000" y="117421"/>
                  </a:lnTo>
                  <a:lnTo>
                    <a:pt x="84348" y="118604"/>
                  </a:lnTo>
                  <a:lnTo>
                    <a:pt x="84689" y="119795"/>
                  </a:lnTo>
                  <a:lnTo>
                    <a:pt x="85025" y="120993"/>
                  </a:lnTo>
                  <a:lnTo>
                    <a:pt x="85355" y="122198"/>
                  </a:lnTo>
                  <a:lnTo>
                    <a:pt x="48396" y="123787"/>
                  </a:lnTo>
                  <a:lnTo>
                    <a:pt x="114300" y="191929"/>
                  </a:lnTo>
                  <a:lnTo>
                    <a:pt x="161852" y="109921"/>
                  </a:lnTo>
                  <a:lnTo>
                    <a:pt x="124893" y="111510"/>
                  </a:lnTo>
                  <a:lnTo>
                    <a:pt x="124497" y="110060"/>
                  </a:lnTo>
                  <a:lnTo>
                    <a:pt x="124092" y="108615"/>
                  </a:lnTo>
                  <a:lnTo>
                    <a:pt x="123678" y="107176"/>
                  </a:lnTo>
                  <a:lnTo>
                    <a:pt x="123257" y="105744"/>
                  </a:lnTo>
                  <a:lnTo>
                    <a:pt x="122828" y="104317"/>
                  </a:lnTo>
                  <a:lnTo>
                    <a:pt x="122390" y="102896"/>
                  </a:lnTo>
                  <a:lnTo>
                    <a:pt x="121944" y="101481"/>
                  </a:lnTo>
                  <a:lnTo>
                    <a:pt x="121490" y="100072"/>
                  </a:lnTo>
                  <a:lnTo>
                    <a:pt x="121028" y="98669"/>
                  </a:lnTo>
                  <a:lnTo>
                    <a:pt x="120557" y="97273"/>
                  </a:lnTo>
                  <a:lnTo>
                    <a:pt x="120078" y="95883"/>
                  </a:lnTo>
                  <a:lnTo>
                    <a:pt x="119591" y="94499"/>
                  </a:lnTo>
                  <a:lnTo>
                    <a:pt x="119095" y="93122"/>
                  </a:lnTo>
                  <a:lnTo>
                    <a:pt x="118591" y="91751"/>
                  </a:lnTo>
                  <a:lnTo>
                    <a:pt x="118079" y="90386"/>
                  </a:lnTo>
                  <a:lnTo>
                    <a:pt x="117557" y="89028"/>
                  </a:lnTo>
                  <a:lnTo>
                    <a:pt x="117028" y="87677"/>
                  </a:lnTo>
                  <a:lnTo>
                    <a:pt x="116490" y="86332"/>
                  </a:lnTo>
                  <a:lnTo>
                    <a:pt x="115943" y="84994"/>
                  </a:lnTo>
                  <a:lnTo>
                    <a:pt x="115388" y="83663"/>
                  </a:lnTo>
                  <a:lnTo>
                    <a:pt x="114824" y="82339"/>
                  </a:lnTo>
                  <a:lnTo>
                    <a:pt x="114252" y="81022"/>
                  </a:lnTo>
                  <a:lnTo>
                    <a:pt x="113671" y="79711"/>
                  </a:lnTo>
                  <a:lnTo>
                    <a:pt x="113081" y="78408"/>
                  </a:lnTo>
                  <a:lnTo>
                    <a:pt x="112483" y="77112"/>
                  </a:lnTo>
                  <a:lnTo>
                    <a:pt x="111875" y="75823"/>
                  </a:lnTo>
                  <a:lnTo>
                    <a:pt x="111259" y="74541"/>
                  </a:lnTo>
                  <a:lnTo>
                    <a:pt x="110634" y="73267"/>
                  </a:lnTo>
                  <a:lnTo>
                    <a:pt x="110000" y="72000"/>
                  </a:lnTo>
                  <a:lnTo>
                    <a:pt x="109358" y="70740"/>
                  </a:lnTo>
                  <a:lnTo>
                    <a:pt x="108706" y="69488"/>
                  </a:lnTo>
                  <a:lnTo>
                    <a:pt x="108045" y="68244"/>
                  </a:lnTo>
                  <a:lnTo>
                    <a:pt x="107375" y="67007"/>
                  </a:lnTo>
                  <a:lnTo>
                    <a:pt x="106697" y="65778"/>
                  </a:lnTo>
                  <a:lnTo>
                    <a:pt x="106009" y="64557"/>
                  </a:lnTo>
                  <a:lnTo>
                    <a:pt x="105312" y="63344"/>
                  </a:lnTo>
                  <a:lnTo>
                    <a:pt x="104606" y="62138"/>
                  </a:lnTo>
                  <a:lnTo>
                    <a:pt x="103890" y="60941"/>
                  </a:lnTo>
                  <a:lnTo>
                    <a:pt x="103166" y="59752"/>
                  </a:lnTo>
                  <a:lnTo>
                    <a:pt x="102432" y="58571"/>
                  </a:lnTo>
                  <a:lnTo>
                    <a:pt x="101689" y="57399"/>
                  </a:lnTo>
                  <a:lnTo>
                    <a:pt x="100937" y="56235"/>
                  </a:lnTo>
                  <a:lnTo>
                    <a:pt x="100175" y="55079"/>
                  </a:lnTo>
                  <a:lnTo>
                    <a:pt x="99403" y="53932"/>
                  </a:lnTo>
                  <a:lnTo>
                    <a:pt x="98623" y="52794"/>
                  </a:lnTo>
                  <a:lnTo>
                    <a:pt x="97833" y="51665"/>
                  </a:lnTo>
                  <a:lnTo>
                    <a:pt x="97033" y="50544"/>
                  </a:lnTo>
                  <a:lnTo>
                    <a:pt x="96224" y="49432"/>
                  </a:lnTo>
                  <a:lnTo>
                    <a:pt x="95405" y="48330"/>
                  </a:lnTo>
                  <a:lnTo>
                    <a:pt x="94577" y="47236"/>
                  </a:lnTo>
                  <a:lnTo>
                    <a:pt x="93739" y="46152"/>
                  </a:lnTo>
                  <a:lnTo>
                    <a:pt x="92891" y="45077"/>
                  </a:lnTo>
                  <a:lnTo>
                    <a:pt x="92034" y="44012"/>
                  </a:lnTo>
                  <a:lnTo>
                    <a:pt x="91167" y="42956"/>
                  </a:lnTo>
                  <a:lnTo>
                    <a:pt x="90290" y="41910"/>
                  </a:lnTo>
                  <a:lnTo>
                    <a:pt x="89404" y="40874"/>
                  </a:lnTo>
                  <a:lnTo>
                    <a:pt x="88508" y="39848"/>
                  </a:lnTo>
                  <a:lnTo>
                    <a:pt x="87602" y="38832"/>
                  </a:lnTo>
                  <a:lnTo>
                    <a:pt x="86686" y="37826"/>
                  </a:lnTo>
                  <a:lnTo>
                    <a:pt x="85760" y="36830"/>
                  </a:lnTo>
                  <a:lnTo>
                    <a:pt x="84825" y="35844"/>
                  </a:lnTo>
                  <a:lnTo>
                    <a:pt x="83879" y="34870"/>
                  </a:lnTo>
                  <a:lnTo>
                    <a:pt x="82924" y="33905"/>
                  </a:lnTo>
                  <a:lnTo>
                    <a:pt x="81959" y="32952"/>
                  </a:lnTo>
                  <a:lnTo>
                    <a:pt x="80984" y="32009"/>
                  </a:lnTo>
                  <a:lnTo>
                    <a:pt x="79999" y="31078"/>
                  </a:lnTo>
                  <a:lnTo>
                    <a:pt x="79004" y="30157"/>
                  </a:lnTo>
                  <a:lnTo>
                    <a:pt x="78000" y="29248"/>
                  </a:lnTo>
                  <a:lnTo>
                    <a:pt x="76985" y="28350"/>
                  </a:lnTo>
                  <a:lnTo>
                    <a:pt x="75961" y="27464"/>
                  </a:lnTo>
                  <a:lnTo>
                    <a:pt x="74927" y="26590"/>
                  </a:lnTo>
                  <a:lnTo>
                    <a:pt x="73883" y="25727"/>
                  </a:lnTo>
                  <a:lnTo>
                    <a:pt x="72829" y="24876"/>
                  </a:lnTo>
                  <a:lnTo>
                    <a:pt x="71765" y="24037"/>
                  </a:lnTo>
                  <a:lnTo>
                    <a:pt x="70692" y="23211"/>
                  </a:lnTo>
                  <a:lnTo>
                    <a:pt x="69609" y="22397"/>
                  </a:lnTo>
                  <a:lnTo>
                    <a:pt x="68516" y="21595"/>
                  </a:lnTo>
                  <a:lnTo>
                    <a:pt x="67413" y="20806"/>
                  </a:lnTo>
                  <a:lnTo>
                    <a:pt x="66301" y="20030"/>
                  </a:lnTo>
                  <a:lnTo>
                    <a:pt x="65179" y="19267"/>
                  </a:lnTo>
                  <a:lnTo>
                    <a:pt x="64047" y="18516"/>
                  </a:lnTo>
                  <a:lnTo>
                    <a:pt x="62906" y="17779"/>
                  </a:lnTo>
                  <a:lnTo>
                    <a:pt x="61756" y="17056"/>
                  </a:lnTo>
                  <a:lnTo>
                    <a:pt x="60596" y="16345"/>
                  </a:lnTo>
                  <a:lnTo>
                    <a:pt x="59427" y="15648"/>
                  </a:lnTo>
                  <a:lnTo>
                    <a:pt x="58248" y="14965"/>
                  </a:lnTo>
                  <a:lnTo>
                    <a:pt x="57061" y="14296"/>
                  </a:lnTo>
                  <a:lnTo>
                    <a:pt x="55864" y="13641"/>
                  </a:lnTo>
                  <a:lnTo>
                    <a:pt x="54658" y="13000"/>
                  </a:lnTo>
                  <a:lnTo>
                    <a:pt x="53443" y="12373"/>
                  </a:lnTo>
                  <a:lnTo>
                    <a:pt x="52219" y="11760"/>
                  </a:lnTo>
                  <a:lnTo>
                    <a:pt x="50986" y="11162"/>
                  </a:lnTo>
                  <a:lnTo>
                    <a:pt x="49745" y="10578"/>
                  </a:lnTo>
                  <a:lnTo>
                    <a:pt x="48494" y="10010"/>
                  </a:lnTo>
                  <a:lnTo>
                    <a:pt x="47235" y="9456"/>
                  </a:lnTo>
                  <a:lnTo>
                    <a:pt x="45968" y="8916"/>
                  </a:lnTo>
                  <a:lnTo>
                    <a:pt x="44692" y="8392"/>
                  </a:lnTo>
                  <a:lnTo>
                    <a:pt x="43408" y="7883"/>
                  </a:lnTo>
                  <a:lnTo>
                    <a:pt x="42116" y="7389"/>
                  </a:lnTo>
                  <a:lnTo>
                    <a:pt x="40815" y="6911"/>
                  </a:lnTo>
                  <a:lnTo>
                    <a:pt x="39506" y="6448"/>
                  </a:lnTo>
                  <a:lnTo>
                    <a:pt x="38190" y="6000"/>
                  </a:lnTo>
                  <a:lnTo>
                    <a:pt x="36866" y="5568"/>
                  </a:lnTo>
                  <a:lnTo>
                    <a:pt x="35533" y="5152"/>
                  </a:lnTo>
                  <a:lnTo>
                    <a:pt x="34194" y="4751"/>
                  </a:lnTo>
                  <a:lnTo>
                    <a:pt x="32846" y="4366"/>
                  </a:lnTo>
                  <a:lnTo>
                    <a:pt x="31492" y="3997"/>
                  </a:lnTo>
                  <a:lnTo>
                    <a:pt x="30130" y="3644"/>
                  </a:lnTo>
                  <a:lnTo>
                    <a:pt x="28760" y="3307"/>
                  </a:lnTo>
                  <a:lnTo>
                    <a:pt x="27384" y="2987"/>
                  </a:lnTo>
                  <a:lnTo>
                    <a:pt x="26000" y="2682"/>
                  </a:lnTo>
                  <a:lnTo>
                    <a:pt x="24610" y="2393"/>
                  </a:lnTo>
                  <a:lnTo>
                    <a:pt x="23213" y="2121"/>
                  </a:lnTo>
                  <a:lnTo>
                    <a:pt x="21809" y="1865"/>
                  </a:lnTo>
                  <a:lnTo>
                    <a:pt x="20398" y="1625"/>
                  </a:lnTo>
                  <a:lnTo>
                    <a:pt x="18981" y="1402"/>
                  </a:lnTo>
                  <a:lnTo>
                    <a:pt x="17557" y="1195"/>
                  </a:lnTo>
                  <a:lnTo>
                    <a:pt x="16127" y="1004"/>
                  </a:lnTo>
                  <a:lnTo>
                    <a:pt x="14691" y="830"/>
                  </a:lnTo>
                  <a:lnTo>
                    <a:pt x="13248" y="673"/>
                  </a:lnTo>
                  <a:lnTo>
                    <a:pt x="11800" y="532"/>
                  </a:lnTo>
                  <a:lnTo>
                    <a:pt x="10345" y="407"/>
                  </a:lnTo>
                  <a:lnTo>
                    <a:pt x="8884" y="299"/>
                  </a:lnTo>
                  <a:lnTo>
                    <a:pt x="7418" y="208"/>
                  </a:lnTo>
                  <a:lnTo>
                    <a:pt x="5946" y="133"/>
                  </a:lnTo>
                  <a:lnTo>
                    <a:pt x="4468" y="75"/>
                  </a:lnTo>
                  <a:lnTo>
                    <a:pt x="2984" y="33"/>
                  </a:lnTo>
                  <a:lnTo>
                    <a:pt x="1495" y="8"/>
                  </a:lnTo>
                  <a:lnTo>
                    <a:pt x="0" y="0"/>
                  </a:lnTo>
                  <a:close/>
                </a:path>
              </a:pathLst>
            </a:custGeom>
            <a:solidFill>
              <a:srgbClr val="000000"/>
            </a:solidFill>
            <a:ln w="0">
              <a:noFill/>
            </a:ln>
          </p:spPr>
        </p:sp>
        <p:sp>
          <p:nvSpPr>
            <p:cNvPr id="2412" name="panel2__factor_1" descr="Editable filled curved data-flow path"/>
            <p:cNvSpPr/>
            <p:nvPr/>
          </p:nvSpPr>
          <p:spPr>
            <a:xfrm>
              <a:off x="8267700" y="3456146"/>
              <a:ext cx="161852" cy="191929"/>
            </a:xfrm>
            <a:custGeom>
              <a:avLst/>
              <a:gdLst/>
              <a:ahLst/>
              <a:cxnLst/>
              <a:rect l="0" t="0" r="w" b="h"/>
              <a:pathLst>
                <a:path w="161852" h="191929" fill="norm" stroke="false">
                  <a:moveTo>
                    <a:pt x="0" y="40958"/>
                  </a:moveTo>
                  <a:lnTo>
                    <a:pt x="1038" y="40963"/>
                  </a:lnTo>
                  <a:lnTo>
                    <a:pt x="2068" y="40981"/>
                  </a:lnTo>
                  <a:lnTo>
                    <a:pt x="3089" y="41009"/>
                  </a:lnTo>
                  <a:lnTo>
                    <a:pt x="4101" y="41049"/>
                  </a:lnTo>
                  <a:lnTo>
                    <a:pt x="5106" y="41100"/>
                  </a:lnTo>
                  <a:lnTo>
                    <a:pt x="6102" y="41162"/>
                  </a:lnTo>
                  <a:lnTo>
                    <a:pt x="7089" y="41235"/>
                  </a:lnTo>
                  <a:lnTo>
                    <a:pt x="8069" y="41319"/>
                  </a:lnTo>
                  <a:lnTo>
                    <a:pt x="9040" y="41413"/>
                  </a:lnTo>
                  <a:lnTo>
                    <a:pt x="10004" y="41519"/>
                  </a:lnTo>
                  <a:lnTo>
                    <a:pt x="10959" y="41635"/>
                  </a:lnTo>
                  <a:lnTo>
                    <a:pt x="11907" y="41761"/>
                  </a:lnTo>
                  <a:lnTo>
                    <a:pt x="12847" y="41897"/>
                  </a:lnTo>
                  <a:lnTo>
                    <a:pt x="13779" y="42044"/>
                  </a:lnTo>
                  <a:lnTo>
                    <a:pt x="14704" y="42201"/>
                  </a:lnTo>
                  <a:lnTo>
                    <a:pt x="15621" y="42369"/>
                  </a:lnTo>
                  <a:lnTo>
                    <a:pt x="16531" y="42546"/>
                  </a:lnTo>
                  <a:lnTo>
                    <a:pt x="17434" y="42733"/>
                  </a:lnTo>
                  <a:lnTo>
                    <a:pt x="18329" y="42931"/>
                  </a:lnTo>
                  <a:lnTo>
                    <a:pt x="19218" y="43138"/>
                  </a:lnTo>
                  <a:lnTo>
                    <a:pt x="20099" y="43355"/>
                  </a:lnTo>
                  <a:lnTo>
                    <a:pt x="20973" y="43581"/>
                  </a:lnTo>
                  <a:lnTo>
                    <a:pt x="21841" y="43818"/>
                  </a:lnTo>
                  <a:lnTo>
                    <a:pt x="22702" y="44063"/>
                  </a:lnTo>
                  <a:lnTo>
                    <a:pt x="23557" y="44319"/>
                  </a:lnTo>
                  <a:lnTo>
                    <a:pt x="24405" y="44584"/>
                  </a:lnTo>
                  <a:lnTo>
                    <a:pt x="25247" y="44859"/>
                  </a:lnTo>
                  <a:lnTo>
                    <a:pt x="26082" y="45143"/>
                  </a:lnTo>
                  <a:lnTo>
                    <a:pt x="26911" y="45436"/>
                  </a:lnTo>
                  <a:lnTo>
                    <a:pt x="27734" y="45739"/>
                  </a:lnTo>
                  <a:lnTo>
                    <a:pt x="28552" y="46051"/>
                  </a:lnTo>
                  <a:lnTo>
                    <a:pt x="29363" y="46373"/>
                  </a:lnTo>
                  <a:lnTo>
                    <a:pt x="30169" y="46704"/>
                  </a:lnTo>
                  <a:lnTo>
                    <a:pt x="30968" y="47044"/>
                  </a:lnTo>
                  <a:lnTo>
                    <a:pt x="31763" y="47394"/>
                  </a:lnTo>
                  <a:lnTo>
                    <a:pt x="32551" y="47753"/>
                  </a:lnTo>
                  <a:lnTo>
                    <a:pt x="33335" y="48121"/>
                  </a:lnTo>
                  <a:lnTo>
                    <a:pt x="34113" y="48498"/>
                  </a:lnTo>
                  <a:lnTo>
                    <a:pt x="34886" y="48885"/>
                  </a:lnTo>
                  <a:lnTo>
                    <a:pt x="35653" y="49281"/>
                  </a:lnTo>
                  <a:lnTo>
                    <a:pt x="36416" y="49687"/>
                  </a:lnTo>
                  <a:lnTo>
                    <a:pt x="37173" y="50101"/>
                  </a:lnTo>
                  <a:lnTo>
                    <a:pt x="37926" y="50525"/>
                  </a:lnTo>
                  <a:lnTo>
                    <a:pt x="38674" y="50959"/>
                  </a:lnTo>
                  <a:lnTo>
                    <a:pt x="39416" y="51401"/>
                  </a:lnTo>
                  <a:lnTo>
                    <a:pt x="40154" y="51853"/>
                  </a:lnTo>
                  <a:lnTo>
                    <a:pt x="40888" y="52315"/>
                  </a:lnTo>
                  <a:lnTo>
                    <a:pt x="41617" y="52786"/>
                  </a:lnTo>
                  <a:lnTo>
                    <a:pt x="42341" y="53266"/>
                  </a:lnTo>
                  <a:lnTo>
                    <a:pt x="43060" y="53755"/>
                  </a:lnTo>
                  <a:lnTo>
                    <a:pt x="43776" y="54254"/>
                  </a:lnTo>
                  <a:lnTo>
                    <a:pt x="44486" y="54763"/>
                  </a:lnTo>
                  <a:lnTo>
                    <a:pt x="45192" y="55281"/>
                  </a:lnTo>
                  <a:lnTo>
                    <a:pt x="45894" y="55808"/>
                  </a:lnTo>
                  <a:lnTo>
                    <a:pt x="46592" y="56346"/>
                  </a:lnTo>
                  <a:lnTo>
                    <a:pt x="47285" y="56892"/>
                  </a:lnTo>
                  <a:lnTo>
                    <a:pt x="47974" y="57448"/>
                  </a:lnTo>
                  <a:lnTo>
                    <a:pt x="48658" y="58014"/>
                  </a:lnTo>
                  <a:lnTo>
                    <a:pt x="49339" y="58589"/>
                  </a:lnTo>
                  <a:lnTo>
                    <a:pt x="50015" y="59174"/>
                  </a:lnTo>
                  <a:lnTo>
                    <a:pt x="50686" y="59768"/>
                  </a:lnTo>
                  <a:lnTo>
                    <a:pt x="51354" y="60373"/>
                  </a:lnTo>
                  <a:lnTo>
                    <a:pt x="52017" y="60986"/>
                  </a:lnTo>
                  <a:lnTo>
                    <a:pt x="52676" y="61610"/>
                  </a:lnTo>
                  <a:lnTo>
                    <a:pt x="53331" y="62243"/>
                  </a:lnTo>
                  <a:lnTo>
                    <a:pt x="53982" y="62886"/>
                  </a:lnTo>
                  <a:lnTo>
                    <a:pt x="54628" y="63538"/>
                  </a:lnTo>
                  <a:lnTo>
                    <a:pt x="55270" y="64200"/>
                  </a:lnTo>
                  <a:lnTo>
                    <a:pt x="55908" y="64872"/>
                  </a:lnTo>
                  <a:lnTo>
                    <a:pt x="56542" y="65554"/>
                  </a:lnTo>
                  <a:lnTo>
                    <a:pt x="57171" y="66245"/>
                  </a:lnTo>
                  <a:lnTo>
                    <a:pt x="57796" y="66946"/>
                  </a:lnTo>
                  <a:lnTo>
                    <a:pt x="58417" y="67657"/>
                  </a:lnTo>
                  <a:lnTo>
                    <a:pt x="59033" y="68378"/>
                  </a:lnTo>
                  <a:lnTo>
                    <a:pt x="59645" y="69108"/>
                  </a:lnTo>
                  <a:lnTo>
                    <a:pt x="60253" y="69848"/>
                  </a:lnTo>
                  <a:lnTo>
                    <a:pt x="60856" y="70597"/>
                  </a:lnTo>
                  <a:lnTo>
                    <a:pt x="61455" y="71357"/>
                  </a:lnTo>
                  <a:lnTo>
                    <a:pt x="62049" y="72126"/>
                  </a:lnTo>
                  <a:lnTo>
                    <a:pt x="62639" y="72904"/>
                  </a:lnTo>
                  <a:lnTo>
                    <a:pt x="63225" y="73693"/>
                  </a:lnTo>
                  <a:lnTo>
                    <a:pt x="63805" y="74490"/>
                  </a:lnTo>
                  <a:lnTo>
                    <a:pt x="64382" y="75298"/>
                  </a:lnTo>
                  <a:lnTo>
                    <a:pt x="64953" y="76115"/>
                  </a:lnTo>
                  <a:lnTo>
                    <a:pt x="65520" y="76942"/>
                  </a:lnTo>
                  <a:lnTo>
                    <a:pt x="66082" y="77778"/>
                  </a:lnTo>
                  <a:lnTo>
                    <a:pt x="66640" y="78624"/>
                  </a:lnTo>
                  <a:lnTo>
                    <a:pt x="67193" y="79479"/>
                  </a:lnTo>
                  <a:lnTo>
                    <a:pt x="67741" y="80344"/>
                  </a:lnTo>
                  <a:lnTo>
                    <a:pt x="68284" y="81218"/>
                  </a:lnTo>
                  <a:lnTo>
                    <a:pt x="68822" y="82101"/>
                  </a:lnTo>
                  <a:lnTo>
                    <a:pt x="69356" y="82994"/>
                  </a:lnTo>
                  <a:lnTo>
                    <a:pt x="69885" y="83897"/>
                  </a:lnTo>
                  <a:lnTo>
                    <a:pt x="70408" y="84808"/>
                  </a:lnTo>
                  <a:lnTo>
                    <a:pt x="70927" y="85729"/>
                  </a:lnTo>
                  <a:lnTo>
                    <a:pt x="71441" y="86659"/>
                  </a:lnTo>
                  <a:lnTo>
                    <a:pt x="71949" y="87598"/>
                  </a:lnTo>
                  <a:lnTo>
                    <a:pt x="72453" y="88546"/>
                  </a:lnTo>
                  <a:lnTo>
                    <a:pt x="72951" y="89504"/>
                  </a:lnTo>
                  <a:lnTo>
                    <a:pt x="73444" y="90470"/>
                  </a:lnTo>
                  <a:lnTo>
                    <a:pt x="73932" y="91446"/>
                  </a:lnTo>
                  <a:lnTo>
                    <a:pt x="74415" y="92430"/>
                  </a:lnTo>
                  <a:lnTo>
                    <a:pt x="74892" y="93423"/>
                  </a:lnTo>
                  <a:lnTo>
                    <a:pt x="75365" y="94426"/>
                  </a:lnTo>
                  <a:lnTo>
                    <a:pt x="75831" y="95436"/>
                  </a:lnTo>
                  <a:lnTo>
                    <a:pt x="76293" y="96456"/>
                  </a:lnTo>
                  <a:lnTo>
                    <a:pt x="76749" y="97485"/>
                  </a:lnTo>
                  <a:lnTo>
                    <a:pt x="77200" y="98522"/>
                  </a:lnTo>
                  <a:lnTo>
                    <a:pt x="77645" y="99567"/>
                  </a:lnTo>
                  <a:lnTo>
                    <a:pt x="78084" y="100622"/>
                  </a:lnTo>
                  <a:lnTo>
                    <a:pt x="78519" y="101684"/>
                  </a:lnTo>
                  <a:lnTo>
                    <a:pt x="78947" y="102756"/>
                  </a:lnTo>
                  <a:lnTo>
                    <a:pt x="79370" y="103835"/>
                  </a:lnTo>
                  <a:lnTo>
                    <a:pt x="79787" y="104923"/>
                  </a:lnTo>
                  <a:lnTo>
                    <a:pt x="80199" y="106019"/>
                  </a:lnTo>
                  <a:lnTo>
                    <a:pt x="80605" y="107123"/>
                  </a:lnTo>
                  <a:lnTo>
                    <a:pt x="81006" y="108236"/>
                  </a:lnTo>
                  <a:lnTo>
                    <a:pt x="81400" y="109356"/>
                  </a:lnTo>
                  <a:lnTo>
                    <a:pt x="81789" y="110485"/>
                  </a:lnTo>
                  <a:lnTo>
                    <a:pt x="82172" y="111621"/>
                  </a:lnTo>
                  <a:lnTo>
                    <a:pt x="82549" y="112766"/>
                  </a:lnTo>
                  <a:lnTo>
                    <a:pt x="82921" y="113918"/>
                  </a:lnTo>
                  <a:lnTo>
                    <a:pt x="83286" y="115078"/>
                  </a:lnTo>
                  <a:lnTo>
                    <a:pt x="83646" y="116246"/>
                  </a:lnTo>
                  <a:lnTo>
                    <a:pt x="84000" y="117421"/>
                  </a:lnTo>
                  <a:lnTo>
                    <a:pt x="84348" y="118604"/>
                  </a:lnTo>
                  <a:lnTo>
                    <a:pt x="84689" y="119795"/>
                  </a:lnTo>
                  <a:lnTo>
                    <a:pt x="85025" y="120993"/>
                  </a:lnTo>
                  <a:lnTo>
                    <a:pt x="85355" y="122198"/>
                  </a:lnTo>
                  <a:lnTo>
                    <a:pt x="48396" y="123787"/>
                  </a:lnTo>
                  <a:lnTo>
                    <a:pt x="114300" y="191929"/>
                  </a:lnTo>
                  <a:lnTo>
                    <a:pt x="161852" y="109921"/>
                  </a:lnTo>
                  <a:lnTo>
                    <a:pt x="124893" y="111510"/>
                  </a:lnTo>
                  <a:lnTo>
                    <a:pt x="124497" y="110060"/>
                  </a:lnTo>
                  <a:lnTo>
                    <a:pt x="124092" y="108615"/>
                  </a:lnTo>
                  <a:lnTo>
                    <a:pt x="123678" y="107176"/>
                  </a:lnTo>
                  <a:lnTo>
                    <a:pt x="123257" y="105744"/>
                  </a:lnTo>
                  <a:lnTo>
                    <a:pt x="122828" y="104317"/>
                  </a:lnTo>
                  <a:lnTo>
                    <a:pt x="122390" y="102896"/>
                  </a:lnTo>
                  <a:lnTo>
                    <a:pt x="121944" y="101481"/>
                  </a:lnTo>
                  <a:lnTo>
                    <a:pt x="121490" y="100072"/>
                  </a:lnTo>
                  <a:lnTo>
                    <a:pt x="121028" y="98669"/>
                  </a:lnTo>
                  <a:lnTo>
                    <a:pt x="120557" y="97273"/>
                  </a:lnTo>
                  <a:lnTo>
                    <a:pt x="120078" y="95883"/>
                  </a:lnTo>
                  <a:lnTo>
                    <a:pt x="119591" y="94499"/>
                  </a:lnTo>
                  <a:lnTo>
                    <a:pt x="119095" y="93122"/>
                  </a:lnTo>
                  <a:lnTo>
                    <a:pt x="118591" y="91751"/>
                  </a:lnTo>
                  <a:lnTo>
                    <a:pt x="118079" y="90386"/>
                  </a:lnTo>
                  <a:lnTo>
                    <a:pt x="117557" y="89028"/>
                  </a:lnTo>
                  <a:lnTo>
                    <a:pt x="117028" y="87677"/>
                  </a:lnTo>
                  <a:lnTo>
                    <a:pt x="116490" y="86332"/>
                  </a:lnTo>
                  <a:lnTo>
                    <a:pt x="115943" y="84994"/>
                  </a:lnTo>
                  <a:lnTo>
                    <a:pt x="115388" y="83663"/>
                  </a:lnTo>
                  <a:lnTo>
                    <a:pt x="114824" y="82339"/>
                  </a:lnTo>
                  <a:lnTo>
                    <a:pt x="114252" y="81022"/>
                  </a:lnTo>
                  <a:lnTo>
                    <a:pt x="113671" y="79711"/>
                  </a:lnTo>
                  <a:lnTo>
                    <a:pt x="113081" y="78408"/>
                  </a:lnTo>
                  <a:lnTo>
                    <a:pt x="112483" y="77112"/>
                  </a:lnTo>
                  <a:lnTo>
                    <a:pt x="111875" y="75823"/>
                  </a:lnTo>
                  <a:lnTo>
                    <a:pt x="111259" y="74541"/>
                  </a:lnTo>
                  <a:lnTo>
                    <a:pt x="110634" y="73267"/>
                  </a:lnTo>
                  <a:lnTo>
                    <a:pt x="110000" y="72000"/>
                  </a:lnTo>
                  <a:lnTo>
                    <a:pt x="109358" y="70740"/>
                  </a:lnTo>
                  <a:lnTo>
                    <a:pt x="108706" y="69488"/>
                  </a:lnTo>
                  <a:lnTo>
                    <a:pt x="108045" y="68244"/>
                  </a:lnTo>
                  <a:lnTo>
                    <a:pt x="107375" y="67007"/>
                  </a:lnTo>
                  <a:lnTo>
                    <a:pt x="106697" y="65778"/>
                  </a:lnTo>
                  <a:lnTo>
                    <a:pt x="106009" y="64557"/>
                  </a:lnTo>
                  <a:lnTo>
                    <a:pt x="105312" y="63344"/>
                  </a:lnTo>
                  <a:lnTo>
                    <a:pt x="104606" y="62138"/>
                  </a:lnTo>
                  <a:lnTo>
                    <a:pt x="103890" y="60941"/>
                  </a:lnTo>
                  <a:lnTo>
                    <a:pt x="103166" y="59752"/>
                  </a:lnTo>
                  <a:lnTo>
                    <a:pt x="102432" y="58571"/>
                  </a:lnTo>
                  <a:lnTo>
                    <a:pt x="101689" y="57399"/>
                  </a:lnTo>
                  <a:lnTo>
                    <a:pt x="100937" y="56235"/>
                  </a:lnTo>
                  <a:lnTo>
                    <a:pt x="100175" y="55079"/>
                  </a:lnTo>
                  <a:lnTo>
                    <a:pt x="99403" y="53932"/>
                  </a:lnTo>
                  <a:lnTo>
                    <a:pt x="98623" y="52794"/>
                  </a:lnTo>
                  <a:lnTo>
                    <a:pt x="97833" y="51665"/>
                  </a:lnTo>
                  <a:lnTo>
                    <a:pt x="97033" y="50544"/>
                  </a:lnTo>
                  <a:lnTo>
                    <a:pt x="96224" y="49432"/>
                  </a:lnTo>
                  <a:lnTo>
                    <a:pt x="95405" y="48330"/>
                  </a:lnTo>
                  <a:lnTo>
                    <a:pt x="94577" y="47236"/>
                  </a:lnTo>
                  <a:lnTo>
                    <a:pt x="93739" y="46152"/>
                  </a:lnTo>
                  <a:lnTo>
                    <a:pt x="92891" y="45077"/>
                  </a:lnTo>
                  <a:lnTo>
                    <a:pt x="92034" y="44012"/>
                  </a:lnTo>
                  <a:lnTo>
                    <a:pt x="91167" y="42956"/>
                  </a:lnTo>
                  <a:lnTo>
                    <a:pt x="90290" y="41910"/>
                  </a:lnTo>
                  <a:lnTo>
                    <a:pt x="89404" y="40874"/>
                  </a:lnTo>
                  <a:lnTo>
                    <a:pt x="88508" y="39848"/>
                  </a:lnTo>
                  <a:lnTo>
                    <a:pt x="87602" y="38832"/>
                  </a:lnTo>
                  <a:lnTo>
                    <a:pt x="86686" y="37826"/>
                  </a:lnTo>
                  <a:lnTo>
                    <a:pt x="85760" y="36830"/>
                  </a:lnTo>
                  <a:lnTo>
                    <a:pt x="84825" y="35844"/>
                  </a:lnTo>
                  <a:lnTo>
                    <a:pt x="83879" y="34870"/>
                  </a:lnTo>
                  <a:lnTo>
                    <a:pt x="82924" y="33905"/>
                  </a:lnTo>
                  <a:lnTo>
                    <a:pt x="81959" y="32952"/>
                  </a:lnTo>
                  <a:lnTo>
                    <a:pt x="80984" y="32009"/>
                  </a:lnTo>
                  <a:lnTo>
                    <a:pt x="79999" y="31078"/>
                  </a:lnTo>
                  <a:lnTo>
                    <a:pt x="79004" y="30157"/>
                  </a:lnTo>
                  <a:lnTo>
                    <a:pt x="78000" y="29248"/>
                  </a:lnTo>
                  <a:lnTo>
                    <a:pt x="76985" y="28350"/>
                  </a:lnTo>
                  <a:lnTo>
                    <a:pt x="75961" y="27464"/>
                  </a:lnTo>
                  <a:lnTo>
                    <a:pt x="74927" y="26590"/>
                  </a:lnTo>
                  <a:lnTo>
                    <a:pt x="73883" y="25727"/>
                  </a:lnTo>
                  <a:lnTo>
                    <a:pt x="72829" y="24876"/>
                  </a:lnTo>
                  <a:lnTo>
                    <a:pt x="71765" y="24037"/>
                  </a:lnTo>
                  <a:lnTo>
                    <a:pt x="70692" y="23211"/>
                  </a:lnTo>
                  <a:lnTo>
                    <a:pt x="69609" y="22397"/>
                  </a:lnTo>
                  <a:lnTo>
                    <a:pt x="68516" y="21595"/>
                  </a:lnTo>
                  <a:lnTo>
                    <a:pt x="67413" y="20806"/>
                  </a:lnTo>
                  <a:lnTo>
                    <a:pt x="66301" y="20030"/>
                  </a:lnTo>
                  <a:lnTo>
                    <a:pt x="65179" y="19267"/>
                  </a:lnTo>
                  <a:lnTo>
                    <a:pt x="64047" y="18516"/>
                  </a:lnTo>
                  <a:lnTo>
                    <a:pt x="62906" y="17779"/>
                  </a:lnTo>
                  <a:lnTo>
                    <a:pt x="61756" y="17056"/>
                  </a:lnTo>
                  <a:lnTo>
                    <a:pt x="60596" y="16345"/>
                  </a:lnTo>
                  <a:lnTo>
                    <a:pt x="59427" y="15648"/>
                  </a:lnTo>
                  <a:lnTo>
                    <a:pt x="58248" y="14965"/>
                  </a:lnTo>
                  <a:lnTo>
                    <a:pt x="57061" y="14296"/>
                  </a:lnTo>
                  <a:lnTo>
                    <a:pt x="55864" y="13641"/>
                  </a:lnTo>
                  <a:lnTo>
                    <a:pt x="54658" y="13000"/>
                  </a:lnTo>
                  <a:lnTo>
                    <a:pt x="53443" y="12373"/>
                  </a:lnTo>
                  <a:lnTo>
                    <a:pt x="52219" y="11760"/>
                  </a:lnTo>
                  <a:lnTo>
                    <a:pt x="50986" y="11162"/>
                  </a:lnTo>
                  <a:lnTo>
                    <a:pt x="49745" y="10578"/>
                  </a:lnTo>
                  <a:lnTo>
                    <a:pt x="48494" y="10010"/>
                  </a:lnTo>
                  <a:lnTo>
                    <a:pt x="47235" y="9456"/>
                  </a:lnTo>
                  <a:lnTo>
                    <a:pt x="45968" y="8916"/>
                  </a:lnTo>
                  <a:lnTo>
                    <a:pt x="44692" y="8392"/>
                  </a:lnTo>
                  <a:lnTo>
                    <a:pt x="43408" y="7883"/>
                  </a:lnTo>
                  <a:lnTo>
                    <a:pt x="42116" y="7389"/>
                  </a:lnTo>
                  <a:lnTo>
                    <a:pt x="40815" y="6911"/>
                  </a:lnTo>
                  <a:lnTo>
                    <a:pt x="39506" y="6448"/>
                  </a:lnTo>
                  <a:lnTo>
                    <a:pt x="38190" y="6000"/>
                  </a:lnTo>
                  <a:lnTo>
                    <a:pt x="36866" y="5568"/>
                  </a:lnTo>
                  <a:lnTo>
                    <a:pt x="35533" y="5152"/>
                  </a:lnTo>
                  <a:lnTo>
                    <a:pt x="34194" y="4751"/>
                  </a:lnTo>
                  <a:lnTo>
                    <a:pt x="32846" y="4366"/>
                  </a:lnTo>
                  <a:lnTo>
                    <a:pt x="31492" y="3997"/>
                  </a:lnTo>
                  <a:lnTo>
                    <a:pt x="30130" y="3644"/>
                  </a:lnTo>
                  <a:lnTo>
                    <a:pt x="28760" y="3307"/>
                  </a:lnTo>
                  <a:lnTo>
                    <a:pt x="27384" y="2987"/>
                  </a:lnTo>
                  <a:lnTo>
                    <a:pt x="26000" y="2682"/>
                  </a:lnTo>
                  <a:lnTo>
                    <a:pt x="24610" y="2393"/>
                  </a:lnTo>
                  <a:lnTo>
                    <a:pt x="23213" y="2121"/>
                  </a:lnTo>
                  <a:lnTo>
                    <a:pt x="21809" y="1865"/>
                  </a:lnTo>
                  <a:lnTo>
                    <a:pt x="20398" y="1625"/>
                  </a:lnTo>
                  <a:lnTo>
                    <a:pt x="18981" y="1402"/>
                  </a:lnTo>
                  <a:lnTo>
                    <a:pt x="17557" y="1195"/>
                  </a:lnTo>
                  <a:lnTo>
                    <a:pt x="16127" y="1004"/>
                  </a:lnTo>
                  <a:lnTo>
                    <a:pt x="14691" y="830"/>
                  </a:lnTo>
                  <a:lnTo>
                    <a:pt x="13248" y="673"/>
                  </a:lnTo>
                  <a:lnTo>
                    <a:pt x="11800" y="532"/>
                  </a:lnTo>
                  <a:lnTo>
                    <a:pt x="10345" y="407"/>
                  </a:lnTo>
                  <a:lnTo>
                    <a:pt x="8884" y="299"/>
                  </a:lnTo>
                  <a:lnTo>
                    <a:pt x="7418" y="208"/>
                  </a:lnTo>
                  <a:lnTo>
                    <a:pt x="5946" y="133"/>
                  </a:lnTo>
                  <a:lnTo>
                    <a:pt x="4468" y="75"/>
                  </a:lnTo>
                  <a:lnTo>
                    <a:pt x="2984" y="33"/>
                  </a:lnTo>
                  <a:lnTo>
                    <a:pt x="1495" y="8"/>
                  </a:lnTo>
                  <a:lnTo>
                    <a:pt x="0" y="0"/>
                  </a:lnTo>
                  <a:close/>
                </a:path>
              </a:pathLst>
            </a:custGeom>
            <a:solidFill>
              <a:srgbClr val="000000"/>
            </a:solidFill>
            <a:ln w="0">
              <a:noFill/>
            </a:ln>
          </p:spPr>
        </p:sp>
        <p:sp>
          <p:nvSpPr>
            <p:cNvPr id="2413" name="panel2__factor_2" descr="Editable filled curved data-flow path"/>
            <p:cNvSpPr/>
            <p:nvPr/>
          </p:nvSpPr>
          <p:spPr>
            <a:xfrm>
              <a:off x="10658475" y="3456146"/>
              <a:ext cx="161852" cy="191929"/>
            </a:xfrm>
            <a:custGeom>
              <a:avLst/>
              <a:gdLst/>
              <a:ahLst/>
              <a:cxnLst/>
              <a:rect l="0" t="0" r="w" b="h"/>
              <a:pathLst>
                <a:path w="161852" h="191929" fill="norm" stroke="false">
                  <a:moveTo>
                    <a:pt x="0" y="40958"/>
                  </a:moveTo>
                  <a:lnTo>
                    <a:pt x="1038" y="40963"/>
                  </a:lnTo>
                  <a:lnTo>
                    <a:pt x="2068" y="40981"/>
                  </a:lnTo>
                  <a:lnTo>
                    <a:pt x="3089" y="41009"/>
                  </a:lnTo>
                  <a:lnTo>
                    <a:pt x="4101" y="41049"/>
                  </a:lnTo>
                  <a:lnTo>
                    <a:pt x="5106" y="41100"/>
                  </a:lnTo>
                  <a:lnTo>
                    <a:pt x="6102" y="41162"/>
                  </a:lnTo>
                  <a:lnTo>
                    <a:pt x="7089" y="41235"/>
                  </a:lnTo>
                  <a:lnTo>
                    <a:pt x="8069" y="41319"/>
                  </a:lnTo>
                  <a:lnTo>
                    <a:pt x="9040" y="41413"/>
                  </a:lnTo>
                  <a:lnTo>
                    <a:pt x="10004" y="41519"/>
                  </a:lnTo>
                  <a:lnTo>
                    <a:pt x="10959" y="41635"/>
                  </a:lnTo>
                  <a:lnTo>
                    <a:pt x="11907" y="41761"/>
                  </a:lnTo>
                  <a:lnTo>
                    <a:pt x="12847" y="41897"/>
                  </a:lnTo>
                  <a:lnTo>
                    <a:pt x="13779" y="42044"/>
                  </a:lnTo>
                  <a:lnTo>
                    <a:pt x="14704" y="42201"/>
                  </a:lnTo>
                  <a:lnTo>
                    <a:pt x="15621" y="42369"/>
                  </a:lnTo>
                  <a:lnTo>
                    <a:pt x="16531" y="42546"/>
                  </a:lnTo>
                  <a:lnTo>
                    <a:pt x="17434" y="42733"/>
                  </a:lnTo>
                  <a:lnTo>
                    <a:pt x="18329" y="42931"/>
                  </a:lnTo>
                  <a:lnTo>
                    <a:pt x="19218" y="43138"/>
                  </a:lnTo>
                  <a:lnTo>
                    <a:pt x="20099" y="43355"/>
                  </a:lnTo>
                  <a:lnTo>
                    <a:pt x="20973" y="43581"/>
                  </a:lnTo>
                  <a:lnTo>
                    <a:pt x="21841" y="43818"/>
                  </a:lnTo>
                  <a:lnTo>
                    <a:pt x="22702" y="44063"/>
                  </a:lnTo>
                  <a:lnTo>
                    <a:pt x="23557" y="44319"/>
                  </a:lnTo>
                  <a:lnTo>
                    <a:pt x="24405" y="44584"/>
                  </a:lnTo>
                  <a:lnTo>
                    <a:pt x="25247" y="44859"/>
                  </a:lnTo>
                  <a:lnTo>
                    <a:pt x="26082" y="45143"/>
                  </a:lnTo>
                  <a:lnTo>
                    <a:pt x="26911" y="45436"/>
                  </a:lnTo>
                  <a:lnTo>
                    <a:pt x="27734" y="45739"/>
                  </a:lnTo>
                  <a:lnTo>
                    <a:pt x="28552" y="46051"/>
                  </a:lnTo>
                  <a:lnTo>
                    <a:pt x="29363" y="46373"/>
                  </a:lnTo>
                  <a:lnTo>
                    <a:pt x="30169" y="46704"/>
                  </a:lnTo>
                  <a:lnTo>
                    <a:pt x="30968" y="47044"/>
                  </a:lnTo>
                  <a:lnTo>
                    <a:pt x="31763" y="47394"/>
                  </a:lnTo>
                  <a:lnTo>
                    <a:pt x="32551" y="47753"/>
                  </a:lnTo>
                  <a:lnTo>
                    <a:pt x="33335" y="48121"/>
                  </a:lnTo>
                  <a:lnTo>
                    <a:pt x="34113" y="48498"/>
                  </a:lnTo>
                  <a:lnTo>
                    <a:pt x="34886" y="48885"/>
                  </a:lnTo>
                  <a:lnTo>
                    <a:pt x="35653" y="49281"/>
                  </a:lnTo>
                  <a:lnTo>
                    <a:pt x="36416" y="49687"/>
                  </a:lnTo>
                  <a:lnTo>
                    <a:pt x="37173" y="50101"/>
                  </a:lnTo>
                  <a:lnTo>
                    <a:pt x="37926" y="50525"/>
                  </a:lnTo>
                  <a:lnTo>
                    <a:pt x="38674" y="50959"/>
                  </a:lnTo>
                  <a:lnTo>
                    <a:pt x="39416" y="51401"/>
                  </a:lnTo>
                  <a:lnTo>
                    <a:pt x="40154" y="51853"/>
                  </a:lnTo>
                  <a:lnTo>
                    <a:pt x="40888" y="52315"/>
                  </a:lnTo>
                  <a:lnTo>
                    <a:pt x="41617" y="52786"/>
                  </a:lnTo>
                  <a:lnTo>
                    <a:pt x="42341" y="53266"/>
                  </a:lnTo>
                  <a:lnTo>
                    <a:pt x="43060" y="53755"/>
                  </a:lnTo>
                  <a:lnTo>
                    <a:pt x="43776" y="54254"/>
                  </a:lnTo>
                  <a:lnTo>
                    <a:pt x="44486" y="54763"/>
                  </a:lnTo>
                  <a:lnTo>
                    <a:pt x="45192" y="55281"/>
                  </a:lnTo>
                  <a:lnTo>
                    <a:pt x="45894" y="55808"/>
                  </a:lnTo>
                  <a:lnTo>
                    <a:pt x="46592" y="56346"/>
                  </a:lnTo>
                  <a:lnTo>
                    <a:pt x="47285" y="56892"/>
                  </a:lnTo>
                  <a:lnTo>
                    <a:pt x="47974" y="57448"/>
                  </a:lnTo>
                  <a:lnTo>
                    <a:pt x="48658" y="58014"/>
                  </a:lnTo>
                  <a:lnTo>
                    <a:pt x="49339" y="58589"/>
                  </a:lnTo>
                  <a:lnTo>
                    <a:pt x="50015" y="59174"/>
                  </a:lnTo>
                  <a:lnTo>
                    <a:pt x="50686" y="59768"/>
                  </a:lnTo>
                  <a:lnTo>
                    <a:pt x="51354" y="60373"/>
                  </a:lnTo>
                  <a:lnTo>
                    <a:pt x="52017" y="60986"/>
                  </a:lnTo>
                  <a:lnTo>
                    <a:pt x="52676" y="61610"/>
                  </a:lnTo>
                  <a:lnTo>
                    <a:pt x="53331" y="62243"/>
                  </a:lnTo>
                  <a:lnTo>
                    <a:pt x="53982" y="62886"/>
                  </a:lnTo>
                  <a:lnTo>
                    <a:pt x="54628" y="63538"/>
                  </a:lnTo>
                  <a:lnTo>
                    <a:pt x="55270" y="64200"/>
                  </a:lnTo>
                  <a:lnTo>
                    <a:pt x="55908" y="64872"/>
                  </a:lnTo>
                  <a:lnTo>
                    <a:pt x="56542" y="65554"/>
                  </a:lnTo>
                  <a:lnTo>
                    <a:pt x="57171" y="66245"/>
                  </a:lnTo>
                  <a:lnTo>
                    <a:pt x="57796" y="66946"/>
                  </a:lnTo>
                  <a:lnTo>
                    <a:pt x="58417" y="67657"/>
                  </a:lnTo>
                  <a:lnTo>
                    <a:pt x="59033" y="68378"/>
                  </a:lnTo>
                  <a:lnTo>
                    <a:pt x="59645" y="69108"/>
                  </a:lnTo>
                  <a:lnTo>
                    <a:pt x="60253" y="69848"/>
                  </a:lnTo>
                  <a:lnTo>
                    <a:pt x="60856" y="70597"/>
                  </a:lnTo>
                  <a:lnTo>
                    <a:pt x="61455" y="71357"/>
                  </a:lnTo>
                  <a:lnTo>
                    <a:pt x="62049" y="72126"/>
                  </a:lnTo>
                  <a:lnTo>
                    <a:pt x="62639" y="72904"/>
                  </a:lnTo>
                  <a:lnTo>
                    <a:pt x="63225" y="73693"/>
                  </a:lnTo>
                  <a:lnTo>
                    <a:pt x="63805" y="74490"/>
                  </a:lnTo>
                  <a:lnTo>
                    <a:pt x="64382" y="75298"/>
                  </a:lnTo>
                  <a:lnTo>
                    <a:pt x="64953" y="76115"/>
                  </a:lnTo>
                  <a:lnTo>
                    <a:pt x="65520" y="76942"/>
                  </a:lnTo>
                  <a:lnTo>
                    <a:pt x="66082" y="77778"/>
                  </a:lnTo>
                  <a:lnTo>
                    <a:pt x="66640" y="78624"/>
                  </a:lnTo>
                  <a:lnTo>
                    <a:pt x="67193" y="79479"/>
                  </a:lnTo>
                  <a:lnTo>
                    <a:pt x="67741" y="80344"/>
                  </a:lnTo>
                  <a:lnTo>
                    <a:pt x="68284" y="81218"/>
                  </a:lnTo>
                  <a:lnTo>
                    <a:pt x="68822" y="82101"/>
                  </a:lnTo>
                  <a:lnTo>
                    <a:pt x="69356" y="82994"/>
                  </a:lnTo>
                  <a:lnTo>
                    <a:pt x="69885" y="83897"/>
                  </a:lnTo>
                  <a:lnTo>
                    <a:pt x="70408" y="84808"/>
                  </a:lnTo>
                  <a:lnTo>
                    <a:pt x="70927" y="85729"/>
                  </a:lnTo>
                  <a:lnTo>
                    <a:pt x="71441" y="86659"/>
                  </a:lnTo>
                  <a:lnTo>
                    <a:pt x="71949" y="87598"/>
                  </a:lnTo>
                  <a:lnTo>
                    <a:pt x="72453" y="88546"/>
                  </a:lnTo>
                  <a:lnTo>
                    <a:pt x="72951" y="89504"/>
                  </a:lnTo>
                  <a:lnTo>
                    <a:pt x="73444" y="90470"/>
                  </a:lnTo>
                  <a:lnTo>
                    <a:pt x="73932" y="91446"/>
                  </a:lnTo>
                  <a:lnTo>
                    <a:pt x="74415" y="92430"/>
                  </a:lnTo>
                  <a:lnTo>
                    <a:pt x="74892" y="93423"/>
                  </a:lnTo>
                  <a:lnTo>
                    <a:pt x="75365" y="94426"/>
                  </a:lnTo>
                  <a:lnTo>
                    <a:pt x="75831" y="95436"/>
                  </a:lnTo>
                  <a:lnTo>
                    <a:pt x="76293" y="96456"/>
                  </a:lnTo>
                  <a:lnTo>
                    <a:pt x="76749" y="97485"/>
                  </a:lnTo>
                  <a:lnTo>
                    <a:pt x="77200" y="98522"/>
                  </a:lnTo>
                  <a:lnTo>
                    <a:pt x="77645" y="99567"/>
                  </a:lnTo>
                  <a:lnTo>
                    <a:pt x="78084" y="100622"/>
                  </a:lnTo>
                  <a:lnTo>
                    <a:pt x="78519" y="101684"/>
                  </a:lnTo>
                  <a:lnTo>
                    <a:pt x="78947" y="102756"/>
                  </a:lnTo>
                  <a:lnTo>
                    <a:pt x="79370" y="103835"/>
                  </a:lnTo>
                  <a:lnTo>
                    <a:pt x="79787" y="104923"/>
                  </a:lnTo>
                  <a:lnTo>
                    <a:pt x="80199" y="106019"/>
                  </a:lnTo>
                  <a:lnTo>
                    <a:pt x="80605" y="107123"/>
                  </a:lnTo>
                  <a:lnTo>
                    <a:pt x="81006" y="108236"/>
                  </a:lnTo>
                  <a:lnTo>
                    <a:pt x="81400" y="109356"/>
                  </a:lnTo>
                  <a:lnTo>
                    <a:pt x="81789" y="110485"/>
                  </a:lnTo>
                  <a:lnTo>
                    <a:pt x="82172" y="111621"/>
                  </a:lnTo>
                  <a:lnTo>
                    <a:pt x="82549" y="112766"/>
                  </a:lnTo>
                  <a:lnTo>
                    <a:pt x="82921" y="113918"/>
                  </a:lnTo>
                  <a:lnTo>
                    <a:pt x="83286" y="115078"/>
                  </a:lnTo>
                  <a:lnTo>
                    <a:pt x="83646" y="116246"/>
                  </a:lnTo>
                  <a:lnTo>
                    <a:pt x="84000" y="117421"/>
                  </a:lnTo>
                  <a:lnTo>
                    <a:pt x="84348" y="118604"/>
                  </a:lnTo>
                  <a:lnTo>
                    <a:pt x="84689" y="119795"/>
                  </a:lnTo>
                  <a:lnTo>
                    <a:pt x="85025" y="120993"/>
                  </a:lnTo>
                  <a:lnTo>
                    <a:pt x="85355" y="122198"/>
                  </a:lnTo>
                  <a:lnTo>
                    <a:pt x="48396" y="123787"/>
                  </a:lnTo>
                  <a:lnTo>
                    <a:pt x="114300" y="191929"/>
                  </a:lnTo>
                  <a:lnTo>
                    <a:pt x="161852" y="109921"/>
                  </a:lnTo>
                  <a:lnTo>
                    <a:pt x="124893" y="111510"/>
                  </a:lnTo>
                  <a:lnTo>
                    <a:pt x="124497" y="110060"/>
                  </a:lnTo>
                  <a:lnTo>
                    <a:pt x="124092" y="108615"/>
                  </a:lnTo>
                  <a:lnTo>
                    <a:pt x="123678" y="107176"/>
                  </a:lnTo>
                  <a:lnTo>
                    <a:pt x="123257" y="105744"/>
                  </a:lnTo>
                  <a:lnTo>
                    <a:pt x="122828" y="104317"/>
                  </a:lnTo>
                  <a:lnTo>
                    <a:pt x="122390" y="102896"/>
                  </a:lnTo>
                  <a:lnTo>
                    <a:pt x="121944" y="101481"/>
                  </a:lnTo>
                  <a:lnTo>
                    <a:pt x="121490" y="100072"/>
                  </a:lnTo>
                  <a:lnTo>
                    <a:pt x="121028" y="98669"/>
                  </a:lnTo>
                  <a:lnTo>
                    <a:pt x="120557" y="97273"/>
                  </a:lnTo>
                  <a:lnTo>
                    <a:pt x="120078" y="95883"/>
                  </a:lnTo>
                  <a:lnTo>
                    <a:pt x="119591" y="94499"/>
                  </a:lnTo>
                  <a:lnTo>
                    <a:pt x="119095" y="93122"/>
                  </a:lnTo>
                  <a:lnTo>
                    <a:pt x="118591" y="91751"/>
                  </a:lnTo>
                  <a:lnTo>
                    <a:pt x="118079" y="90386"/>
                  </a:lnTo>
                  <a:lnTo>
                    <a:pt x="117557" y="89028"/>
                  </a:lnTo>
                  <a:lnTo>
                    <a:pt x="117028" y="87677"/>
                  </a:lnTo>
                  <a:lnTo>
                    <a:pt x="116490" y="86332"/>
                  </a:lnTo>
                  <a:lnTo>
                    <a:pt x="115943" y="84994"/>
                  </a:lnTo>
                  <a:lnTo>
                    <a:pt x="115388" y="83663"/>
                  </a:lnTo>
                  <a:lnTo>
                    <a:pt x="114824" y="82339"/>
                  </a:lnTo>
                  <a:lnTo>
                    <a:pt x="114252" y="81022"/>
                  </a:lnTo>
                  <a:lnTo>
                    <a:pt x="113671" y="79711"/>
                  </a:lnTo>
                  <a:lnTo>
                    <a:pt x="113081" y="78408"/>
                  </a:lnTo>
                  <a:lnTo>
                    <a:pt x="112483" y="77112"/>
                  </a:lnTo>
                  <a:lnTo>
                    <a:pt x="111875" y="75823"/>
                  </a:lnTo>
                  <a:lnTo>
                    <a:pt x="111259" y="74541"/>
                  </a:lnTo>
                  <a:lnTo>
                    <a:pt x="110634" y="73267"/>
                  </a:lnTo>
                  <a:lnTo>
                    <a:pt x="110000" y="72000"/>
                  </a:lnTo>
                  <a:lnTo>
                    <a:pt x="109358" y="70740"/>
                  </a:lnTo>
                  <a:lnTo>
                    <a:pt x="108706" y="69488"/>
                  </a:lnTo>
                  <a:lnTo>
                    <a:pt x="108045" y="68244"/>
                  </a:lnTo>
                  <a:lnTo>
                    <a:pt x="107375" y="67007"/>
                  </a:lnTo>
                  <a:lnTo>
                    <a:pt x="106697" y="65778"/>
                  </a:lnTo>
                  <a:lnTo>
                    <a:pt x="106009" y="64557"/>
                  </a:lnTo>
                  <a:lnTo>
                    <a:pt x="105312" y="63344"/>
                  </a:lnTo>
                  <a:lnTo>
                    <a:pt x="104606" y="62138"/>
                  </a:lnTo>
                  <a:lnTo>
                    <a:pt x="103890" y="60941"/>
                  </a:lnTo>
                  <a:lnTo>
                    <a:pt x="103166" y="59752"/>
                  </a:lnTo>
                  <a:lnTo>
                    <a:pt x="102432" y="58571"/>
                  </a:lnTo>
                  <a:lnTo>
                    <a:pt x="101689" y="57399"/>
                  </a:lnTo>
                  <a:lnTo>
                    <a:pt x="100937" y="56235"/>
                  </a:lnTo>
                  <a:lnTo>
                    <a:pt x="100175" y="55079"/>
                  </a:lnTo>
                  <a:lnTo>
                    <a:pt x="99403" y="53932"/>
                  </a:lnTo>
                  <a:lnTo>
                    <a:pt x="98623" y="52794"/>
                  </a:lnTo>
                  <a:lnTo>
                    <a:pt x="97833" y="51665"/>
                  </a:lnTo>
                  <a:lnTo>
                    <a:pt x="97033" y="50544"/>
                  </a:lnTo>
                  <a:lnTo>
                    <a:pt x="96224" y="49432"/>
                  </a:lnTo>
                  <a:lnTo>
                    <a:pt x="95405" y="48330"/>
                  </a:lnTo>
                  <a:lnTo>
                    <a:pt x="94577" y="47236"/>
                  </a:lnTo>
                  <a:lnTo>
                    <a:pt x="93739" y="46152"/>
                  </a:lnTo>
                  <a:lnTo>
                    <a:pt x="92891" y="45077"/>
                  </a:lnTo>
                  <a:lnTo>
                    <a:pt x="92034" y="44012"/>
                  </a:lnTo>
                  <a:lnTo>
                    <a:pt x="91167" y="42956"/>
                  </a:lnTo>
                  <a:lnTo>
                    <a:pt x="90290" y="41910"/>
                  </a:lnTo>
                  <a:lnTo>
                    <a:pt x="89404" y="40874"/>
                  </a:lnTo>
                  <a:lnTo>
                    <a:pt x="88508" y="39848"/>
                  </a:lnTo>
                  <a:lnTo>
                    <a:pt x="87602" y="38832"/>
                  </a:lnTo>
                  <a:lnTo>
                    <a:pt x="86686" y="37826"/>
                  </a:lnTo>
                  <a:lnTo>
                    <a:pt x="85760" y="36830"/>
                  </a:lnTo>
                  <a:lnTo>
                    <a:pt x="84825" y="35844"/>
                  </a:lnTo>
                  <a:lnTo>
                    <a:pt x="83879" y="34870"/>
                  </a:lnTo>
                  <a:lnTo>
                    <a:pt x="82924" y="33905"/>
                  </a:lnTo>
                  <a:lnTo>
                    <a:pt x="81959" y="32952"/>
                  </a:lnTo>
                  <a:lnTo>
                    <a:pt x="80984" y="32009"/>
                  </a:lnTo>
                  <a:lnTo>
                    <a:pt x="79999" y="31078"/>
                  </a:lnTo>
                  <a:lnTo>
                    <a:pt x="79004" y="30157"/>
                  </a:lnTo>
                  <a:lnTo>
                    <a:pt x="78000" y="29248"/>
                  </a:lnTo>
                  <a:lnTo>
                    <a:pt x="76985" y="28350"/>
                  </a:lnTo>
                  <a:lnTo>
                    <a:pt x="75961" y="27464"/>
                  </a:lnTo>
                  <a:lnTo>
                    <a:pt x="74927" y="26590"/>
                  </a:lnTo>
                  <a:lnTo>
                    <a:pt x="73883" y="25727"/>
                  </a:lnTo>
                  <a:lnTo>
                    <a:pt x="72829" y="24876"/>
                  </a:lnTo>
                  <a:lnTo>
                    <a:pt x="71765" y="24037"/>
                  </a:lnTo>
                  <a:lnTo>
                    <a:pt x="70692" y="23211"/>
                  </a:lnTo>
                  <a:lnTo>
                    <a:pt x="69609" y="22397"/>
                  </a:lnTo>
                  <a:lnTo>
                    <a:pt x="68516" y="21595"/>
                  </a:lnTo>
                  <a:lnTo>
                    <a:pt x="67413" y="20806"/>
                  </a:lnTo>
                  <a:lnTo>
                    <a:pt x="66301" y="20030"/>
                  </a:lnTo>
                  <a:lnTo>
                    <a:pt x="65179" y="19267"/>
                  </a:lnTo>
                  <a:lnTo>
                    <a:pt x="64047" y="18516"/>
                  </a:lnTo>
                  <a:lnTo>
                    <a:pt x="62906" y="17779"/>
                  </a:lnTo>
                  <a:lnTo>
                    <a:pt x="61756" y="17056"/>
                  </a:lnTo>
                  <a:lnTo>
                    <a:pt x="60596" y="16345"/>
                  </a:lnTo>
                  <a:lnTo>
                    <a:pt x="59427" y="15648"/>
                  </a:lnTo>
                  <a:lnTo>
                    <a:pt x="58248" y="14965"/>
                  </a:lnTo>
                  <a:lnTo>
                    <a:pt x="57061" y="14296"/>
                  </a:lnTo>
                  <a:lnTo>
                    <a:pt x="55864" y="13641"/>
                  </a:lnTo>
                  <a:lnTo>
                    <a:pt x="54658" y="13000"/>
                  </a:lnTo>
                  <a:lnTo>
                    <a:pt x="53443" y="12373"/>
                  </a:lnTo>
                  <a:lnTo>
                    <a:pt x="52219" y="11760"/>
                  </a:lnTo>
                  <a:lnTo>
                    <a:pt x="50986" y="11162"/>
                  </a:lnTo>
                  <a:lnTo>
                    <a:pt x="49745" y="10578"/>
                  </a:lnTo>
                  <a:lnTo>
                    <a:pt x="48494" y="10010"/>
                  </a:lnTo>
                  <a:lnTo>
                    <a:pt x="47235" y="9456"/>
                  </a:lnTo>
                  <a:lnTo>
                    <a:pt x="45968" y="8916"/>
                  </a:lnTo>
                  <a:lnTo>
                    <a:pt x="44692" y="8392"/>
                  </a:lnTo>
                  <a:lnTo>
                    <a:pt x="43408" y="7883"/>
                  </a:lnTo>
                  <a:lnTo>
                    <a:pt x="42116" y="7389"/>
                  </a:lnTo>
                  <a:lnTo>
                    <a:pt x="40815" y="6911"/>
                  </a:lnTo>
                  <a:lnTo>
                    <a:pt x="39506" y="6448"/>
                  </a:lnTo>
                  <a:lnTo>
                    <a:pt x="38190" y="6000"/>
                  </a:lnTo>
                  <a:lnTo>
                    <a:pt x="36866" y="5568"/>
                  </a:lnTo>
                  <a:lnTo>
                    <a:pt x="35533" y="5152"/>
                  </a:lnTo>
                  <a:lnTo>
                    <a:pt x="34194" y="4751"/>
                  </a:lnTo>
                  <a:lnTo>
                    <a:pt x="32846" y="4366"/>
                  </a:lnTo>
                  <a:lnTo>
                    <a:pt x="31492" y="3997"/>
                  </a:lnTo>
                  <a:lnTo>
                    <a:pt x="30130" y="3644"/>
                  </a:lnTo>
                  <a:lnTo>
                    <a:pt x="28760" y="3307"/>
                  </a:lnTo>
                  <a:lnTo>
                    <a:pt x="27384" y="2987"/>
                  </a:lnTo>
                  <a:lnTo>
                    <a:pt x="26000" y="2682"/>
                  </a:lnTo>
                  <a:lnTo>
                    <a:pt x="24610" y="2393"/>
                  </a:lnTo>
                  <a:lnTo>
                    <a:pt x="23213" y="2121"/>
                  </a:lnTo>
                  <a:lnTo>
                    <a:pt x="21809" y="1865"/>
                  </a:lnTo>
                  <a:lnTo>
                    <a:pt x="20398" y="1625"/>
                  </a:lnTo>
                  <a:lnTo>
                    <a:pt x="18981" y="1402"/>
                  </a:lnTo>
                  <a:lnTo>
                    <a:pt x="17557" y="1195"/>
                  </a:lnTo>
                  <a:lnTo>
                    <a:pt x="16127" y="1004"/>
                  </a:lnTo>
                  <a:lnTo>
                    <a:pt x="14691" y="830"/>
                  </a:lnTo>
                  <a:lnTo>
                    <a:pt x="13248" y="673"/>
                  </a:lnTo>
                  <a:lnTo>
                    <a:pt x="11800" y="532"/>
                  </a:lnTo>
                  <a:lnTo>
                    <a:pt x="10345" y="407"/>
                  </a:lnTo>
                  <a:lnTo>
                    <a:pt x="8884" y="299"/>
                  </a:lnTo>
                  <a:lnTo>
                    <a:pt x="7418" y="208"/>
                  </a:lnTo>
                  <a:lnTo>
                    <a:pt x="5946" y="133"/>
                  </a:lnTo>
                  <a:lnTo>
                    <a:pt x="4468" y="75"/>
                  </a:lnTo>
                  <a:lnTo>
                    <a:pt x="2984" y="33"/>
                  </a:lnTo>
                  <a:lnTo>
                    <a:pt x="1495" y="8"/>
                  </a:lnTo>
                  <a:lnTo>
                    <a:pt x="0" y="0"/>
                  </a:lnTo>
                  <a:close/>
                </a:path>
              </a:pathLst>
            </a:custGeom>
            <a:solidFill>
              <a:srgbClr val="000000"/>
            </a:solidFill>
            <a:ln w="0">
              <a:noFill/>
            </a:ln>
          </p:spPr>
        </p:sp>
        <p:sp>
          <p:nvSpPr>
            <p:cNvPr id="2414" name="panel2__factor_bus" descr="Editable filled curved data-flow path"/>
            <p:cNvSpPr/>
            <p:nvPr/>
          </p:nvSpPr>
          <p:spPr>
            <a:xfrm>
              <a:off x="5991225" y="3629977"/>
              <a:ext cx="4781550" cy="36195"/>
            </a:xfrm>
            <a:custGeom>
              <a:avLst/>
              <a:gdLst/>
              <a:ahLst/>
              <a:cxnLst/>
              <a:rect l="0" t="0" r="w" b="h"/>
              <a:pathLst>
                <a:path w="4781550" h="36195" fill="norm" stroke="false">
                  <a:moveTo>
                    <a:pt x="0" y="36195"/>
                  </a:moveTo>
                  <a:lnTo>
                    <a:pt x="26564" y="36195"/>
                  </a:lnTo>
                  <a:lnTo>
                    <a:pt x="53128" y="36195"/>
                  </a:lnTo>
                  <a:lnTo>
                    <a:pt x="79692" y="36195"/>
                  </a:lnTo>
                  <a:lnTo>
                    <a:pt x="106257" y="36195"/>
                  </a:lnTo>
                  <a:lnTo>
                    <a:pt x="132821" y="36195"/>
                  </a:lnTo>
                  <a:lnTo>
                    <a:pt x="159385" y="36195"/>
                  </a:lnTo>
                  <a:lnTo>
                    <a:pt x="185949" y="36195"/>
                  </a:lnTo>
                  <a:lnTo>
                    <a:pt x="212513" y="36195"/>
                  </a:lnTo>
                  <a:lnTo>
                    <a:pt x="239078" y="36195"/>
                  </a:lnTo>
                  <a:lnTo>
                    <a:pt x="265642" y="36195"/>
                  </a:lnTo>
                  <a:lnTo>
                    <a:pt x="292206" y="36195"/>
                  </a:lnTo>
                  <a:lnTo>
                    <a:pt x="318770" y="36195"/>
                  </a:lnTo>
                  <a:lnTo>
                    <a:pt x="345334" y="36195"/>
                  </a:lnTo>
                  <a:lnTo>
                    <a:pt x="371898" y="36195"/>
                  </a:lnTo>
                  <a:lnTo>
                    <a:pt x="398462" y="36195"/>
                  </a:lnTo>
                  <a:lnTo>
                    <a:pt x="425027" y="36195"/>
                  </a:lnTo>
                  <a:lnTo>
                    <a:pt x="451591" y="36195"/>
                  </a:lnTo>
                  <a:lnTo>
                    <a:pt x="478155" y="36195"/>
                  </a:lnTo>
                  <a:lnTo>
                    <a:pt x="504719" y="36195"/>
                  </a:lnTo>
                  <a:lnTo>
                    <a:pt x="531283" y="36195"/>
                  </a:lnTo>
                  <a:lnTo>
                    <a:pt x="557847" y="36195"/>
                  </a:lnTo>
                  <a:lnTo>
                    <a:pt x="584412" y="36195"/>
                  </a:lnTo>
                  <a:lnTo>
                    <a:pt x="610976" y="36195"/>
                  </a:lnTo>
                  <a:lnTo>
                    <a:pt x="637540" y="36195"/>
                  </a:lnTo>
                  <a:lnTo>
                    <a:pt x="664104" y="36195"/>
                  </a:lnTo>
                  <a:lnTo>
                    <a:pt x="690668" y="36195"/>
                  </a:lnTo>
                  <a:lnTo>
                    <a:pt x="717232" y="36195"/>
                  </a:lnTo>
                  <a:lnTo>
                    <a:pt x="743797" y="36195"/>
                  </a:lnTo>
                  <a:lnTo>
                    <a:pt x="770361" y="36195"/>
                  </a:lnTo>
                  <a:lnTo>
                    <a:pt x="796925" y="36195"/>
                  </a:lnTo>
                  <a:lnTo>
                    <a:pt x="823489" y="36195"/>
                  </a:lnTo>
                  <a:lnTo>
                    <a:pt x="850053" y="36195"/>
                  </a:lnTo>
                  <a:lnTo>
                    <a:pt x="876618" y="36195"/>
                  </a:lnTo>
                  <a:lnTo>
                    <a:pt x="903182" y="36195"/>
                  </a:lnTo>
                  <a:lnTo>
                    <a:pt x="929746" y="36195"/>
                  </a:lnTo>
                  <a:lnTo>
                    <a:pt x="956310" y="36195"/>
                  </a:lnTo>
                  <a:lnTo>
                    <a:pt x="982874" y="36195"/>
                  </a:lnTo>
                  <a:lnTo>
                    <a:pt x="1009438" y="36195"/>
                  </a:lnTo>
                  <a:lnTo>
                    <a:pt x="1036002" y="36195"/>
                  </a:lnTo>
                  <a:lnTo>
                    <a:pt x="1062567" y="36195"/>
                  </a:lnTo>
                  <a:lnTo>
                    <a:pt x="1089131" y="36195"/>
                  </a:lnTo>
                  <a:lnTo>
                    <a:pt x="1115695" y="36195"/>
                  </a:lnTo>
                  <a:lnTo>
                    <a:pt x="1142259" y="36195"/>
                  </a:lnTo>
                  <a:lnTo>
                    <a:pt x="1168823" y="36195"/>
                  </a:lnTo>
                  <a:lnTo>
                    <a:pt x="1195388" y="36195"/>
                  </a:lnTo>
                  <a:lnTo>
                    <a:pt x="1221952" y="36195"/>
                  </a:lnTo>
                  <a:lnTo>
                    <a:pt x="1248516" y="36195"/>
                  </a:lnTo>
                  <a:lnTo>
                    <a:pt x="1275080" y="36195"/>
                  </a:lnTo>
                  <a:lnTo>
                    <a:pt x="1301644" y="36195"/>
                  </a:lnTo>
                  <a:lnTo>
                    <a:pt x="1328208" y="36195"/>
                  </a:lnTo>
                  <a:lnTo>
                    <a:pt x="1354772" y="36195"/>
                  </a:lnTo>
                  <a:lnTo>
                    <a:pt x="1381337" y="36195"/>
                  </a:lnTo>
                  <a:lnTo>
                    <a:pt x="1407901" y="36195"/>
                  </a:lnTo>
                  <a:lnTo>
                    <a:pt x="1434465" y="36195"/>
                  </a:lnTo>
                  <a:lnTo>
                    <a:pt x="1461029" y="36195"/>
                  </a:lnTo>
                  <a:lnTo>
                    <a:pt x="1487593" y="36195"/>
                  </a:lnTo>
                  <a:lnTo>
                    <a:pt x="1514157" y="36195"/>
                  </a:lnTo>
                  <a:lnTo>
                    <a:pt x="1540722" y="36195"/>
                  </a:lnTo>
                  <a:lnTo>
                    <a:pt x="1567286" y="36195"/>
                  </a:lnTo>
                  <a:lnTo>
                    <a:pt x="1593850" y="36195"/>
                  </a:lnTo>
                  <a:lnTo>
                    <a:pt x="1620414" y="36195"/>
                  </a:lnTo>
                  <a:lnTo>
                    <a:pt x="1646978" y="36195"/>
                  </a:lnTo>
                  <a:lnTo>
                    <a:pt x="1673542" y="36195"/>
                  </a:lnTo>
                  <a:lnTo>
                    <a:pt x="1700107" y="36195"/>
                  </a:lnTo>
                  <a:lnTo>
                    <a:pt x="1726671" y="36195"/>
                  </a:lnTo>
                  <a:lnTo>
                    <a:pt x="1753235" y="36195"/>
                  </a:lnTo>
                  <a:lnTo>
                    <a:pt x="1779799" y="36195"/>
                  </a:lnTo>
                  <a:lnTo>
                    <a:pt x="1806363" y="36195"/>
                  </a:lnTo>
                  <a:lnTo>
                    <a:pt x="1832928" y="36195"/>
                  </a:lnTo>
                  <a:lnTo>
                    <a:pt x="1859492" y="36195"/>
                  </a:lnTo>
                  <a:lnTo>
                    <a:pt x="1886056" y="36195"/>
                  </a:lnTo>
                  <a:lnTo>
                    <a:pt x="1912620" y="36195"/>
                  </a:lnTo>
                  <a:lnTo>
                    <a:pt x="1939184" y="36195"/>
                  </a:lnTo>
                  <a:lnTo>
                    <a:pt x="1965748" y="36195"/>
                  </a:lnTo>
                  <a:lnTo>
                    <a:pt x="1992312" y="36195"/>
                  </a:lnTo>
                  <a:lnTo>
                    <a:pt x="2018877" y="36195"/>
                  </a:lnTo>
                  <a:lnTo>
                    <a:pt x="2045441" y="36195"/>
                  </a:lnTo>
                  <a:lnTo>
                    <a:pt x="2072005" y="36195"/>
                  </a:lnTo>
                  <a:lnTo>
                    <a:pt x="2098569" y="36195"/>
                  </a:lnTo>
                  <a:lnTo>
                    <a:pt x="2125133" y="36195"/>
                  </a:lnTo>
                  <a:lnTo>
                    <a:pt x="2151698" y="36195"/>
                  </a:lnTo>
                  <a:lnTo>
                    <a:pt x="2178262" y="36195"/>
                  </a:lnTo>
                  <a:lnTo>
                    <a:pt x="2204826" y="36195"/>
                  </a:lnTo>
                  <a:lnTo>
                    <a:pt x="2231390" y="36195"/>
                  </a:lnTo>
                  <a:lnTo>
                    <a:pt x="2257954" y="36195"/>
                  </a:lnTo>
                  <a:lnTo>
                    <a:pt x="2284518" y="36195"/>
                  </a:lnTo>
                  <a:lnTo>
                    <a:pt x="2311082" y="36195"/>
                  </a:lnTo>
                  <a:lnTo>
                    <a:pt x="2337647" y="36195"/>
                  </a:lnTo>
                  <a:lnTo>
                    <a:pt x="2364211" y="36195"/>
                  </a:lnTo>
                  <a:lnTo>
                    <a:pt x="2390775" y="36195"/>
                  </a:lnTo>
                  <a:lnTo>
                    <a:pt x="2417339" y="36195"/>
                  </a:lnTo>
                  <a:lnTo>
                    <a:pt x="2443903" y="36195"/>
                  </a:lnTo>
                  <a:lnTo>
                    <a:pt x="2470468" y="36195"/>
                  </a:lnTo>
                  <a:lnTo>
                    <a:pt x="2497032" y="36195"/>
                  </a:lnTo>
                  <a:lnTo>
                    <a:pt x="2523596" y="36195"/>
                  </a:lnTo>
                  <a:lnTo>
                    <a:pt x="2550160" y="36195"/>
                  </a:lnTo>
                  <a:lnTo>
                    <a:pt x="2576724" y="36195"/>
                  </a:lnTo>
                  <a:lnTo>
                    <a:pt x="2603288" y="36195"/>
                  </a:lnTo>
                  <a:lnTo>
                    <a:pt x="2629853" y="36195"/>
                  </a:lnTo>
                  <a:lnTo>
                    <a:pt x="2656417" y="36195"/>
                  </a:lnTo>
                  <a:lnTo>
                    <a:pt x="2682981" y="36195"/>
                  </a:lnTo>
                  <a:lnTo>
                    <a:pt x="2709545" y="36195"/>
                  </a:lnTo>
                  <a:lnTo>
                    <a:pt x="2736109" y="36195"/>
                  </a:lnTo>
                  <a:lnTo>
                    <a:pt x="2762673" y="36195"/>
                  </a:lnTo>
                  <a:lnTo>
                    <a:pt x="2789238" y="36195"/>
                  </a:lnTo>
                  <a:lnTo>
                    <a:pt x="2815802" y="36195"/>
                  </a:lnTo>
                  <a:lnTo>
                    <a:pt x="2842366" y="36195"/>
                  </a:lnTo>
                  <a:lnTo>
                    <a:pt x="2868930" y="36195"/>
                  </a:lnTo>
                  <a:lnTo>
                    <a:pt x="2895494" y="36195"/>
                  </a:lnTo>
                  <a:lnTo>
                    <a:pt x="2922058" y="36195"/>
                  </a:lnTo>
                  <a:lnTo>
                    <a:pt x="2948622" y="36195"/>
                  </a:lnTo>
                  <a:lnTo>
                    <a:pt x="2975187" y="36195"/>
                  </a:lnTo>
                  <a:lnTo>
                    <a:pt x="3001751" y="36195"/>
                  </a:lnTo>
                  <a:lnTo>
                    <a:pt x="3028315" y="36195"/>
                  </a:lnTo>
                  <a:lnTo>
                    <a:pt x="3054879" y="36195"/>
                  </a:lnTo>
                  <a:lnTo>
                    <a:pt x="3081443" y="36195"/>
                  </a:lnTo>
                  <a:lnTo>
                    <a:pt x="3108008" y="36195"/>
                  </a:lnTo>
                  <a:lnTo>
                    <a:pt x="3134572" y="36195"/>
                  </a:lnTo>
                  <a:lnTo>
                    <a:pt x="3161136" y="36195"/>
                  </a:lnTo>
                  <a:lnTo>
                    <a:pt x="3187700" y="36195"/>
                  </a:lnTo>
                  <a:lnTo>
                    <a:pt x="3214264" y="36195"/>
                  </a:lnTo>
                  <a:lnTo>
                    <a:pt x="3240828" y="36195"/>
                  </a:lnTo>
                  <a:lnTo>
                    <a:pt x="3267392" y="36195"/>
                  </a:lnTo>
                  <a:lnTo>
                    <a:pt x="3293957" y="36195"/>
                  </a:lnTo>
                  <a:lnTo>
                    <a:pt x="3320521" y="36195"/>
                  </a:lnTo>
                  <a:lnTo>
                    <a:pt x="3347085" y="36195"/>
                  </a:lnTo>
                  <a:lnTo>
                    <a:pt x="3373649" y="36195"/>
                  </a:lnTo>
                  <a:lnTo>
                    <a:pt x="3400213" y="36195"/>
                  </a:lnTo>
                  <a:lnTo>
                    <a:pt x="3426778" y="36195"/>
                  </a:lnTo>
                  <a:lnTo>
                    <a:pt x="3453342" y="36195"/>
                  </a:lnTo>
                  <a:lnTo>
                    <a:pt x="3479906" y="36195"/>
                  </a:lnTo>
                  <a:lnTo>
                    <a:pt x="3506470" y="36195"/>
                  </a:lnTo>
                  <a:lnTo>
                    <a:pt x="3533034" y="36195"/>
                  </a:lnTo>
                  <a:lnTo>
                    <a:pt x="3559598" y="36195"/>
                  </a:lnTo>
                  <a:lnTo>
                    <a:pt x="3586162" y="36195"/>
                  </a:lnTo>
                  <a:lnTo>
                    <a:pt x="3612727" y="36195"/>
                  </a:lnTo>
                  <a:lnTo>
                    <a:pt x="3639291" y="36195"/>
                  </a:lnTo>
                  <a:lnTo>
                    <a:pt x="3665855" y="36195"/>
                  </a:lnTo>
                  <a:lnTo>
                    <a:pt x="3692419" y="36195"/>
                  </a:lnTo>
                  <a:lnTo>
                    <a:pt x="3718983" y="36195"/>
                  </a:lnTo>
                  <a:lnTo>
                    <a:pt x="3745548" y="36195"/>
                  </a:lnTo>
                  <a:lnTo>
                    <a:pt x="3772112" y="36195"/>
                  </a:lnTo>
                  <a:lnTo>
                    <a:pt x="3798676" y="36195"/>
                  </a:lnTo>
                  <a:lnTo>
                    <a:pt x="3825240" y="36195"/>
                  </a:lnTo>
                  <a:lnTo>
                    <a:pt x="3851804" y="36195"/>
                  </a:lnTo>
                  <a:lnTo>
                    <a:pt x="3878368" y="36195"/>
                  </a:lnTo>
                  <a:lnTo>
                    <a:pt x="3904932" y="36195"/>
                  </a:lnTo>
                  <a:lnTo>
                    <a:pt x="3931497" y="36195"/>
                  </a:lnTo>
                  <a:lnTo>
                    <a:pt x="3958061" y="36195"/>
                  </a:lnTo>
                  <a:lnTo>
                    <a:pt x="3984625" y="36195"/>
                  </a:lnTo>
                  <a:lnTo>
                    <a:pt x="4011189" y="36195"/>
                  </a:lnTo>
                  <a:lnTo>
                    <a:pt x="4037753" y="36195"/>
                  </a:lnTo>
                  <a:lnTo>
                    <a:pt x="4064318" y="36195"/>
                  </a:lnTo>
                  <a:lnTo>
                    <a:pt x="4090882" y="36195"/>
                  </a:lnTo>
                  <a:lnTo>
                    <a:pt x="4117446" y="36195"/>
                  </a:lnTo>
                  <a:lnTo>
                    <a:pt x="4144010" y="36195"/>
                  </a:lnTo>
                  <a:lnTo>
                    <a:pt x="4170574" y="36195"/>
                  </a:lnTo>
                  <a:lnTo>
                    <a:pt x="4197138" y="36195"/>
                  </a:lnTo>
                  <a:lnTo>
                    <a:pt x="4223702" y="36195"/>
                  </a:lnTo>
                  <a:lnTo>
                    <a:pt x="4250267" y="36195"/>
                  </a:lnTo>
                  <a:lnTo>
                    <a:pt x="4276831" y="36195"/>
                  </a:lnTo>
                  <a:lnTo>
                    <a:pt x="4303395" y="36195"/>
                  </a:lnTo>
                  <a:lnTo>
                    <a:pt x="4329959" y="36195"/>
                  </a:lnTo>
                  <a:lnTo>
                    <a:pt x="4356523" y="36195"/>
                  </a:lnTo>
                  <a:lnTo>
                    <a:pt x="4383087" y="36195"/>
                  </a:lnTo>
                  <a:lnTo>
                    <a:pt x="4409652" y="36195"/>
                  </a:lnTo>
                  <a:lnTo>
                    <a:pt x="4436216" y="36195"/>
                  </a:lnTo>
                  <a:lnTo>
                    <a:pt x="4462780" y="36195"/>
                  </a:lnTo>
                  <a:lnTo>
                    <a:pt x="4489344" y="36195"/>
                  </a:lnTo>
                  <a:lnTo>
                    <a:pt x="4515908" y="36195"/>
                  </a:lnTo>
                  <a:lnTo>
                    <a:pt x="4542472" y="36195"/>
                  </a:lnTo>
                  <a:lnTo>
                    <a:pt x="4569037" y="36195"/>
                  </a:lnTo>
                  <a:lnTo>
                    <a:pt x="4595601" y="36195"/>
                  </a:lnTo>
                  <a:lnTo>
                    <a:pt x="4622165" y="36195"/>
                  </a:lnTo>
                  <a:lnTo>
                    <a:pt x="4648729" y="36195"/>
                  </a:lnTo>
                  <a:lnTo>
                    <a:pt x="4675293" y="36195"/>
                  </a:lnTo>
                  <a:lnTo>
                    <a:pt x="4701858" y="36195"/>
                  </a:lnTo>
                  <a:lnTo>
                    <a:pt x="4728422" y="36195"/>
                  </a:lnTo>
                  <a:lnTo>
                    <a:pt x="4754986" y="36195"/>
                  </a:lnTo>
                  <a:lnTo>
                    <a:pt x="4781550" y="36195"/>
                  </a:lnTo>
                  <a:lnTo>
                    <a:pt x="4781550" y="0"/>
                  </a:lnTo>
                  <a:lnTo>
                    <a:pt x="4754986" y="0"/>
                  </a:lnTo>
                  <a:lnTo>
                    <a:pt x="4728422" y="0"/>
                  </a:lnTo>
                  <a:lnTo>
                    <a:pt x="4701858" y="0"/>
                  </a:lnTo>
                  <a:lnTo>
                    <a:pt x="4675293" y="0"/>
                  </a:lnTo>
                  <a:lnTo>
                    <a:pt x="4648729" y="0"/>
                  </a:lnTo>
                  <a:lnTo>
                    <a:pt x="4622165" y="0"/>
                  </a:lnTo>
                  <a:lnTo>
                    <a:pt x="4595601" y="0"/>
                  </a:lnTo>
                  <a:lnTo>
                    <a:pt x="4569037" y="0"/>
                  </a:lnTo>
                  <a:lnTo>
                    <a:pt x="4542472" y="0"/>
                  </a:lnTo>
                  <a:lnTo>
                    <a:pt x="4515908" y="0"/>
                  </a:lnTo>
                  <a:lnTo>
                    <a:pt x="4489344" y="0"/>
                  </a:lnTo>
                  <a:lnTo>
                    <a:pt x="4462780" y="0"/>
                  </a:lnTo>
                  <a:lnTo>
                    <a:pt x="4436216" y="0"/>
                  </a:lnTo>
                  <a:lnTo>
                    <a:pt x="4409652" y="0"/>
                  </a:lnTo>
                  <a:lnTo>
                    <a:pt x="4383087" y="0"/>
                  </a:lnTo>
                  <a:lnTo>
                    <a:pt x="4356523" y="0"/>
                  </a:lnTo>
                  <a:lnTo>
                    <a:pt x="4329959" y="0"/>
                  </a:lnTo>
                  <a:lnTo>
                    <a:pt x="4303395" y="0"/>
                  </a:lnTo>
                  <a:lnTo>
                    <a:pt x="4276831" y="0"/>
                  </a:lnTo>
                  <a:lnTo>
                    <a:pt x="4250267" y="0"/>
                  </a:lnTo>
                  <a:lnTo>
                    <a:pt x="4223702" y="0"/>
                  </a:lnTo>
                  <a:lnTo>
                    <a:pt x="4197138" y="0"/>
                  </a:lnTo>
                  <a:lnTo>
                    <a:pt x="4170574" y="0"/>
                  </a:lnTo>
                  <a:lnTo>
                    <a:pt x="4144010" y="0"/>
                  </a:lnTo>
                  <a:lnTo>
                    <a:pt x="4117446" y="0"/>
                  </a:lnTo>
                  <a:lnTo>
                    <a:pt x="4090882" y="0"/>
                  </a:lnTo>
                  <a:lnTo>
                    <a:pt x="4064318" y="0"/>
                  </a:lnTo>
                  <a:lnTo>
                    <a:pt x="4037753" y="0"/>
                  </a:lnTo>
                  <a:lnTo>
                    <a:pt x="4011189" y="0"/>
                  </a:lnTo>
                  <a:lnTo>
                    <a:pt x="3984625" y="0"/>
                  </a:lnTo>
                  <a:lnTo>
                    <a:pt x="3958061" y="0"/>
                  </a:lnTo>
                  <a:lnTo>
                    <a:pt x="3931497" y="0"/>
                  </a:lnTo>
                  <a:lnTo>
                    <a:pt x="3904932" y="0"/>
                  </a:lnTo>
                  <a:lnTo>
                    <a:pt x="3878368" y="0"/>
                  </a:lnTo>
                  <a:lnTo>
                    <a:pt x="3851804" y="0"/>
                  </a:lnTo>
                  <a:lnTo>
                    <a:pt x="3825240" y="0"/>
                  </a:lnTo>
                  <a:lnTo>
                    <a:pt x="3798676" y="0"/>
                  </a:lnTo>
                  <a:lnTo>
                    <a:pt x="3772112" y="0"/>
                  </a:lnTo>
                  <a:lnTo>
                    <a:pt x="3745548" y="0"/>
                  </a:lnTo>
                  <a:lnTo>
                    <a:pt x="3718983" y="0"/>
                  </a:lnTo>
                  <a:lnTo>
                    <a:pt x="3692419" y="0"/>
                  </a:lnTo>
                  <a:lnTo>
                    <a:pt x="3665855" y="0"/>
                  </a:lnTo>
                  <a:lnTo>
                    <a:pt x="3639291" y="0"/>
                  </a:lnTo>
                  <a:lnTo>
                    <a:pt x="3612727" y="0"/>
                  </a:lnTo>
                  <a:lnTo>
                    <a:pt x="3586162" y="0"/>
                  </a:lnTo>
                  <a:lnTo>
                    <a:pt x="3559598" y="0"/>
                  </a:lnTo>
                  <a:lnTo>
                    <a:pt x="3533034" y="0"/>
                  </a:lnTo>
                  <a:lnTo>
                    <a:pt x="3506470" y="0"/>
                  </a:lnTo>
                  <a:lnTo>
                    <a:pt x="3479906" y="0"/>
                  </a:lnTo>
                  <a:lnTo>
                    <a:pt x="3453342" y="0"/>
                  </a:lnTo>
                  <a:lnTo>
                    <a:pt x="3426778" y="0"/>
                  </a:lnTo>
                  <a:lnTo>
                    <a:pt x="3400213" y="0"/>
                  </a:lnTo>
                  <a:lnTo>
                    <a:pt x="3373649" y="0"/>
                  </a:lnTo>
                  <a:lnTo>
                    <a:pt x="3347085" y="0"/>
                  </a:lnTo>
                  <a:lnTo>
                    <a:pt x="3320521" y="0"/>
                  </a:lnTo>
                  <a:lnTo>
                    <a:pt x="3293957" y="0"/>
                  </a:lnTo>
                  <a:lnTo>
                    <a:pt x="3267392" y="0"/>
                  </a:lnTo>
                  <a:lnTo>
                    <a:pt x="3240828" y="0"/>
                  </a:lnTo>
                  <a:lnTo>
                    <a:pt x="3214264" y="0"/>
                  </a:lnTo>
                  <a:lnTo>
                    <a:pt x="3187700" y="0"/>
                  </a:lnTo>
                  <a:lnTo>
                    <a:pt x="3161136" y="0"/>
                  </a:lnTo>
                  <a:lnTo>
                    <a:pt x="3134572" y="0"/>
                  </a:lnTo>
                  <a:lnTo>
                    <a:pt x="3108008" y="0"/>
                  </a:lnTo>
                  <a:lnTo>
                    <a:pt x="3081443" y="0"/>
                  </a:lnTo>
                  <a:lnTo>
                    <a:pt x="3054879" y="0"/>
                  </a:lnTo>
                  <a:lnTo>
                    <a:pt x="3028315" y="0"/>
                  </a:lnTo>
                  <a:lnTo>
                    <a:pt x="3001751" y="0"/>
                  </a:lnTo>
                  <a:lnTo>
                    <a:pt x="2975187" y="0"/>
                  </a:lnTo>
                  <a:lnTo>
                    <a:pt x="2948622" y="0"/>
                  </a:lnTo>
                  <a:lnTo>
                    <a:pt x="2922058" y="0"/>
                  </a:lnTo>
                  <a:lnTo>
                    <a:pt x="2895494" y="0"/>
                  </a:lnTo>
                  <a:lnTo>
                    <a:pt x="2868930" y="0"/>
                  </a:lnTo>
                  <a:lnTo>
                    <a:pt x="2842366" y="0"/>
                  </a:lnTo>
                  <a:lnTo>
                    <a:pt x="2815802" y="0"/>
                  </a:lnTo>
                  <a:lnTo>
                    <a:pt x="2789238" y="0"/>
                  </a:lnTo>
                  <a:lnTo>
                    <a:pt x="2762673" y="0"/>
                  </a:lnTo>
                  <a:lnTo>
                    <a:pt x="2736109" y="0"/>
                  </a:lnTo>
                  <a:lnTo>
                    <a:pt x="2709545" y="0"/>
                  </a:lnTo>
                  <a:lnTo>
                    <a:pt x="2682981" y="0"/>
                  </a:lnTo>
                  <a:lnTo>
                    <a:pt x="2656417" y="0"/>
                  </a:lnTo>
                  <a:lnTo>
                    <a:pt x="2629853" y="0"/>
                  </a:lnTo>
                  <a:lnTo>
                    <a:pt x="2603288" y="0"/>
                  </a:lnTo>
                  <a:lnTo>
                    <a:pt x="2576724" y="0"/>
                  </a:lnTo>
                  <a:lnTo>
                    <a:pt x="2550160" y="0"/>
                  </a:lnTo>
                  <a:lnTo>
                    <a:pt x="2523596" y="0"/>
                  </a:lnTo>
                  <a:lnTo>
                    <a:pt x="2497032" y="0"/>
                  </a:lnTo>
                  <a:lnTo>
                    <a:pt x="2470468" y="0"/>
                  </a:lnTo>
                  <a:lnTo>
                    <a:pt x="2443903" y="0"/>
                  </a:lnTo>
                  <a:lnTo>
                    <a:pt x="2417339" y="0"/>
                  </a:lnTo>
                  <a:lnTo>
                    <a:pt x="2390775" y="0"/>
                  </a:lnTo>
                  <a:lnTo>
                    <a:pt x="2364211" y="0"/>
                  </a:lnTo>
                  <a:lnTo>
                    <a:pt x="2337647" y="0"/>
                  </a:lnTo>
                  <a:lnTo>
                    <a:pt x="2311082" y="0"/>
                  </a:lnTo>
                  <a:lnTo>
                    <a:pt x="2284518" y="0"/>
                  </a:lnTo>
                  <a:lnTo>
                    <a:pt x="2257954" y="0"/>
                  </a:lnTo>
                  <a:lnTo>
                    <a:pt x="2231390" y="0"/>
                  </a:lnTo>
                  <a:lnTo>
                    <a:pt x="2204826" y="0"/>
                  </a:lnTo>
                  <a:lnTo>
                    <a:pt x="2178262" y="0"/>
                  </a:lnTo>
                  <a:lnTo>
                    <a:pt x="2151698" y="0"/>
                  </a:lnTo>
                  <a:lnTo>
                    <a:pt x="2125133" y="0"/>
                  </a:lnTo>
                  <a:lnTo>
                    <a:pt x="2098569" y="0"/>
                  </a:lnTo>
                  <a:lnTo>
                    <a:pt x="2072005" y="0"/>
                  </a:lnTo>
                  <a:lnTo>
                    <a:pt x="2045441" y="0"/>
                  </a:lnTo>
                  <a:lnTo>
                    <a:pt x="2018877" y="0"/>
                  </a:lnTo>
                  <a:lnTo>
                    <a:pt x="1992312" y="0"/>
                  </a:lnTo>
                  <a:lnTo>
                    <a:pt x="1965748" y="0"/>
                  </a:lnTo>
                  <a:lnTo>
                    <a:pt x="1939184" y="0"/>
                  </a:lnTo>
                  <a:lnTo>
                    <a:pt x="1912620" y="0"/>
                  </a:lnTo>
                  <a:lnTo>
                    <a:pt x="1886056" y="0"/>
                  </a:lnTo>
                  <a:lnTo>
                    <a:pt x="1859492" y="0"/>
                  </a:lnTo>
                  <a:lnTo>
                    <a:pt x="1832928" y="0"/>
                  </a:lnTo>
                  <a:lnTo>
                    <a:pt x="1806363" y="0"/>
                  </a:lnTo>
                  <a:lnTo>
                    <a:pt x="1779799" y="0"/>
                  </a:lnTo>
                  <a:lnTo>
                    <a:pt x="1753235" y="0"/>
                  </a:lnTo>
                  <a:lnTo>
                    <a:pt x="1726671" y="0"/>
                  </a:lnTo>
                  <a:lnTo>
                    <a:pt x="1700107" y="0"/>
                  </a:lnTo>
                  <a:lnTo>
                    <a:pt x="1673542" y="0"/>
                  </a:lnTo>
                  <a:lnTo>
                    <a:pt x="1646978" y="0"/>
                  </a:lnTo>
                  <a:lnTo>
                    <a:pt x="1620414" y="0"/>
                  </a:lnTo>
                  <a:lnTo>
                    <a:pt x="1593850" y="0"/>
                  </a:lnTo>
                  <a:lnTo>
                    <a:pt x="1567286" y="0"/>
                  </a:lnTo>
                  <a:lnTo>
                    <a:pt x="1540722" y="0"/>
                  </a:lnTo>
                  <a:lnTo>
                    <a:pt x="1514157" y="0"/>
                  </a:lnTo>
                  <a:lnTo>
                    <a:pt x="1487593" y="0"/>
                  </a:lnTo>
                  <a:lnTo>
                    <a:pt x="1461029" y="0"/>
                  </a:lnTo>
                  <a:lnTo>
                    <a:pt x="1434465" y="0"/>
                  </a:lnTo>
                  <a:lnTo>
                    <a:pt x="1407901" y="0"/>
                  </a:lnTo>
                  <a:lnTo>
                    <a:pt x="1381337" y="0"/>
                  </a:lnTo>
                  <a:lnTo>
                    <a:pt x="1354772" y="0"/>
                  </a:lnTo>
                  <a:lnTo>
                    <a:pt x="1328208" y="0"/>
                  </a:lnTo>
                  <a:lnTo>
                    <a:pt x="1301644" y="0"/>
                  </a:lnTo>
                  <a:lnTo>
                    <a:pt x="1275080" y="0"/>
                  </a:lnTo>
                  <a:lnTo>
                    <a:pt x="1248516" y="0"/>
                  </a:lnTo>
                  <a:lnTo>
                    <a:pt x="1221952" y="0"/>
                  </a:lnTo>
                  <a:lnTo>
                    <a:pt x="1195388" y="0"/>
                  </a:lnTo>
                  <a:lnTo>
                    <a:pt x="1168823" y="0"/>
                  </a:lnTo>
                  <a:lnTo>
                    <a:pt x="1142259" y="0"/>
                  </a:lnTo>
                  <a:lnTo>
                    <a:pt x="1115695" y="0"/>
                  </a:lnTo>
                  <a:lnTo>
                    <a:pt x="1089131" y="0"/>
                  </a:lnTo>
                  <a:lnTo>
                    <a:pt x="1062567" y="0"/>
                  </a:lnTo>
                  <a:lnTo>
                    <a:pt x="1036002" y="0"/>
                  </a:lnTo>
                  <a:lnTo>
                    <a:pt x="1009438" y="0"/>
                  </a:lnTo>
                  <a:lnTo>
                    <a:pt x="982874" y="0"/>
                  </a:lnTo>
                  <a:lnTo>
                    <a:pt x="956310" y="0"/>
                  </a:lnTo>
                  <a:lnTo>
                    <a:pt x="929746" y="0"/>
                  </a:lnTo>
                  <a:lnTo>
                    <a:pt x="903182" y="0"/>
                  </a:lnTo>
                  <a:lnTo>
                    <a:pt x="876618" y="0"/>
                  </a:lnTo>
                  <a:lnTo>
                    <a:pt x="850053" y="0"/>
                  </a:lnTo>
                  <a:lnTo>
                    <a:pt x="823489" y="0"/>
                  </a:lnTo>
                  <a:lnTo>
                    <a:pt x="796925" y="0"/>
                  </a:lnTo>
                  <a:lnTo>
                    <a:pt x="770361" y="0"/>
                  </a:lnTo>
                  <a:lnTo>
                    <a:pt x="743797" y="0"/>
                  </a:lnTo>
                  <a:lnTo>
                    <a:pt x="717232" y="0"/>
                  </a:lnTo>
                  <a:lnTo>
                    <a:pt x="690668" y="0"/>
                  </a:lnTo>
                  <a:lnTo>
                    <a:pt x="664104" y="0"/>
                  </a:lnTo>
                  <a:lnTo>
                    <a:pt x="637540" y="0"/>
                  </a:lnTo>
                  <a:lnTo>
                    <a:pt x="610976" y="0"/>
                  </a:lnTo>
                  <a:lnTo>
                    <a:pt x="584412" y="0"/>
                  </a:lnTo>
                  <a:lnTo>
                    <a:pt x="557847" y="0"/>
                  </a:lnTo>
                  <a:lnTo>
                    <a:pt x="531283" y="0"/>
                  </a:lnTo>
                  <a:lnTo>
                    <a:pt x="504719" y="0"/>
                  </a:lnTo>
                  <a:lnTo>
                    <a:pt x="478155" y="0"/>
                  </a:lnTo>
                  <a:lnTo>
                    <a:pt x="451591" y="0"/>
                  </a:lnTo>
                  <a:lnTo>
                    <a:pt x="425027" y="0"/>
                  </a:lnTo>
                  <a:lnTo>
                    <a:pt x="398462" y="0"/>
                  </a:lnTo>
                  <a:lnTo>
                    <a:pt x="371898" y="0"/>
                  </a:lnTo>
                  <a:lnTo>
                    <a:pt x="345334" y="0"/>
                  </a:lnTo>
                  <a:lnTo>
                    <a:pt x="318770" y="0"/>
                  </a:lnTo>
                  <a:lnTo>
                    <a:pt x="292206" y="0"/>
                  </a:lnTo>
                  <a:lnTo>
                    <a:pt x="265642" y="0"/>
                  </a:lnTo>
                  <a:lnTo>
                    <a:pt x="239078" y="0"/>
                  </a:lnTo>
                  <a:lnTo>
                    <a:pt x="212513" y="0"/>
                  </a:lnTo>
                  <a:lnTo>
                    <a:pt x="185949" y="0"/>
                  </a:lnTo>
                  <a:lnTo>
                    <a:pt x="159385" y="0"/>
                  </a:lnTo>
                  <a:lnTo>
                    <a:pt x="132821" y="0"/>
                  </a:lnTo>
                  <a:lnTo>
                    <a:pt x="106257" y="0"/>
                  </a:lnTo>
                  <a:lnTo>
                    <a:pt x="79692" y="0"/>
                  </a:lnTo>
                  <a:lnTo>
                    <a:pt x="53128" y="0"/>
                  </a:lnTo>
                  <a:lnTo>
                    <a:pt x="26564" y="0"/>
                  </a:lnTo>
                  <a:lnTo>
                    <a:pt x="0" y="0"/>
                  </a:lnTo>
                  <a:close/>
                </a:path>
              </a:pathLst>
            </a:custGeom>
            <a:solidFill>
              <a:srgbClr val="000000"/>
            </a:solidFill>
            <a:ln w="0">
              <a:noFill/>
            </a:ln>
          </p:spPr>
        </p:sp>
        <p:sp>
          <p:nvSpPr>
            <p:cNvPr id="2415" name="panel2__combined_score" descr="Editable filled curved data-flow path"/>
            <p:cNvSpPr/>
            <p:nvPr/>
          </p:nvSpPr>
          <p:spPr>
            <a:xfrm>
              <a:off x="8267700" y="3627120"/>
              <a:ext cx="163354" cy="201930"/>
            </a:xfrm>
            <a:custGeom>
              <a:avLst/>
              <a:gdLst/>
              <a:ahLst/>
              <a:cxnLst/>
              <a:rect l="0" t="0" r="w" b="h"/>
              <a:pathLst>
                <a:path w="163354" h="201930" fill="norm" stroke="false">
                  <a:moveTo>
                    <a:pt x="0" y="41910"/>
                  </a:moveTo>
                  <a:lnTo>
                    <a:pt x="1033" y="41916"/>
                  </a:lnTo>
                  <a:lnTo>
                    <a:pt x="2057" y="41933"/>
                  </a:lnTo>
                  <a:lnTo>
                    <a:pt x="3072" y="41961"/>
                  </a:lnTo>
                  <a:lnTo>
                    <a:pt x="4079" y="42001"/>
                  </a:lnTo>
                  <a:lnTo>
                    <a:pt x="5077" y="42052"/>
                  </a:lnTo>
                  <a:lnTo>
                    <a:pt x="6066" y="42114"/>
                  </a:lnTo>
                  <a:lnTo>
                    <a:pt x="7047" y="42186"/>
                  </a:lnTo>
                  <a:lnTo>
                    <a:pt x="8020" y="42270"/>
                  </a:lnTo>
                  <a:lnTo>
                    <a:pt x="8984" y="42364"/>
                  </a:lnTo>
                  <a:lnTo>
                    <a:pt x="9941" y="42469"/>
                  </a:lnTo>
                  <a:lnTo>
                    <a:pt x="10889" y="42584"/>
                  </a:lnTo>
                  <a:lnTo>
                    <a:pt x="11829" y="42710"/>
                  </a:lnTo>
                  <a:lnTo>
                    <a:pt x="12761" y="42846"/>
                  </a:lnTo>
                  <a:lnTo>
                    <a:pt x="13686" y="42992"/>
                  </a:lnTo>
                  <a:lnTo>
                    <a:pt x="14602" y="43149"/>
                  </a:lnTo>
                  <a:lnTo>
                    <a:pt x="15511" y="43316"/>
                  </a:lnTo>
                  <a:lnTo>
                    <a:pt x="16413" y="43492"/>
                  </a:lnTo>
                  <a:lnTo>
                    <a:pt x="17307" y="43679"/>
                  </a:lnTo>
                  <a:lnTo>
                    <a:pt x="18194" y="43876"/>
                  </a:lnTo>
                  <a:lnTo>
                    <a:pt x="19073" y="44082"/>
                  </a:lnTo>
                  <a:lnTo>
                    <a:pt x="19946" y="44298"/>
                  </a:lnTo>
                  <a:lnTo>
                    <a:pt x="20811" y="44524"/>
                  </a:lnTo>
                  <a:lnTo>
                    <a:pt x="21670" y="44760"/>
                  </a:lnTo>
                  <a:lnTo>
                    <a:pt x="22521" y="45006"/>
                  </a:lnTo>
                  <a:lnTo>
                    <a:pt x="23366" y="45260"/>
                  </a:lnTo>
                  <a:lnTo>
                    <a:pt x="24205" y="45525"/>
                  </a:lnTo>
                  <a:lnTo>
                    <a:pt x="25037" y="45799"/>
                  </a:lnTo>
                  <a:lnTo>
                    <a:pt x="25863" y="46083"/>
                  </a:lnTo>
                  <a:lnTo>
                    <a:pt x="26682" y="46376"/>
                  </a:lnTo>
                  <a:lnTo>
                    <a:pt x="27496" y="46678"/>
                  </a:lnTo>
                  <a:lnTo>
                    <a:pt x="28303" y="46990"/>
                  </a:lnTo>
                  <a:lnTo>
                    <a:pt x="29105" y="47312"/>
                  </a:lnTo>
                  <a:lnTo>
                    <a:pt x="29900" y="47643"/>
                  </a:lnTo>
                  <a:lnTo>
                    <a:pt x="30690" y="47983"/>
                  </a:lnTo>
                  <a:lnTo>
                    <a:pt x="31475" y="48333"/>
                  </a:lnTo>
                  <a:lnTo>
                    <a:pt x="32254" y="48692"/>
                  </a:lnTo>
                  <a:lnTo>
                    <a:pt x="33028" y="49061"/>
                  </a:lnTo>
                  <a:lnTo>
                    <a:pt x="33796" y="49439"/>
                  </a:lnTo>
                  <a:lnTo>
                    <a:pt x="34559" y="49826"/>
                  </a:lnTo>
                  <a:lnTo>
                    <a:pt x="35317" y="50223"/>
                  </a:lnTo>
                  <a:lnTo>
                    <a:pt x="36070" y="50630"/>
                  </a:lnTo>
                  <a:lnTo>
                    <a:pt x="36818" y="51046"/>
                  </a:lnTo>
                  <a:lnTo>
                    <a:pt x="37562" y="51471"/>
                  </a:lnTo>
                  <a:lnTo>
                    <a:pt x="38300" y="51906"/>
                  </a:lnTo>
                  <a:lnTo>
                    <a:pt x="39034" y="52351"/>
                  </a:lnTo>
                  <a:lnTo>
                    <a:pt x="39763" y="52806"/>
                  </a:lnTo>
                  <a:lnTo>
                    <a:pt x="40488" y="53270"/>
                  </a:lnTo>
                  <a:lnTo>
                    <a:pt x="41208" y="53744"/>
                  </a:lnTo>
                  <a:lnTo>
                    <a:pt x="41924" y="54227"/>
                  </a:lnTo>
                  <a:lnTo>
                    <a:pt x="42635" y="54720"/>
                  </a:lnTo>
                  <a:lnTo>
                    <a:pt x="43342" y="55223"/>
                  </a:lnTo>
                  <a:lnTo>
                    <a:pt x="44045" y="55736"/>
                  </a:lnTo>
                  <a:lnTo>
                    <a:pt x="44744" y="56259"/>
                  </a:lnTo>
                  <a:lnTo>
                    <a:pt x="45438" y="56792"/>
                  </a:lnTo>
                  <a:lnTo>
                    <a:pt x="46128" y="57335"/>
                  </a:lnTo>
                  <a:lnTo>
                    <a:pt x="46814" y="57887"/>
                  </a:lnTo>
                  <a:lnTo>
                    <a:pt x="47496" y="58450"/>
                  </a:lnTo>
                  <a:lnTo>
                    <a:pt x="48174" y="59023"/>
                  </a:lnTo>
                  <a:lnTo>
                    <a:pt x="48848" y="59606"/>
                  </a:lnTo>
                  <a:lnTo>
                    <a:pt x="49518" y="60199"/>
                  </a:lnTo>
                  <a:lnTo>
                    <a:pt x="50184" y="60802"/>
                  </a:lnTo>
                  <a:lnTo>
                    <a:pt x="50845" y="61416"/>
                  </a:lnTo>
                  <a:lnTo>
                    <a:pt x="51503" y="62040"/>
                  </a:lnTo>
                  <a:lnTo>
                    <a:pt x="52157" y="62674"/>
                  </a:lnTo>
                  <a:lnTo>
                    <a:pt x="52807" y="63318"/>
                  </a:lnTo>
                  <a:lnTo>
                    <a:pt x="53452" y="63973"/>
                  </a:lnTo>
                  <a:lnTo>
                    <a:pt x="54094" y="64638"/>
                  </a:lnTo>
                  <a:lnTo>
                    <a:pt x="54732" y="65314"/>
                  </a:lnTo>
                  <a:lnTo>
                    <a:pt x="55365" y="66000"/>
                  </a:lnTo>
                  <a:lnTo>
                    <a:pt x="55995" y="66696"/>
                  </a:lnTo>
                  <a:lnTo>
                    <a:pt x="56620" y="67403"/>
                  </a:lnTo>
                  <a:lnTo>
                    <a:pt x="57242" y="68120"/>
                  </a:lnTo>
                  <a:lnTo>
                    <a:pt x="57859" y="68848"/>
                  </a:lnTo>
                  <a:lnTo>
                    <a:pt x="58472" y="69587"/>
                  </a:lnTo>
                  <a:lnTo>
                    <a:pt x="59081" y="70336"/>
                  </a:lnTo>
                  <a:lnTo>
                    <a:pt x="59686" y="71095"/>
                  </a:lnTo>
                  <a:lnTo>
                    <a:pt x="60287" y="71865"/>
                  </a:lnTo>
                  <a:lnTo>
                    <a:pt x="60883" y="72646"/>
                  </a:lnTo>
                  <a:lnTo>
                    <a:pt x="61475" y="73437"/>
                  </a:lnTo>
                  <a:lnTo>
                    <a:pt x="62063" y="74238"/>
                  </a:lnTo>
                  <a:lnTo>
                    <a:pt x="62647" y="75051"/>
                  </a:lnTo>
                  <a:lnTo>
                    <a:pt x="63226" y="75873"/>
                  </a:lnTo>
                  <a:lnTo>
                    <a:pt x="63801" y="76707"/>
                  </a:lnTo>
                  <a:lnTo>
                    <a:pt x="64371" y="77551"/>
                  </a:lnTo>
                  <a:lnTo>
                    <a:pt x="64937" y="78405"/>
                  </a:lnTo>
                  <a:lnTo>
                    <a:pt x="65498" y="79270"/>
                  </a:lnTo>
                  <a:lnTo>
                    <a:pt x="66055" y="80145"/>
                  </a:lnTo>
                  <a:lnTo>
                    <a:pt x="66607" y="81031"/>
                  </a:lnTo>
                  <a:lnTo>
                    <a:pt x="67155" y="81928"/>
                  </a:lnTo>
                  <a:lnTo>
                    <a:pt x="67698" y="82835"/>
                  </a:lnTo>
                  <a:lnTo>
                    <a:pt x="68236" y="83752"/>
                  </a:lnTo>
                  <a:lnTo>
                    <a:pt x="68769" y="84680"/>
                  </a:lnTo>
                  <a:lnTo>
                    <a:pt x="69298" y="85618"/>
                  </a:lnTo>
                  <a:lnTo>
                    <a:pt x="69822" y="86567"/>
                  </a:lnTo>
                  <a:lnTo>
                    <a:pt x="70340" y="87526"/>
                  </a:lnTo>
                  <a:lnTo>
                    <a:pt x="70854" y="88495"/>
                  </a:lnTo>
                  <a:lnTo>
                    <a:pt x="71364" y="89474"/>
                  </a:lnTo>
                  <a:lnTo>
                    <a:pt x="71868" y="90464"/>
                  </a:lnTo>
                  <a:lnTo>
                    <a:pt x="72367" y="91464"/>
                  </a:lnTo>
                  <a:lnTo>
                    <a:pt x="72861" y="92474"/>
                  </a:lnTo>
                  <a:lnTo>
                    <a:pt x="73349" y="93494"/>
                  </a:lnTo>
                  <a:lnTo>
                    <a:pt x="73833" y="94525"/>
                  </a:lnTo>
                  <a:lnTo>
                    <a:pt x="74312" y="95565"/>
                  </a:lnTo>
                  <a:lnTo>
                    <a:pt x="74785" y="96616"/>
                  </a:lnTo>
                  <a:lnTo>
                    <a:pt x="75253" y="97676"/>
                  </a:lnTo>
                  <a:lnTo>
                    <a:pt x="75716" y="98747"/>
                  </a:lnTo>
                  <a:lnTo>
                    <a:pt x="76173" y="99827"/>
                  </a:lnTo>
                  <a:lnTo>
                    <a:pt x="76625" y="100918"/>
                  </a:lnTo>
                  <a:lnTo>
                    <a:pt x="77072" y="102018"/>
                  </a:lnTo>
                  <a:lnTo>
                    <a:pt x="77513" y="103128"/>
                  </a:lnTo>
                  <a:lnTo>
                    <a:pt x="77949" y="104247"/>
                  </a:lnTo>
                  <a:lnTo>
                    <a:pt x="78379" y="105377"/>
                  </a:lnTo>
                  <a:lnTo>
                    <a:pt x="78803" y="106516"/>
                  </a:lnTo>
                  <a:lnTo>
                    <a:pt x="79222" y="107664"/>
                  </a:lnTo>
                  <a:lnTo>
                    <a:pt x="79636" y="108822"/>
                  </a:lnTo>
                  <a:lnTo>
                    <a:pt x="80044" y="109990"/>
                  </a:lnTo>
                  <a:lnTo>
                    <a:pt x="80446" y="111167"/>
                  </a:lnTo>
                  <a:lnTo>
                    <a:pt x="80842" y="112353"/>
                  </a:lnTo>
                  <a:lnTo>
                    <a:pt x="81233" y="113549"/>
                  </a:lnTo>
                  <a:lnTo>
                    <a:pt x="81618" y="114754"/>
                  </a:lnTo>
                  <a:lnTo>
                    <a:pt x="81997" y="115968"/>
                  </a:lnTo>
                  <a:lnTo>
                    <a:pt x="82370" y="117192"/>
                  </a:lnTo>
                  <a:lnTo>
                    <a:pt x="82737" y="118424"/>
                  </a:lnTo>
                  <a:lnTo>
                    <a:pt x="83099" y="119666"/>
                  </a:lnTo>
                  <a:lnTo>
                    <a:pt x="83455" y="120917"/>
                  </a:lnTo>
                  <a:lnTo>
                    <a:pt x="83804" y="122177"/>
                  </a:lnTo>
                  <a:lnTo>
                    <a:pt x="84148" y="123445"/>
                  </a:lnTo>
                  <a:lnTo>
                    <a:pt x="84486" y="124723"/>
                  </a:lnTo>
                  <a:lnTo>
                    <a:pt x="84818" y="126009"/>
                  </a:lnTo>
                  <a:lnTo>
                    <a:pt x="85143" y="127304"/>
                  </a:lnTo>
                  <a:lnTo>
                    <a:pt x="85463" y="128607"/>
                  </a:lnTo>
                  <a:lnTo>
                    <a:pt x="85777" y="129920"/>
                  </a:lnTo>
                  <a:lnTo>
                    <a:pt x="86084" y="131241"/>
                  </a:lnTo>
                  <a:lnTo>
                    <a:pt x="49660" y="132426"/>
                  </a:lnTo>
                  <a:lnTo>
                    <a:pt x="114300" y="201930"/>
                  </a:lnTo>
                  <a:lnTo>
                    <a:pt x="163354" y="120672"/>
                  </a:lnTo>
                  <a:lnTo>
                    <a:pt x="126930" y="121857"/>
                  </a:lnTo>
                  <a:lnTo>
                    <a:pt x="126567" y="120298"/>
                  </a:lnTo>
                  <a:lnTo>
                    <a:pt x="126197" y="118747"/>
                  </a:lnTo>
                  <a:lnTo>
                    <a:pt x="125818" y="117202"/>
                  </a:lnTo>
                  <a:lnTo>
                    <a:pt x="125431" y="115664"/>
                  </a:lnTo>
                  <a:lnTo>
                    <a:pt x="125036" y="114133"/>
                  </a:lnTo>
                  <a:lnTo>
                    <a:pt x="124633" y="112608"/>
                  </a:lnTo>
                  <a:lnTo>
                    <a:pt x="124222" y="111091"/>
                  </a:lnTo>
                  <a:lnTo>
                    <a:pt x="123802" y="109580"/>
                  </a:lnTo>
                  <a:lnTo>
                    <a:pt x="123375" y="108077"/>
                  </a:lnTo>
                  <a:lnTo>
                    <a:pt x="122939" y="106580"/>
                  </a:lnTo>
                  <a:lnTo>
                    <a:pt x="122495" y="105091"/>
                  </a:lnTo>
                  <a:lnTo>
                    <a:pt x="122043" y="103609"/>
                  </a:lnTo>
                  <a:lnTo>
                    <a:pt x="121582" y="102134"/>
                  </a:lnTo>
                  <a:lnTo>
                    <a:pt x="121114" y="100666"/>
                  </a:lnTo>
                  <a:lnTo>
                    <a:pt x="120636" y="99205"/>
                  </a:lnTo>
                  <a:lnTo>
                    <a:pt x="120151" y="97752"/>
                  </a:lnTo>
                  <a:lnTo>
                    <a:pt x="119657" y="96306"/>
                  </a:lnTo>
                  <a:lnTo>
                    <a:pt x="119154" y="94868"/>
                  </a:lnTo>
                  <a:lnTo>
                    <a:pt x="118644" y="93437"/>
                  </a:lnTo>
                  <a:lnTo>
                    <a:pt x="118124" y="92013"/>
                  </a:lnTo>
                  <a:lnTo>
                    <a:pt x="117596" y="90597"/>
                  </a:lnTo>
                  <a:lnTo>
                    <a:pt x="117060" y="89189"/>
                  </a:lnTo>
                  <a:lnTo>
                    <a:pt x="116515" y="87789"/>
                  </a:lnTo>
                  <a:lnTo>
                    <a:pt x="115961" y="86396"/>
                  </a:lnTo>
                  <a:lnTo>
                    <a:pt x="115399" y="85010"/>
                  </a:lnTo>
                  <a:lnTo>
                    <a:pt x="114828" y="83633"/>
                  </a:lnTo>
                  <a:lnTo>
                    <a:pt x="114248" y="82264"/>
                  </a:lnTo>
                  <a:lnTo>
                    <a:pt x="113660" y="80902"/>
                  </a:lnTo>
                  <a:lnTo>
                    <a:pt x="113062" y="79548"/>
                  </a:lnTo>
                  <a:lnTo>
                    <a:pt x="112456" y="78203"/>
                  </a:lnTo>
                  <a:lnTo>
                    <a:pt x="111841" y="76865"/>
                  </a:lnTo>
                  <a:lnTo>
                    <a:pt x="111217" y="75536"/>
                  </a:lnTo>
                  <a:lnTo>
                    <a:pt x="110584" y="74215"/>
                  </a:lnTo>
                  <a:lnTo>
                    <a:pt x="109942" y="72902"/>
                  </a:lnTo>
                  <a:lnTo>
                    <a:pt x="109291" y="71597"/>
                  </a:lnTo>
                  <a:lnTo>
                    <a:pt x="108631" y="70301"/>
                  </a:lnTo>
                  <a:lnTo>
                    <a:pt x="107962" y="69014"/>
                  </a:lnTo>
                  <a:lnTo>
                    <a:pt x="107283" y="67734"/>
                  </a:lnTo>
                  <a:lnTo>
                    <a:pt x="106596" y="66464"/>
                  </a:lnTo>
                  <a:lnTo>
                    <a:pt x="105899" y="65202"/>
                  </a:lnTo>
                  <a:lnTo>
                    <a:pt x="105193" y="63949"/>
                  </a:lnTo>
                  <a:lnTo>
                    <a:pt x="104477" y="62704"/>
                  </a:lnTo>
                  <a:lnTo>
                    <a:pt x="103752" y="61469"/>
                  </a:lnTo>
                  <a:lnTo>
                    <a:pt x="103018" y="60242"/>
                  </a:lnTo>
                  <a:lnTo>
                    <a:pt x="102275" y="59025"/>
                  </a:lnTo>
                  <a:lnTo>
                    <a:pt x="101521" y="57817"/>
                  </a:lnTo>
                  <a:lnTo>
                    <a:pt x="100759" y="56618"/>
                  </a:lnTo>
                  <a:lnTo>
                    <a:pt x="99987" y="55428"/>
                  </a:lnTo>
                  <a:lnTo>
                    <a:pt x="99205" y="54247"/>
                  </a:lnTo>
                  <a:lnTo>
                    <a:pt x="98414" y="53076"/>
                  </a:lnTo>
                  <a:lnTo>
                    <a:pt x="97612" y="51915"/>
                  </a:lnTo>
                  <a:lnTo>
                    <a:pt x="96802" y="50763"/>
                  </a:lnTo>
                  <a:lnTo>
                    <a:pt x="95981" y="49621"/>
                  </a:lnTo>
                  <a:lnTo>
                    <a:pt x="95151" y="48488"/>
                  </a:lnTo>
                  <a:lnTo>
                    <a:pt x="94311" y="47366"/>
                  </a:lnTo>
                  <a:lnTo>
                    <a:pt x="93461" y="46254"/>
                  </a:lnTo>
                  <a:lnTo>
                    <a:pt x="92601" y="45151"/>
                  </a:lnTo>
                  <a:lnTo>
                    <a:pt x="91731" y="44059"/>
                  </a:lnTo>
                  <a:lnTo>
                    <a:pt x="90851" y="42978"/>
                  </a:lnTo>
                  <a:lnTo>
                    <a:pt x="89962" y="41906"/>
                  </a:lnTo>
                  <a:lnTo>
                    <a:pt x="89062" y="40846"/>
                  </a:lnTo>
                  <a:lnTo>
                    <a:pt x="88153" y="39796"/>
                  </a:lnTo>
                  <a:lnTo>
                    <a:pt x="87233" y="38756"/>
                  </a:lnTo>
                  <a:lnTo>
                    <a:pt x="86303" y="37728"/>
                  </a:lnTo>
                  <a:lnTo>
                    <a:pt x="85364" y="36711"/>
                  </a:lnTo>
                  <a:lnTo>
                    <a:pt x="84414" y="35704"/>
                  </a:lnTo>
                  <a:lnTo>
                    <a:pt x="83454" y="34709"/>
                  </a:lnTo>
                  <a:lnTo>
                    <a:pt x="82484" y="33726"/>
                  </a:lnTo>
                  <a:lnTo>
                    <a:pt x="81504" y="32754"/>
                  </a:lnTo>
                  <a:lnTo>
                    <a:pt x="80513" y="31793"/>
                  </a:lnTo>
                  <a:lnTo>
                    <a:pt x="79513" y="30845"/>
                  </a:lnTo>
                  <a:lnTo>
                    <a:pt x="78503" y="29908"/>
                  </a:lnTo>
                  <a:lnTo>
                    <a:pt x="77482" y="28983"/>
                  </a:lnTo>
                  <a:lnTo>
                    <a:pt x="76452" y="28070"/>
                  </a:lnTo>
                  <a:lnTo>
                    <a:pt x="75411" y="27170"/>
                  </a:lnTo>
                  <a:lnTo>
                    <a:pt x="74360" y="26282"/>
                  </a:lnTo>
                  <a:lnTo>
                    <a:pt x="73299" y="25407"/>
                  </a:lnTo>
                  <a:lnTo>
                    <a:pt x="72229" y="24544"/>
                  </a:lnTo>
                  <a:lnTo>
                    <a:pt x="71148" y="23694"/>
                  </a:lnTo>
                  <a:lnTo>
                    <a:pt x="70057" y="22857"/>
                  </a:lnTo>
                  <a:lnTo>
                    <a:pt x="68957" y="22034"/>
                  </a:lnTo>
                  <a:lnTo>
                    <a:pt x="67846" y="21223"/>
                  </a:lnTo>
                  <a:lnTo>
                    <a:pt x="66726" y="20426"/>
                  </a:lnTo>
                  <a:lnTo>
                    <a:pt x="65596" y="19642"/>
                  </a:lnTo>
                  <a:lnTo>
                    <a:pt x="64456" y="18872"/>
                  </a:lnTo>
                  <a:lnTo>
                    <a:pt x="63306" y="18116"/>
                  </a:lnTo>
                  <a:lnTo>
                    <a:pt x="62147" y="17374"/>
                  </a:lnTo>
                  <a:lnTo>
                    <a:pt x="60978" y="16645"/>
                  </a:lnTo>
                  <a:lnTo>
                    <a:pt x="59800" y="15931"/>
                  </a:lnTo>
                  <a:lnTo>
                    <a:pt x="58613" y="15232"/>
                  </a:lnTo>
                  <a:lnTo>
                    <a:pt x="57416" y="14546"/>
                  </a:lnTo>
                  <a:lnTo>
                    <a:pt x="56209" y="13875"/>
                  </a:lnTo>
                  <a:lnTo>
                    <a:pt x="54994" y="13219"/>
                  </a:lnTo>
                  <a:lnTo>
                    <a:pt x="53769" y="12578"/>
                  </a:lnTo>
                  <a:lnTo>
                    <a:pt x="52536" y="11952"/>
                  </a:lnTo>
                  <a:lnTo>
                    <a:pt x="51293" y="11340"/>
                  </a:lnTo>
                  <a:lnTo>
                    <a:pt x="50042" y="10744"/>
                  </a:lnTo>
                  <a:lnTo>
                    <a:pt x="48782" y="10163"/>
                  </a:lnTo>
                  <a:lnTo>
                    <a:pt x="47513" y="9598"/>
                  </a:lnTo>
                  <a:lnTo>
                    <a:pt x="46236" y="9047"/>
                  </a:lnTo>
                  <a:lnTo>
                    <a:pt x="44950" y="8513"/>
                  </a:lnTo>
                  <a:lnTo>
                    <a:pt x="43657" y="7994"/>
                  </a:lnTo>
                  <a:lnTo>
                    <a:pt x="42354" y="7491"/>
                  </a:lnTo>
                  <a:lnTo>
                    <a:pt x="41044" y="7003"/>
                  </a:lnTo>
                  <a:lnTo>
                    <a:pt x="39726" y="6532"/>
                  </a:lnTo>
                  <a:lnTo>
                    <a:pt x="38400" y="6076"/>
                  </a:lnTo>
                  <a:lnTo>
                    <a:pt x="37066" y="5637"/>
                  </a:lnTo>
                  <a:lnTo>
                    <a:pt x="35724" y="5214"/>
                  </a:lnTo>
                  <a:lnTo>
                    <a:pt x="34375" y="4807"/>
                  </a:lnTo>
                  <a:lnTo>
                    <a:pt x="33018" y="4416"/>
                  </a:lnTo>
                  <a:lnTo>
                    <a:pt x="31654" y="4041"/>
                  </a:lnTo>
                  <a:lnTo>
                    <a:pt x="30283" y="3683"/>
                  </a:lnTo>
                  <a:lnTo>
                    <a:pt x="28905" y="3342"/>
                  </a:lnTo>
                  <a:lnTo>
                    <a:pt x="27519" y="3016"/>
                  </a:lnTo>
                  <a:lnTo>
                    <a:pt x="26127" y="2708"/>
                  </a:lnTo>
                  <a:lnTo>
                    <a:pt x="24728" y="2416"/>
                  </a:lnTo>
                  <a:lnTo>
                    <a:pt x="23322" y="2140"/>
                  </a:lnTo>
                  <a:lnTo>
                    <a:pt x="21910" y="1881"/>
                  </a:lnTo>
                  <a:lnTo>
                    <a:pt x="20491" y="1639"/>
                  </a:lnTo>
                  <a:lnTo>
                    <a:pt x="19066" y="1413"/>
                  </a:lnTo>
                  <a:lnTo>
                    <a:pt x="17635" y="1204"/>
                  </a:lnTo>
                  <a:lnTo>
                    <a:pt x="16197" y="1012"/>
                  </a:lnTo>
                  <a:lnTo>
                    <a:pt x="14754" y="836"/>
                  </a:lnTo>
                  <a:lnTo>
                    <a:pt x="13304" y="677"/>
                  </a:lnTo>
                  <a:lnTo>
                    <a:pt x="11848" y="535"/>
                  </a:lnTo>
                  <a:lnTo>
                    <a:pt x="10387" y="410"/>
                  </a:lnTo>
                  <a:lnTo>
                    <a:pt x="8920" y="301"/>
                  </a:lnTo>
                  <a:lnTo>
                    <a:pt x="7447" y="209"/>
                  </a:lnTo>
                  <a:lnTo>
                    <a:pt x="5968" y="134"/>
                  </a:lnTo>
                  <a:lnTo>
                    <a:pt x="4484" y="75"/>
                  </a:lnTo>
                  <a:lnTo>
                    <a:pt x="2995" y="33"/>
                  </a:lnTo>
                  <a:lnTo>
                    <a:pt x="1500" y="8"/>
                  </a:lnTo>
                  <a:lnTo>
                    <a:pt x="0" y="0"/>
                  </a:lnTo>
                  <a:close/>
                </a:path>
              </a:pathLst>
            </a:custGeom>
            <a:solidFill>
              <a:srgbClr val="000000"/>
            </a:solidFill>
            <a:ln w="0">
              <a:noFill/>
            </a:ln>
          </p:spPr>
        </p:sp>
      </p:grpSp>
      <p:grpSp>
        <p:nvGrpSpPr>
          <p:cNvPr id="2432" name="03 Maximum-score selection"/>
          <p:cNvGrpSpPr/>
          <p:nvPr/>
        </p:nvGrpSpPr>
        <p:grpSpPr>
          <a:xfrm>
            <a:off x="7620000" y="4905375"/>
            <a:ext cx="4400550" cy="2543175"/>
            <a:chOff x="7620000" y="4905375"/>
            <a:chExt cx="4400550" cy="2543175"/>
          </a:xfrm>
        </p:grpSpPr>
        <p:sp>
          <p:nvSpPr>
            <p:cNvPr id="1289" name="panel3__rect_1288"/>
            <p:cNvSpPr/>
            <p:nvPr/>
          </p:nvSpPr>
          <p:spPr>
            <a:xfrm>
              <a:off x="7620000" y="4905375"/>
              <a:ext cx="4400550" cy="2543175"/>
            </a:xfrm>
            <a:prstGeom prst="roundRect">
              <a:avLst>
                <a:gd name="adj" fmla="val 3596"/>
              </a:avLst>
            </a:prstGeom>
            <a:solidFill>
              <a:srgbClr val="FFFFFF"/>
            </a:solidFill>
            <a:ln w="12859">
              <a:solidFill>
                <a:srgbClr val="42949E"/>
              </a:solidFill>
              <a:prstDash val="dash"/>
            </a:ln>
          </p:spPr>
        </p:sp>
        <p:sp>
          <p:nvSpPr>
            <p:cNvPr id="1290" name="panel3__text_1289"/>
            <p:cNvSpPr/>
            <p:nvPr/>
          </p:nvSpPr>
          <p:spPr>
            <a:xfrm>
              <a:off x="7772400" y="5000625"/>
              <a:ext cx="4114800" cy="342900"/>
            </a:xfrm>
            <a:prstGeom prst="rect">
              <a:avLst/>
            </a:prstGeom>
            <a:noFill/>
            <a:ln/>
          </p:spPr>
          <p:txBody>
            <a:bodyPr wrap="none" lIns="0" tIns="0" rIns="0" bIns="0" rtlCol="0" anchor="ctr"/>
            <a:lstStyle/>
            <a:p>
              <a:pPr algn="l" indent="0" marL="0">
                <a:buNone/>
              </a:pPr>
              <a:r>
                <a:rPr lang="en-US" sz="1875" b="1" dirty="0">
                  <a:solidFill>
                    <a:srgbClr val="242B32"/>
                  </a:solidFill>
                  <a:latin typeface="Times New Roman" pitchFamily="34" charset="0"/>
                  <a:ea typeface="Times New Roman" pitchFamily="34" charset="-122"/>
                  <a:cs typeface="Times New Roman" pitchFamily="34" charset="-120"/>
                </a:rPr>
                <a:t>3  Maximum-score selection</a:t>
              </a:r>
              <a:endParaRPr lang="en-US" sz="1875" dirty="0"/>
            </a:p>
          </p:txBody>
        </p:sp>
        <p:sp>
          <p:nvSpPr>
            <p:cNvPr id="1291" name="panel3__text_1290"/>
            <p:cNvSpPr/>
            <p:nvPr/>
          </p:nvSpPr>
          <p:spPr>
            <a:xfrm>
              <a:off x="7829550" y="5448300"/>
              <a:ext cx="3105150" cy="266700"/>
            </a:xfrm>
            <a:prstGeom prst="rect">
              <a:avLst/>
            </a:prstGeom>
            <a:noFill/>
            <a:ln/>
          </p:spPr>
          <p:txBody>
            <a:bodyPr wrap="none" lIns="0" tIns="0" rIns="0" bIns="0" rtlCol="0" anchor="ctr"/>
            <a:lstStyle/>
            <a:p>
              <a:pPr algn="l" indent="0" marL="0">
                <a:buNone/>
              </a:pPr>
              <a:r>
                <a:rPr lang="en-US" sz="1650" i="1" dirty="0">
                  <a:solidFill>
                    <a:srgbClr val="242B32"/>
                  </a:solidFill>
                  <a:latin typeface="Times New Roman" pitchFamily="34" charset="0"/>
                  <a:ea typeface="Times New Roman" pitchFamily="34" charset="-122"/>
                  <a:cs typeface="Times New Roman" pitchFamily="34" charset="-120"/>
                </a:rPr>
                <a:t>Q</a:t>
              </a:r>
              <a:pPr algn="l" indent="0" marL="0">
                <a:buNone/>
              </a:pPr>
              <a:r>
                <a:rPr lang="en-US" sz="1073" i="1" baseline="-40000" dirty="0">
                  <a:solidFill>
                    <a:srgbClr val="242B32"/>
                  </a:solidFill>
                  <a:latin typeface="Times New Roman" pitchFamily="34" charset="0"/>
                  <a:ea typeface="Times New Roman" pitchFamily="34" charset="-122"/>
                  <a:cs typeface="Times New Roman" pitchFamily="34" charset="-120"/>
                </a:rPr>
                <a:t>i</a:t>
              </a:r>
              <a:pPr algn="l" indent="0" marL="0">
                <a:buNone/>
              </a:pPr>
              <a:r>
                <a:rPr lang="en-US" sz="1650" i="1" dirty="0">
                  <a:solidFill>
                    <a:srgbClr val="242B32"/>
                  </a:solidFill>
                  <a:latin typeface="Times New Roman" pitchFamily="34" charset="0"/>
                  <a:ea typeface="Times New Roman" pitchFamily="34" charset="-122"/>
                  <a:cs typeface="Times New Roman" pitchFamily="34" charset="-120"/>
                </a:rPr>
                <a:t> = Q</a:t>
              </a:r>
              <a:pPr algn="l" indent="0" marL="0">
                <a:buNone/>
              </a:pPr>
              <a:r>
                <a:rPr lang="en-US" sz="1650" dirty="0">
                  <a:solidFill>
                    <a:srgbClr val="242B32"/>
                  </a:solidFill>
                  <a:latin typeface="Times New Roman" pitchFamily="34" charset="0"/>
                  <a:ea typeface="Times New Roman" pitchFamily="34" charset="-122"/>
                  <a:cs typeface="Times New Roman" pitchFamily="34" charset="-120"/>
                </a:rPr>
                <a:t>(</a:t>
              </a:r>
              <a:pPr algn="l" indent="0" marL="0">
                <a:buNone/>
              </a:pPr>
              <a:r>
                <a:rPr lang="en-US" sz="1650" b="1" dirty="0">
                  <a:solidFill>
                    <a:srgbClr val="242B32"/>
                  </a:solidFill>
                  <a:latin typeface="Times New Roman" pitchFamily="34" charset="0"/>
                  <a:ea typeface="Times New Roman" pitchFamily="34" charset="-122"/>
                  <a:cs typeface="Times New Roman" pitchFamily="34" charset="-120"/>
                </a:rPr>
                <a:t>X</a:t>
              </a:r>
              <a:pPr algn="l" indent="0" marL="0">
                <a:buNone/>
              </a:pPr>
              <a:r>
                <a:rPr lang="en-US" sz="1650" dirty="0">
                  <a:solidFill>
                    <a:srgbClr val="242B32"/>
                  </a:solidFill>
                  <a:latin typeface="Times New Roman" pitchFamily="34" charset="0"/>
                  <a:ea typeface="Times New Roman" pitchFamily="34" charset="-122"/>
                  <a:cs typeface="Times New Roman" pitchFamily="34" charset="-120"/>
                </a:rPr>
                <a:t>, </a:t>
              </a:r>
              <a:pPr algn="l" indent="0" marL="0">
                <a:buNone/>
              </a:pPr>
              <a:r>
                <a:rPr lang="en-US" sz="1650" b="1" dirty="0">
                  <a:solidFill>
                    <a:srgbClr val="242B32"/>
                  </a:solidFill>
                  <a:latin typeface="Times New Roman" pitchFamily="34" charset="0"/>
                  <a:ea typeface="Times New Roman" pitchFamily="34" charset="-122"/>
                  <a:cs typeface="Times New Roman" pitchFamily="34" charset="-120"/>
                </a:rPr>
                <a:t>U</a:t>
              </a:r>
              <a:pPr algn="l" indent="0" marL="0">
                <a:buNone/>
              </a:pPr>
              <a:r>
                <a:rPr lang="en-US" sz="1073" baseline="-40000" dirty="0">
                  <a:solidFill>
                    <a:srgbClr val="242B32"/>
                  </a:solidFill>
                  <a:latin typeface="Times New Roman" pitchFamily="34" charset="0"/>
                  <a:ea typeface="Times New Roman" pitchFamily="34" charset="-122"/>
                  <a:cs typeface="Times New Roman" pitchFamily="34" charset="-120"/>
                </a:rPr>
                <a:t>i</a:t>
              </a:r>
              <a:pPr algn="l" indent="0" marL="0">
                <a:buNone/>
              </a:pPr>
              <a:r>
                <a:rPr lang="en-US" sz="1650" dirty="0">
                  <a:solidFill>
                    <a:srgbClr val="242B32"/>
                  </a:solidFill>
                  <a:latin typeface="Times New Roman" pitchFamily="34" charset="0"/>
                  <a:ea typeface="Times New Roman" pitchFamily="34" charset="-122"/>
                  <a:cs typeface="Times New Roman" pitchFamily="34" charset="-120"/>
                </a:rPr>
                <a:t>; </a:t>
              </a:r>
              <a:pPr algn="l" indent="0" marL="0">
                <a:buNone/>
              </a:pPr>
              <a:r>
                <a:rPr lang="en-US" sz="1650" i="1" dirty="0">
                  <a:solidFill>
                    <a:srgbClr val="242B32"/>
                  </a:solidFill>
                  <a:latin typeface="Times New Roman" pitchFamily="34" charset="0"/>
                  <a:ea typeface="Times New Roman" pitchFamily="34" charset="-122"/>
                  <a:cs typeface="Times New Roman" pitchFamily="34" charset="-120"/>
                </a:rPr>
                <a:t>θ</a:t>
              </a:r>
              <a:pPr algn="l" indent="0" marL="0">
                <a:buNone/>
              </a:pPr>
              <a:r>
                <a:rPr lang="en-US" sz="1650" dirty="0">
                  <a:solidFill>
                    <a:srgbClr val="242B32"/>
                  </a:solidFill>
                  <a:latin typeface="Times New Roman" pitchFamily="34" charset="0"/>
                  <a:ea typeface="Times New Roman" pitchFamily="34" charset="-122"/>
                  <a:cs typeface="Times New Roman" pitchFamily="34" charset="-120"/>
                </a:rPr>
                <a:t>)</a:t>
              </a:r>
              <a:endParaRPr lang="en-US" sz="1650" dirty="0"/>
            </a:p>
          </p:txBody>
        </p:sp>
        <p:sp>
          <p:nvSpPr>
            <p:cNvPr id="1292" name="panel3__rect_1291"/>
            <p:cNvSpPr/>
            <p:nvPr/>
          </p:nvSpPr>
          <p:spPr>
            <a:xfrm>
              <a:off x="11049000" y="5524500"/>
              <a:ext cx="114300" cy="114300"/>
            </a:xfrm>
            <a:prstGeom prst="rect">
              <a:avLst>
                <a:gd name="adj" fmla="val 80000"/>
              </a:avLst>
            </a:prstGeom>
            <a:solidFill>
              <a:srgbClr val="0F4D92"/>
            </a:solidFill>
            <a:ln w="1905">
              <a:solidFill>
                <a:srgbClr val="0F4D92"/>
              </a:solidFill>
              <a:prstDash val="solid"/>
            </a:ln>
          </p:spPr>
        </p:sp>
        <p:sp>
          <p:nvSpPr>
            <p:cNvPr id="1293" name="panel3__text_1292"/>
            <p:cNvSpPr/>
            <p:nvPr/>
          </p:nvSpPr>
          <p:spPr>
            <a:xfrm>
              <a:off x="11229975" y="5438775"/>
              <a:ext cx="685800" cy="257175"/>
            </a:xfrm>
            <a:prstGeom prst="rect">
              <a:avLst/>
            </a:prstGeom>
            <a:noFill/>
            <a:ln/>
          </p:spPr>
          <p:txBody>
            <a:bodyPr wrap="none" lIns="0" tIns="0" rIns="0" bIns="0" rtlCol="0" anchor="ctr"/>
            <a:lstStyle/>
            <a:p>
              <a:pPr algn="l" indent="0" marL="0">
                <a:buNone/>
              </a:pPr>
              <a:r>
                <a:rPr lang="en-US" sz="1350" dirty="0">
                  <a:solidFill>
                    <a:srgbClr val="0F4D92"/>
                  </a:solidFill>
                  <a:latin typeface="Times New Roman" pitchFamily="34" charset="0"/>
                  <a:ea typeface="Times New Roman" pitchFamily="34" charset="-122"/>
                  <a:cs typeface="Times New Roman" pitchFamily="34" charset="-120"/>
                </a:rPr>
                <a:t>Selected</a:t>
              </a:r>
              <a:endParaRPr lang="en-US" sz="1350" dirty="0"/>
            </a:p>
          </p:txBody>
        </p:sp>
        <p:sp>
          <p:nvSpPr>
            <p:cNvPr id="1294" name="panel3__line_1293"/>
            <p:cNvSpPr/>
            <p:nvPr/>
          </p:nvSpPr>
          <p:spPr>
            <a:xfrm>
              <a:off x="7877175" y="6648450"/>
              <a:ext cx="3933825" cy="0"/>
            </a:xfrm>
            <a:prstGeom prst="line">
              <a:avLst/>
            </a:prstGeom>
            <a:noFill/>
            <a:ln w="7620">
              <a:solidFill>
                <a:srgbClr val="A9B4BD"/>
              </a:solidFill>
              <a:prstDash val="solid"/>
            </a:ln>
          </p:spPr>
        </p:sp>
        <p:sp>
          <p:nvSpPr>
            <p:cNvPr id="1295" name="panel3__rect_1294"/>
            <p:cNvSpPr/>
            <p:nvPr/>
          </p:nvSpPr>
          <p:spPr>
            <a:xfrm>
              <a:off x="8020050" y="6279452"/>
              <a:ext cx="257175" cy="359474"/>
            </a:xfrm>
            <a:prstGeom prst="rect">
              <a:avLst>
                <a:gd name="adj" fmla="val 35556"/>
              </a:avLst>
            </a:prstGeom>
            <a:solidFill>
              <a:srgbClr val="D5DEE6"/>
            </a:solidFill>
            <a:ln w="6667">
              <a:solidFill>
                <a:srgbClr val="AAB5BE"/>
              </a:solidFill>
              <a:prstDash val="solid"/>
            </a:ln>
          </p:spPr>
        </p:sp>
        <p:sp>
          <p:nvSpPr>
            <p:cNvPr id="1296" name="panel3__rect_1295"/>
            <p:cNvSpPr/>
            <p:nvPr/>
          </p:nvSpPr>
          <p:spPr>
            <a:xfrm>
              <a:off x="8753475" y="6036564"/>
              <a:ext cx="257175" cy="602361"/>
            </a:xfrm>
            <a:prstGeom prst="rect">
              <a:avLst>
                <a:gd name="adj" fmla="val 35556"/>
              </a:avLst>
            </a:prstGeom>
            <a:solidFill>
              <a:srgbClr val="D5DEE6"/>
            </a:solidFill>
            <a:ln w="6667">
              <a:solidFill>
                <a:srgbClr val="AAB5BE"/>
              </a:solidFill>
              <a:prstDash val="solid"/>
            </a:ln>
          </p:spPr>
        </p:sp>
        <p:sp>
          <p:nvSpPr>
            <p:cNvPr id="1297" name="panel3__rect_1296"/>
            <p:cNvSpPr/>
            <p:nvPr/>
          </p:nvSpPr>
          <p:spPr>
            <a:xfrm>
              <a:off x="9486900" y="5803392"/>
              <a:ext cx="257175" cy="835533"/>
            </a:xfrm>
            <a:prstGeom prst="rect">
              <a:avLst>
                <a:gd name="adj" fmla="val 35556"/>
              </a:avLst>
            </a:prstGeom>
            <a:solidFill>
              <a:srgbClr val="0F4D92"/>
            </a:solidFill>
            <a:ln w="6667">
              <a:solidFill>
                <a:srgbClr val="0F4D92"/>
              </a:solidFill>
              <a:prstDash val="solid"/>
            </a:ln>
          </p:spPr>
        </p:sp>
        <p:sp>
          <p:nvSpPr>
            <p:cNvPr id="1298" name="panel3__rect_1297"/>
            <p:cNvSpPr/>
            <p:nvPr/>
          </p:nvSpPr>
          <p:spPr>
            <a:xfrm>
              <a:off x="11382375" y="6201728"/>
              <a:ext cx="257175" cy="437197"/>
            </a:xfrm>
            <a:prstGeom prst="rect">
              <a:avLst>
                <a:gd name="adj" fmla="val 35556"/>
              </a:avLst>
            </a:prstGeom>
            <a:solidFill>
              <a:srgbClr val="D5DEE6"/>
            </a:solidFill>
            <a:ln w="6667">
              <a:solidFill>
                <a:srgbClr val="AAB5BE"/>
              </a:solidFill>
              <a:prstDash val="solid"/>
            </a:ln>
          </p:spPr>
        </p:sp>
        <p:sp>
          <p:nvSpPr>
            <p:cNvPr id="1299" name="panel3__text_1298"/>
            <p:cNvSpPr/>
            <p:nvPr/>
          </p:nvSpPr>
          <p:spPr>
            <a:xfrm>
              <a:off x="7905750" y="6705600"/>
              <a:ext cx="552450" cy="304800"/>
            </a:xfrm>
            <a:prstGeom prst="rect">
              <a:avLst/>
            </a:prstGeom>
            <a:noFill/>
            <a:ln/>
          </p:spPr>
          <p:txBody>
            <a:bodyPr wrap="none" lIns="0" tIns="0" rIns="0" bIns="0" rtlCol="0" anchor="ctr"/>
            <a:lstStyle/>
            <a:p>
              <a:pPr algn="ctr" indent="0" marL="0">
                <a:buNone/>
              </a:pPr>
              <a:r>
                <a:rPr lang="en-US" sz="2100" i="1" dirty="0">
                  <a:solidFill>
                    <a:srgbClr val="242B32"/>
                  </a:solidFill>
                  <a:latin typeface="Times New Roman" pitchFamily="34" charset="0"/>
                  <a:ea typeface="Times New Roman" pitchFamily="34" charset="-122"/>
                  <a:cs typeface="Times New Roman" pitchFamily="34" charset="-120"/>
                </a:rPr>
                <a:t>Q</a:t>
              </a:r>
              <a:pPr algn="ctr" indent="0" marL="0">
                <a:buNone/>
              </a:pPr>
              <a:r>
                <a:rPr lang="en-US" sz="1365" baseline="-40000" dirty="0">
                  <a:solidFill>
                    <a:srgbClr val="242B32"/>
                  </a:solidFill>
                  <a:latin typeface="Times New Roman" pitchFamily="34" charset="0"/>
                  <a:ea typeface="Times New Roman" pitchFamily="34" charset="-122"/>
                  <a:cs typeface="Times New Roman" pitchFamily="34" charset="-120"/>
                </a:rPr>
                <a:t>1</a:t>
              </a:r>
              <a:endParaRPr lang="en-US" sz="2100" dirty="0"/>
            </a:p>
          </p:txBody>
        </p:sp>
        <p:sp>
          <p:nvSpPr>
            <p:cNvPr id="1300" name="panel3__text_1299"/>
            <p:cNvSpPr/>
            <p:nvPr/>
          </p:nvSpPr>
          <p:spPr>
            <a:xfrm>
              <a:off x="8639175" y="6705600"/>
              <a:ext cx="552450" cy="304800"/>
            </a:xfrm>
            <a:prstGeom prst="rect">
              <a:avLst/>
            </a:prstGeom>
            <a:noFill/>
            <a:ln/>
          </p:spPr>
          <p:txBody>
            <a:bodyPr wrap="none" lIns="0" tIns="0" rIns="0" bIns="0" rtlCol="0" anchor="ctr"/>
            <a:lstStyle/>
            <a:p>
              <a:pPr algn="ctr" indent="0" marL="0">
                <a:buNone/>
              </a:pPr>
              <a:r>
                <a:rPr lang="en-US" sz="2100" i="1" dirty="0">
                  <a:solidFill>
                    <a:srgbClr val="242B32"/>
                  </a:solidFill>
                  <a:latin typeface="Times New Roman" pitchFamily="34" charset="0"/>
                  <a:ea typeface="Times New Roman" pitchFamily="34" charset="-122"/>
                  <a:cs typeface="Times New Roman" pitchFamily="34" charset="-120"/>
                </a:rPr>
                <a:t>Q</a:t>
              </a:r>
              <a:pPr algn="ctr" indent="0" marL="0">
                <a:buNone/>
              </a:pPr>
              <a:r>
                <a:rPr lang="en-US" sz="1365" baseline="-40000" dirty="0">
                  <a:solidFill>
                    <a:srgbClr val="242B32"/>
                  </a:solidFill>
                  <a:latin typeface="Times New Roman" pitchFamily="34" charset="0"/>
                  <a:ea typeface="Times New Roman" pitchFamily="34" charset="-122"/>
                  <a:cs typeface="Times New Roman" pitchFamily="34" charset="-120"/>
                </a:rPr>
                <a:t>2</a:t>
              </a:r>
              <a:endParaRPr lang="en-US" sz="2100" dirty="0"/>
            </a:p>
          </p:txBody>
        </p:sp>
        <p:sp>
          <p:nvSpPr>
            <p:cNvPr id="1301" name="panel3__text_1300"/>
            <p:cNvSpPr/>
            <p:nvPr/>
          </p:nvSpPr>
          <p:spPr>
            <a:xfrm>
              <a:off x="9324975" y="6705600"/>
              <a:ext cx="552450" cy="304800"/>
            </a:xfrm>
            <a:prstGeom prst="rect">
              <a:avLst/>
            </a:prstGeom>
            <a:noFill/>
            <a:ln/>
          </p:spPr>
          <p:txBody>
            <a:bodyPr wrap="none" lIns="0" tIns="0" rIns="0" bIns="0" rtlCol="0" anchor="ctr"/>
            <a:lstStyle/>
            <a:p>
              <a:pPr algn="ctr" indent="0" marL="0">
                <a:buNone/>
              </a:pPr>
              <a:r>
                <a:rPr lang="en-US" sz="2100" i="1" dirty="0">
                  <a:solidFill>
                    <a:srgbClr val="0F4D92"/>
                  </a:solidFill>
                  <a:latin typeface="Times New Roman" pitchFamily="34" charset="0"/>
                  <a:ea typeface="Times New Roman" pitchFamily="34" charset="-122"/>
                  <a:cs typeface="Times New Roman" pitchFamily="34" charset="-120"/>
                </a:rPr>
                <a:t>Q</a:t>
              </a:r>
              <a:pPr algn="ctr" indent="0" marL="0">
                <a:buNone/>
              </a:pPr>
              <a:r>
                <a:rPr lang="en-US" sz="1365" baseline="-40000" dirty="0">
                  <a:solidFill>
                    <a:srgbClr val="0F4D92"/>
                  </a:solidFill>
                  <a:latin typeface="Times New Roman" pitchFamily="34" charset="0"/>
                  <a:ea typeface="Times New Roman" pitchFamily="34" charset="-122"/>
                  <a:cs typeface="Times New Roman" pitchFamily="34" charset="-120"/>
                </a:rPr>
                <a:t>3</a:t>
              </a:r>
              <a:endParaRPr lang="en-US" sz="2100" dirty="0"/>
            </a:p>
          </p:txBody>
        </p:sp>
        <p:sp>
          <p:nvSpPr>
            <p:cNvPr id="1302" name="panel3__text_1301"/>
            <p:cNvSpPr/>
            <p:nvPr/>
          </p:nvSpPr>
          <p:spPr>
            <a:xfrm>
              <a:off x="11249025" y="6705600"/>
              <a:ext cx="552450" cy="304800"/>
            </a:xfrm>
            <a:prstGeom prst="rect">
              <a:avLst/>
            </a:prstGeom>
            <a:noFill/>
            <a:ln/>
          </p:spPr>
          <p:txBody>
            <a:bodyPr wrap="none" lIns="0" tIns="0" rIns="0" bIns="0" rtlCol="0" anchor="ctr"/>
            <a:lstStyle/>
            <a:p>
              <a:pPr algn="ctr" indent="0" marL="0">
                <a:buNone/>
              </a:pPr>
              <a:r>
                <a:rPr lang="en-US" sz="2100" i="1" dirty="0">
                  <a:solidFill>
                    <a:srgbClr val="242B32"/>
                  </a:solidFill>
                  <a:latin typeface="Times New Roman" pitchFamily="34" charset="0"/>
                  <a:ea typeface="Times New Roman" pitchFamily="34" charset="-122"/>
                  <a:cs typeface="Times New Roman" pitchFamily="34" charset="-120"/>
                </a:rPr>
                <a:t>Q</a:t>
              </a:r>
              <a:pPr algn="ctr" indent="0" marL="0">
                <a:buNone/>
              </a:pPr>
              <a:r>
                <a:rPr lang="en-US" sz="1365" i="1" baseline="-40000" dirty="0">
                  <a:solidFill>
                    <a:srgbClr val="242B32"/>
                  </a:solidFill>
                  <a:latin typeface="Times New Roman" pitchFamily="34" charset="0"/>
                  <a:ea typeface="Times New Roman" pitchFamily="34" charset="-122"/>
                  <a:cs typeface="Times New Roman" pitchFamily="34" charset="-120"/>
                </a:rPr>
                <a:t>M</a:t>
              </a:r>
              <a:endParaRPr lang="en-US" sz="2100" dirty="0"/>
            </a:p>
          </p:txBody>
        </p:sp>
        <p:sp>
          <p:nvSpPr>
            <p:cNvPr id="1303" name="panel3__text_1302"/>
            <p:cNvSpPr/>
            <p:nvPr/>
          </p:nvSpPr>
          <p:spPr>
            <a:xfrm>
              <a:off x="10115550" y="6172200"/>
              <a:ext cx="390525" cy="285750"/>
            </a:xfrm>
            <a:prstGeom prst="rect">
              <a:avLst/>
            </a:prstGeom>
            <a:noFill/>
            <a:ln/>
          </p:spPr>
          <p:txBody>
            <a:bodyPr wrap="none" lIns="0" tIns="0" rIns="0" bIns="0" rtlCol="0" anchor="ctr"/>
            <a:lstStyle/>
            <a:p>
              <a:pPr algn="ctr" indent="0" marL="0">
                <a:buNone/>
              </a:pPr>
              <a:r>
                <a:rPr lang="en-US" sz="1725" dirty="0">
                  <a:solidFill>
                    <a:srgbClr val="242B32"/>
                  </a:solidFill>
                  <a:latin typeface="Times New Roman" pitchFamily="34" charset="0"/>
                  <a:ea typeface="Times New Roman" pitchFamily="34" charset="-122"/>
                  <a:cs typeface="Times New Roman" pitchFamily="34" charset="-120"/>
                </a:rPr>
                <a:t>···</a:t>
              </a:r>
              <a:endParaRPr lang="en-US" sz="1725" dirty="0"/>
            </a:p>
          </p:txBody>
        </p:sp>
        <p:sp>
          <p:nvSpPr>
            <p:cNvPr id="1304" name="panel3__text_1303"/>
            <p:cNvSpPr/>
            <p:nvPr/>
          </p:nvSpPr>
          <p:spPr>
            <a:xfrm>
              <a:off x="7820025" y="7086600"/>
              <a:ext cx="3981450" cy="257175"/>
            </a:xfrm>
            <a:prstGeom prst="rect">
              <a:avLst/>
            </a:prstGeom>
            <a:noFill/>
            <a:ln/>
          </p:spPr>
          <p:txBody>
            <a:bodyPr wrap="none" lIns="0" tIns="0" rIns="0" bIns="0" rtlCol="0" anchor="ctr"/>
            <a:lstStyle/>
            <a:p>
              <a:pPr algn="ctr" indent="0" marL="0">
                <a:buNone/>
              </a:pPr>
              <a:r>
                <a:rPr lang="en-US" sz="1500" dirty="0">
                  <a:solidFill>
                    <a:srgbClr val="242B32"/>
                  </a:solidFill>
                  <a:latin typeface="Times New Roman" pitchFamily="34" charset="0"/>
                  <a:ea typeface="Times New Roman" pitchFamily="34" charset="-122"/>
                  <a:cs typeface="Times New Roman" pitchFamily="34" charset="-120"/>
                </a:rPr>
                <a:t>Select the candidate with the largest </a:t>
              </a:r>
              <a:pPr algn="ctr" indent="0" marL="0">
                <a:buNone/>
              </a:pPr>
              <a:r>
                <a:rPr lang="en-US" sz="1500" i="1" dirty="0">
                  <a:solidFill>
                    <a:srgbClr val="242B32"/>
                  </a:solidFill>
                  <a:latin typeface="Times New Roman" pitchFamily="34" charset="0"/>
                  <a:ea typeface="Times New Roman" pitchFamily="34" charset="-122"/>
                  <a:cs typeface="Times New Roman" pitchFamily="34" charset="-120"/>
                </a:rPr>
                <a:t>Q</a:t>
              </a:r>
              <a:pPr algn="ctr" indent="0" marL="0">
                <a:buNone/>
              </a:pPr>
              <a:r>
                <a:rPr lang="en-US" sz="975" i="1" baseline="-40000" dirty="0">
                  <a:solidFill>
                    <a:srgbClr val="242B32"/>
                  </a:solidFill>
                  <a:latin typeface="Times New Roman" pitchFamily="34" charset="0"/>
                  <a:ea typeface="Times New Roman" pitchFamily="34" charset="-122"/>
                  <a:cs typeface="Times New Roman" pitchFamily="34" charset="-120"/>
                </a:rPr>
                <a:t>i</a:t>
              </a:r>
              <a:endParaRPr lang="en-US" sz="1500" dirty="0"/>
            </a:p>
          </p:txBody>
        </p:sp>
      </p:grpSp>
      <p:grpSp>
        <p:nvGrpSpPr>
          <p:cNvPr id="2433" name="04 Selected representation"/>
          <p:cNvGrpSpPr/>
          <p:nvPr/>
        </p:nvGrpSpPr>
        <p:grpSpPr>
          <a:xfrm>
            <a:off x="171450" y="4905375"/>
            <a:ext cx="7181850" cy="2543175"/>
            <a:chOff x="171450" y="4905375"/>
            <a:chExt cx="7181850" cy="2543175"/>
          </a:xfrm>
        </p:grpSpPr>
        <p:sp>
          <p:nvSpPr>
            <p:cNvPr id="1305" name="panel4__rect_1304"/>
            <p:cNvSpPr/>
            <p:nvPr/>
          </p:nvSpPr>
          <p:spPr>
            <a:xfrm>
              <a:off x="171450" y="4905375"/>
              <a:ext cx="7181850" cy="2543175"/>
            </a:xfrm>
            <a:prstGeom prst="roundRect">
              <a:avLst>
                <a:gd name="adj" fmla="val 3596"/>
              </a:avLst>
            </a:prstGeom>
            <a:solidFill>
              <a:srgbClr val="FFFFFF"/>
            </a:solidFill>
            <a:ln w="12859">
              <a:solidFill>
                <a:srgbClr val="0F4D92"/>
              </a:solidFill>
              <a:prstDash val="dash"/>
            </a:ln>
          </p:spPr>
        </p:sp>
        <p:sp>
          <p:nvSpPr>
            <p:cNvPr id="1306" name="panel4__text_1305"/>
            <p:cNvSpPr/>
            <p:nvPr/>
          </p:nvSpPr>
          <p:spPr>
            <a:xfrm>
              <a:off x="323850" y="5000625"/>
              <a:ext cx="6896100" cy="342900"/>
            </a:xfrm>
            <a:prstGeom prst="rect">
              <a:avLst/>
            </a:prstGeom>
            <a:noFill/>
            <a:ln/>
          </p:spPr>
          <p:txBody>
            <a:bodyPr wrap="none" lIns="0" tIns="0" rIns="0" bIns="0" rtlCol="0" anchor="ctr"/>
            <a:lstStyle/>
            <a:p>
              <a:pPr algn="l" indent="0" marL="0">
                <a:buNone/>
              </a:pPr>
              <a:r>
                <a:rPr lang="en-US" sz="1875" b="1" dirty="0">
                  <a:solidFill>
                    <a:srgbClr val="242B32"/>
                  </a:solidFill>
                  <a:latin typeface="Times New Roman" pitchFamily="34" charset="0"/>
                  <a:ea typeface="Times New Roman" pitchFamily="34" charset="-122"/>
                  <a:cs typeface="Times New Roman" pitchFamily="34" charset="-120"/>
                </a:rPr>
                <a:t>4  Selected representation</a:t>
              </a:r>
              <a:endParaRPr lang="en-US" sz="1875" dirty="0"/>
            </a:p>
          </p:txBody>
        </p:sp>
        <p:sp>
          <p:nvSpPr>
            <p:cNvPr id="1307" name="panel4__text_1306"/>
            <p:cNvSpPr/>
            <p:nvPr/>
          </p:nvSpPr>
          <p:spPr>
            <a:xfrm>
              <a:off x="5791200" y="5019675"/>
              <a:ext cx="1257300" cy="295275"/>
            </a:xfrm>
            <a:prstGeom prst="rect">
              <a:avLst/>
            </a:prstGeom>
            <a:noFill/>
            <a:ln/>
          </p:spPr>
          <p:txBody>
            <a:bodyPr wrap="none" lIns="0" tIns="0" rIns="0" bIns="0" rtlCol="0" anchor="ctr"/>
            <a:lstStyle/>
            <a:p>
              <a:pPr algn="ctr" indent="0" marL="0">
                <a:buNone/>
              </a:pPr>
              <a:r>
                <a:rPr lang="en-US" sz="1875" dirty="0">
                  <a:solidFill>
                    <a:srgbClr val="242B32"/>
                  </a:solidFill>
                  <a:latin typeface="Times New Roman" pitchFamily="34" charset="0"/>
                  <a:ea typeface="Times New Roman" pitchFamily="34" charset="-122"/>
                  <a:cs typeface="Times New Roman" pitchFamily="34" charset="-120"/>
                </a:rPr>
                <a:t>(</a:t>
              </a:r>
              <a:pPr algn="ctr" indent="0" marL="0">
                <a:buNone/>
              </a:pPr>
              <a:r>
                <a:rPr lang="en-US" sz="1875" i="1" dirty="0">
                  <a:solidFill>
                    <a:srgbClr val="242B32"/>
                  </a:solidFill>
                  <a:latin typeface="Times New Roman" pitchFamily="34" charset="0"/>
                  <a:ea typeface="Times New Roman" pitchFamily="34" charset="-122"/>
                  <a:cs typeface="Times New Roman" pitchFamily="34" charset="-120"/>
                </a:rPr>
                <a:t>p</a:t>
              </a:r>
              <a:pPr algn="ctr" indent="0" marL="0">
                <a:buNone/>
              </a:pPr>
              <a:r>
                <a:rPr lang="en-US" sz="1219" baseline="30000" dirty="0">
                  <a:solidFill>
                    <a:srgbClr val="242B32"/>
                  </a:solidFill>
                  <a:latin typeface="Times New Roman" pitchFamily="34" charset="0"/>
                  <a:ea typeface="Times New Roman" pitchFamily="34" charset="-122"/>
                  <a:cs typeface="Times New Roman" pitchFamily="34" charset="-120"/>
                </a:rPr>
                <a:t>*</a:t>
              </a:r>
              <a:pPr algn="ctr" indent="0" marL="0">
                <a:buNone/>
              </a:pPr>
              <a:r>
                <a:rPr lang="en-US" sz="1875" dirty="0">
                  <a:solidFill>
                    <a:srgbClr val="242B32"/>
                  </a:solidFill>
                  <a:latin typeface="Times New Roman" pitchFamily="34" charset="0"/>
                  <a:ea typeface="Times New Roman" pitchFamily="34" charset="-122"/>
                  <a:cs typeface="Times New Roman" pitchFamily="34" charset="-120"/>
                </a:rPr>
                <a:t>, </a:t>
              </a:r>
              <a:pPr algn="ctr" indent="0" marL="0">
                <a:buNone/>
              </a:pPr>
              <a:r>
                <a:rPr lang="en-US" sz="1875" i="1" dirty="0">
                  <a:solidFill>
                    <a:srgbClr val="242B32"/>
                  </a:solidFill>
                  <a:latin typeface="Times New Roman" pitchFamily="34" charset="0"/>
                  <a:ea typeface="Times New Roman" pitchFamily="34" charset="-122"/>
                  <a:cs typeface="Times New Roman" pitchFamily="34" charset="-120"/>
                </a:rPr>
                <a:t>q</a:t>
              </a:r>
              <a:pPr algn="ctr" indent="0" marL="0">
                <a:buNone/>
              </a:pPr>
              <a:r>
                <a:rPr lang="en-US" sz="1219" baseline="30000" dirty="0">
                  <a:solidFill>
                    <a:srgbClr val="242B32"/>
                  </a:solidFill>
                  <a:latin typeface="Times New Roman" pitchFamily="34" charset="0"/>
                  <a:ea typeface="Times New Roman" pitchFamily="34" charset="-122"/>
                  <a:cs typeface="Times New Roman" pitchFamily="34" charset="-120"/>
                </a:rPr>
                <a:t>*</a:t>
              </a:r>
              <a:pPr algn="ctr" indent="0" marL="0">
                <a:buNone/>
              </a:pPr>
              <a:r>
                <a:rPr lang="en-US" sz="1875" dirty="0">
                  <a:solidFill>
                    <a:srgbClr val="242B32"/>
                  </a:solidFill>
                  <a:latin typeface="Times New Roman" pitchFamily="34" charset="0"/>
                  <a:ea typeface="Times New Roman" pitchFamily="34" charset="-122"/>
                  <a:cs typeface="Times New Roman" pitchFamily="34" charset="-120"/>
                </a:rPr>
                <a:t>)</a:t>
              </a:r>
              <a:endParaRPr lang="en-US" sz="1875" dirty="0"/>
            </a:p>
          </p:txBody>
        </p:sp>
        <p:sp>
          <p:nvSpPr>
            <p:cNvPr id="1308" name="panel4__text_1307"/>
            <p:cNvSpPr/>
            <p:nvPr/>
          </p:nvSpPr>
          <p:spPr>
            <a:xfrm>
              <a:off x="1543050" y="5410200"/>
              <a:ext cx="2257425" cy="257175"/>
            </a:xfrm>
            <a:prstGeom prst="rect">
              <a:avLst/>
            </a:prstGeom>
            <a:noFill/>
            <a:ln/>
          </p:spPr>
          <p:txBody>
            <a:bodyPr wrap="none" lIns="0" tIns="0" rIns="0" bIns="0" rtlCol="0" anchor="ctr"/>
            <a:lstStyle/>
            <a:p>
              <a:pPr algn="ctr" indent="0" marL="0">
                <a:buNone/>
              </a:pPr>
              <a:r>
                <a:rPr lang="en-US" sz="1575" b="1" dirty="0">
                  <a:solidFill>
                    <a:srgbClr val="242B32"/>
                  </a:solidFill>
                  <a:latin typeface="Times New Roman" pitchFamily="34" charset="0"/>
                  <a:ea typeface="Times New Roman" pitchFamily="34" charset="-122"/>
                  <a:cs typeface="Times New Roman" pitchFamily="34" charset="-120"/>
                </a:rPr>
                <a:t>Selected modes</a:t>
              </a:r>
              <a:endParaRPr lang="en-US" sz="1575" dirty="0"/>
            </a:p>
          </p:txBody>
        </p:sp>
        <p:sp>
          <p:nvSpPr>
            <p:cNvPr id="1309" name="panel4__text_1308"/>
            <p:cNvSpPr/>
            <p:nvPr/>
          </p:nvSpPr>
          <p:spPr>
            <a:xfrm>
              <a:off x="5124450" y="5410200"/>
              <a:ext cx="1905000" cy="257175"/>
            </a:xfrm>
            <a:prstGeom prst="rect">
              <a:avLst/>
            </a:prstGeom>
            <a:noFill/>
            <a:ln/>
          </p:spPr>
          <p:txBody>
            <a:bodyPr wrap="none" lIns="0" tIns="0" rIns="0" bIns="0" rtlCol="0" anchor="ctr"/>
            <a:lstStyle/>
            <a:p>
              <a:pPr algn="ctr" indent="0" marL="0">
                <a:buNone/>
              </a:pPr>
              <a:r>
                <a:rPr lang="en-US" sz="1575" b="1" dirty="0">
                  <a:solidFill>
                    <a:srgbClr val="242B32"/>
                  </a:solidFill>
                  <a:latin typeface="Times New Roman" pitchFamily="34" charset="0"/>
                  <a:ea typeface="Times New Roman" pitchFamily="34" charset="-122"/>
                  <a:cs typeface="Times New Roman" pitchFamily="34" charset="-120"/>
                </a:rPr>
                <a:t>Reconstruction</a:t>
              </a:r>
              <a:endParaRPr lang="en-US" sz="1575" dirty="0"/>
            </a:p>
          </p:txBody>
        </p:sp>
        <p:sp>
          <p:nvSpPr>
            <p:cNvPr id="1310" name="panel4__text_1309"/>
            <p:cNvSpPr/>
            <p:nvPr/>
          </p:nvSpPr>
          <p:spPr>
            <a:xfrm>
              <a:off x="4133850" y="5410200"/>
              <a:ext cx="866775" cy="409575"/>
            </a:xfrm>
            <a:prstGeom prst="rect">
              <a:avLst/>
            </a:prstGeom>
            <a:noFill/>
            <a:ln/>
          </p:spPr>
          <p:txBody>
            <a:bodyPr wrap="none" lIns="0" tIns="0" rIns="0" bIns="0" rtlCol="0" anchor="ctr"/>
            <a:lstStyle/>
            <a:p>
              <a:pPr algn="ctr" indent="0" marL="0">
                <a:buNone/>
              </a:pPr>
              <a:r>
                <a:rPr lang="en-US" sz="1350" dirty="0">
                  <a:solidFill>
                    <a:srgbClr val="242B32"/>
                  </a:solidFill>
                  <a:latin typeface="Times New Roman" pitchFamily="34" charset="0"/>
                  <a:ea typeface="Times New Roman" pitchFamily="34" charset="-122"/>
                  <a:cs typeface="Times New Roman" pitchFamily="34" charset="-120"/>
                </a:rPr>
                <a:t>Sum over</a:t>
              </a:r>
              <a:endParaRPr lang="en-US" sz="1350" dirty="0"/>
            </a:p>
            <a:p>
              <a:pPr algn="ctr" indent="0" marL="0">
                <a:buNone/>
              </a:pPr>
              <a:r>
                <a:rPr lang="en-US" sz="1350" dirty="0">
                  <a:solidFill>
                    <a:srgbClr val="242B32"/>
                  </a:solidFill>
                  <a:latin typeface="Times New Roman" pitchFamily="34" charset="0"/>
                  <a:ea typeface="Times New Roman" pitchFamily="34" charset="-122"/>
                  <a:cs typeface="Times New Roman" pitchFamily="34" charset="-120"/>
                </a:rPr>
                <a:t>modes</a:t>
              </a:r>
              <a:endParaRPr lang="en-US" sz="1350" dirty="0"/>
            </a:p>
          </p:txBody>
        </p:sp>
        <p:sp>
          <p:nvSpPr>
            <p:cNvPr id="1311" name="panel4__text_1310"/>
            <p:cNvSpPr/>
            <p:nvPr/>
          </p:nvSpPr>
          <p:spPr>
            <a:xfrm>
              <a:off x="809625" y="5676900"/>
              <a:ext cx="857250" cy="295275"/>
            </a:xfrm>
            <a:prstGeom prst="rect">
              <a:avLst/>
            </a:prstGeom>
            <a:noFill/>
            <a:ln/>
          </p:spPr>
          <p:txBody>
            <a:bodyPr wrap="none" lIns="0" tIns="0" rIns="0" bIns="0" rtlCol="0" anchor="ctr"/>
            <a:lstStyle/>
            <a:p>
              <a:pPr algn="ctr" indent="0" marL="0">
                <a:buNone/>
              </a:pPr>
              <a:r>
                <a:rPr lang="en-US" sz="1875" i="1" dirty="0">
                  <a:solidFill>
                    <a:srgbClr val="42949E"/>
                  </a:solidFill>
                  <a:latin typeface="Times New Roman" pitchFamily="34" charset="0"/>
                  <a:ea typeface="Times New Roman" pitchFamily="34" charset="-122"/>
                  <a:cs typeface="Times New Roman" pitchFamily="34" charset="-120"/>
                </a:rPr>
                <a:t>u</a:t>
              </a:r>
              <a:pPr algn="ctr" indent="0" marL="0">
                <a:buNone/>
              </a:pPr>
              <a:r>
                <a:rPr lang="en-US" sz="1219" baseline="-40000" dirty="0">
                  <a:solidFill>
                    <a:srgbClr val="42949E"/>
                  </a:solidFill>
                  <a:latin typeface="Times New Roman" pitchFamily="34" charset="0"/>
                  <a:ea typeface="Times New Roman" pitchFamily="34" charset="-122"/>
                  <a:cs typeface="Times New Roman" pitchFamily="34" charset="-120"/>
                </a:rPr>
                <a:t>1</a:t>
              </a:r>
              <a:endParaRPr lang="en-US" sz="1875" dirty="0"/>
            </a:p>
          </p:txBody>
        </p:sp>
        <p:sp>
          <p:nvSpPr>
            <p:cNvPr id="1312" name="panel4__text_1311"/>
            <p:cNvSpPr/>
            <p:nvPr/>
          </p:nvSpPr>
          <p:spPr>
            <a:xfrm>
              <a:off x="2009775" y="5676900"/>
              <a:ext cx="857250" cy="295275"/>
            </a:xfrm>
            <a:prstGeom prst="rect">
              <a:avLst/>
            </a:prstGeom>
            <a:noFill/>
            <a:ln/>
          </p:spPr>
          <p:txBody>
            <a:bodyPr wrap="none" lIns="0" tIns="0" rIns="0" bIns="0" rtlCol="0" anchor="ctr"/>
            <a:lstStyle/>
            <a:p>
              <a:pPr algn="ctr" indent="0" marL="0">
                <a:buNone/>
              </a:pPr>
              <a:r>
                <a:rPr lang="en-US" sz="1875" i="1" dirty="0">
                  <a:solidFill>
                    <a:srgbClr val="9A4D8E"/>
                  </a:solidFill>
                  <a:latin typeface="Times New Roman" pitchFamily="34" charset="0"/>
                  <a:ea typeface="Times New Roman" pitchFamily="34" charset="-122"/>
                  <a:cs typeface="Times New Roman" pitchFamily="34" charset="-120"/>
                </a:rPr>
                <a:t>u</a:t>
              </a:r>
              <a:pPr algn="ctr" indent="0" marL="0">
                <a:buNone/>
              </a:pPr>
              <a:r>
                <a:rPr lang="en-US" sz="1219" baseline="-40000" dirty="0">
                  <a:solidFill>
                    <a:srgbClr val="9A4D8E"/>
                  </a:solidFill>
                  <a:latin typeface="Times New Roman" pitchFamily="34" charset="0"/>
                  <a:ea typeface="Times New Roman" pitchFamily="34" charset="-122"/>
                  <a:cs typeface="Times New Roman" pitchFamily="34" charset="-120"/>
                </a:rPr>
                <a:t>2</a:t>
              </a:r>
              <a:endParaRPr lang="en-US" sz="1875" dirty="0"/>
            </a:p>
          </p:txBody>
        </p:sp>
        <p:sp>
          <p:nvSpPr>
            <p:cNvPr id="1313" name="panel4__text_1312"/>
            <p:cNvSpPr/>
            <p:nvPr/>
          </p:nvSpPr>
          <p:spPr>
            <a:xfrm>
              <a:off x="3219450" y="5676900"/>
              <a:ext cx="857250" cy="295275"/>
            </a:xfrm>
            <a:prstGeom prst="rect">
              <a:avLst/>
            </a:prstGeom>
            <a:noFill/>
            <a:ln/>
          </p:spPr>
          <p:txBody>
            <a:bodyPr wrap="none" lIns="0" tIns="0" rIns="0" bIns="0" rtlCol="0" anchor="ctr"/>
            <a:lstStyle/>
            <a:p>
              <a:pPr algn="ctr" indent="0" marL="0">
                <a:buNone/>
              </a:pPr>
              <a:r>
                <a:rPr lang="en-US" sz="1875" i="1" dirty="0">
                  <a:solidFill>
                    <a:srgbClr val="C88931"/>
                  </a:solidFill>
                  <a:latin typeface="Times New Roman" pitchFamily="34" charset="0"/>
                  <a:ea typeface="Times New Roman" pitchFamily="34" charset="-122"/>
                  <a:cs typeface="Times New Roman" pitchFamily="34" charset="-120"/>
                </a:rPr>
                <a:t>u</a:t>
              </a:r>
              <a:pPr algn="ctr" indent="0" marL="0">
                <a:buNone/>
              </a:pPr>
              <a:r>
                <a:rPr lang="en-US" sz="1219" i="1" baseline="-40000" dirty="0">
                  <a:solidFill>
                    <a:srgbClr val="C88931"/>
                  </a:solidFill>
                  <a:latin typeface="Times New Roman" pitchFamily="34" charset="0"/>
                  <a:ea typeface="Times New Roman" pitchFamily="34" charset="-122"/>
                  <a:cs typeface="Times New Roman" pitchFamily="34" charset="-120"/>
                </a:rPr>
                <a:t>p</a:t>
              </a:r>
              <a:endParaRPr lang="en-US" sz="1875" dirty="0"/>
            </a:p>
          </p:txBody>
        </p:sp>
        <p:sp>
          <p:nvSpPr>
            <p:cNvPr id="1314" name="panel4__text_1313"/>
            <p:cNvSpPr/>
            <p:nvPr/>
          </p:nvSpPr>
          <p:spPr>
            <a:xfrm>
              <a:off x="314325" y="6000750"/>
              <a:ext cx="428625" cy="257175"/>
            </a:xfrm>
            <a:prstGeom prst="rect">
              <a:avLst/>
            </a:prstGeom>
            <a:noFill/>
            <a:ln/>
          </p:spPr>
          <p:txBody>
            <a:bodyPr wrap="none" lIns="0" tIns="0" rIns="0" bIns="0" rtlCol="0" anchor="ctr"/>
            <a:lstStyle/>
            <a:p>
              <a:pPr algn="l" indent="0" marL="0">
                <a:buNone/>
              </a:pPr>
              <a:r>
                <a:rPr lang="en-US" sz="1350" dirty="0">
                  <a:solidFill>
                    <a:srgbClr val="242B32"/>
                  </a:solidFill>
                  <a:latin typeface="Times New Roman" pitchFamily="34" charset="0"/>
                  <a:ea typeface="Times New Roman" pitchFamily="34" charset="-122"/>
                  <a:cs typeface="Times New Roman" pitchFamily="34" charset="-120"/>
                </a:rPr>
                <a:t>ch </a:t>
              </a:r>
              <a:pPr algn="l" indent="0" marL="0">
                <a:buNone/>
              </a:pPr>
              <a:r>
                <a:rPr lang="en-US" sz="1350" dirty="0">
                  <a:solidFill>
                    <a:srgbClr val="242B32"/>
                  </a:solidFill>
                  <a:latin typeface="Times New Roman" pitchFamily="34" charset="0"/>
                  <a:ea typeface="Times New Roman" pitchFamily="34" charset="-122"/>
                  <a:cs typeface="Times New Roman" pitchFamily="34" charset="-120"/>
                </a:rPr>
                <a:t>1</a:t>
              </a:r>
              <a:endParaRPr lang="en-US" sz="1350" dirty="0"/>
            </a:p>
          </p:txBody>
        </p:sp>
        <p:sp>
          <p:nvSpPr>
            <p:cNvPr id="1315" name="panel4__rect_1314"/>
            <p:cNvSpPr/>
            <p:nvPr/>
          </p:nvSpPr>
          <p:spPr>
            <a:xfrm>
              <a:off x="828675" y="5972175"/>
              <a:ext cx="981075" cy="342900"/>
            </a:xfrm>
            <a:prstGeom prst="rect">
              <a:avLst>
                <a:gd name="adj" fmla="val 26667"/>
              </a:avLst>
            </a:prstGeom>
            <a:solidFill>
              <a:srgbClr val="F8FAFB"/>
            </a:solidFill>
            <a:ln w="6191">
              <a:solidFill>
                <a:srgbClr val="D3DADF"/>
              </a:solidFill>
              <a:prstDash val="solid"/>
            </a:ln>
          </p:spPr>
        </p:sp>
        <p:sp>
          <p:nvSpPr>
            <p:cNvPr id="1316" name="panel4__line_1315"/>
            <p:cNvSpPr/>
            <p:nvPr/>
          </p:nvSpPr>
          <p:spPr>
            <a:xfrm>
              <a:off x="866775" y="6043525"/>
              <a:ext cx="12745" cy="5200"/>
            </a:xfrm>
            <a:prstGeom prst="line">
              <a:avLst/>
            </a:prstGeom>
            <a:noFill/>
            <a:ln w="13335">
              <a:solidFill>
                <a:srgbClr val="42949E"/>
              </a:solidFill>
              <a:prstDash val="solid"/>
            </a:ln>
          </p:spPr>
        </p:sp>
        <p:sp>
          <p:nvSpPr>
            <p:cNvPr id="1317" name="panel4__line_1316"/>
            <p:cNvSpPr/>
            <p:nvPr/>
          </p:nvSpPr>
          <p:spPr>
            <a:xfrm>
              <a:off x="879520" y="6048725"/>
              <a:ext cx="12745" cy="14990"/>
            </a:xfrm>
            <a:prstGeom prst="line">
              <a:avLst/>
            </a:prstGeom>
            <a:noFill/>
            <a:ln w="13335">
              <a:solidFill>
                <a:srgbClr val="42949E"/>
              </a:solidFill>
              <a:prstDash val="solid"/>
            </a:ln>
          </p:spPr>
        </p:sp>
        <p:sp>
          <p:nvSpPr>
            <p:cNvPr id="1318" name="panel4__line_1317"/>
            <p:cNvSpPr/>
            <p:nvPr/>
          </p:nvSpPr>
          <p:spPr>
            <a:xfrm>
              <a:off x="892264" y="6063715"/>
              <a:ext cx="12745" cy="23034"/>
            </a:xfrm>
            <a:prstGeom prst="line">
              <a:avLst/>
            </a:prstGeom>
            <a:noFill/>
            <a:ln w="13335">
              <a:solidFill>
                <a:srgbClr val="42949E"/>
              </a:solidFill>
              <a:prstDash val="solid"/>
            </a:ln>
          </p:spPr>
        </p:sp>
        <p:sp>
          <p:nvSpPr>
            <p:cNvPr id="1319" name="panel4__line_1318"/>
            <p:cNvSpPr/>
            <p:nvPr/>
          </p:nvSpPr>
          <p:spPr>
            <a:xfrm>
              <a:off x="905009" y="6086749"/>
              <a:ext cx="12745" cy="28419"/>
            </a:xfrm>
            <a:prstGeom prst="line">
              <a:avLst/>
            </a:prstGeom>
            <a:noFill/>
            <a:ln w="13335">
              <a:solidFill>
                <a:srgbClr val="42949E"/>
              </a:solidFill>
              <a:prstDash val="solid"/>
            </a:ln>
          </p:spPr>
        </p:sp>
        <p:sp>
          <p:nvSpPr>
            <p:cNvPr id="1320" name="panel4__line_1319"/>
            <p:cNvSpPr/>
            <p:nvPr/>
          </p:nvSpPr>
          <p:spPr>
            <a:xfrm>
              <a:off x="917754" y="6115168"/>
              <a:ext cx="12745" cy="30579"/>
            </a:xfrm>
            <a:prstGeom prst="line">
              <a:avLst/>
            </a:prstGeom>
            <a:noFill/>
            <a:ln w="13335">
              <a:solidFill>
                <a:srgbClr val="42949E"/>
              </a:solidFill>
              <a:prstDash val="solid"/>
            </a:ln>
          </p:spPr>
        </p:sp>
        <p:sp>
          <p:nvSpPr>
            <p:cNvPr id="1321" name="panel4__line_1320"/>
            <p:cNvSpPr/>
            <p:nvPr/>
          </p:nvSpPr>
          <p:spPr>
            <a:xfrm>
              <a:off x="930499" y="6145747"/>
              <a:ext cx="12745" cy="29355"/>
            </a:xfrm>
            <a:prstGeom prst="line">
              <a:avLst/>
            </a:prstGeom>
            <a:noFill/>
            <a:ln w="13335">
              <a:solidFill>
                <a:srgbClr val="42949E"/>
              </a:solidFill>
              <a:prstDash val="solid"/>
            </a:ln>
          </p:spPr>
        </p:sp>
        <p:sp>
          <p:nvSpPr>
            <p:cNvPr id="1322" name="panel4__line_1321"/>
            <p:cNvSpPr/>
            <p:nvPr/>
          </p:nvSpPr>
          <p:spPr>
            <a:xfrm>
              <a:off x="943243" y="6175103"/>
              <a:ext cx="12745" cy="25003"/>
            </a:xfrm>
            <a:prstGeom prst="line">
              <a:avLst/>
            </a:prstGeom>
            <a:noFill/>
            <a:ln w="13335">
              <a:solidFill>
                <a:srgbClr val="42949E"/>
              </a:solidFill>
              <a:prstDash val="solid"/>
            </a:ln>
          </p:spPr>
        </p:sp>
        <p:sp>
          <p:nvSpPr>
            <p:cNvPr id="1323" name="panel4__line_1322"/>
            <p:cNvSpPr/>
            <p:nvPr/>
          </p:nvSpPr>
          <p:spPr>
            <a:xfrm>
              <a:off x="955988" y="6200105"/>
              <a:ext cx="12745" cy="18146"/>
            </a:xfrm>
            <a:prstGeom prst="line">
              <a:avLst/>
            </a:prstGeom>
            <a:noFill/>
            <a:ln w="13335">
              <a:solidFill>
                <a:srgbClr val="42949E"/>
              </a:solidFill>
              <a:prstDash val="solid"/>
            </a:ln>
          </p:spPr>
        </p:sp>
        <p:sp>
          <p:nvSpPr>
            <p:cNvPr id="1324" name="panel4__line_1323"/>
            <p:cNvSpPr/>
            <p:nvPr/>
          </p:nvSpPr>
          <p:spPr>
            <a:xfrm>
              <a:off x="968733" y="6218252"/>
              <a:ext cx="12745" cy="9678"/>
            </a:xfrm>
            <a:prstGeom prst="line">
              <a:avLst/>
            </a:prstGeom>
            <a:noFill/>
            <a:ln w="13335">
              <a:solidFill>
                <a:srgbClr val="42949E"/>
              </a:solidFill>
              <a:prstDash val="solid"/>
            </a:ln>
          </p:spPr>
        </p:sp>
        <p:sp>
          <p:nvSpPr>
            <p:cNvPr id="1325" name="panel4__line_1324"/>
            <p:cNvSpPr/>
            <p:nvPr/>
          </p:nvSpPr>
          <p:spPr>
            <a:xfrm>
              <a:off x="981477" y="6227930"/>
              <a:ext cx="12745" cy="635"/>
            </a:xfrm>
            <a:prstGeom prst="line">
              <a:avLst/>
            </a:prstGeom>
            <a:noFill/>
            <a:ln w="13335">
              <a:solidFill>
                <a:srgbClr val="42949E"/>
              </a:solidFill>
              <a:prstDash val="solid"/>
            </a:ln>
          </p:spPr>
        </p:sp>
        <p:sp>
          <p:nvSpPr>
            <p:cNvPr id="1326" name="panel4__line_1325"/>
            <p:cNvSpPr/>
            <p:nvPr/>
          </p:nvSpPr>
          <p:spPr>
            <a:xfrm flipV="1">
              <a:off x="994222" y="6220618"/>
              <a:ext cx="12745" cy="7947"/>
            </a:xfrm>
            <a:prstGeom prst="line">
              <a:avLst/>
            </a:prstGeom>
            <a:noFill/>
            <a:ln w="13335">
              <a:solidFill>
                <a:srgbClr val="42949E"/>
              </a:solidFill>
              <a:prstDash val="solid"/>
            </a:ln>
          </p:spPr>
        </p:sp>
        <p:sp>
          <p:nvSpPr>
            <p:cNvPr id="1327" name="panel4__line_1326"/>
            <p:cNvSpPr/>
            <p:nvPr/>
          </p:nvSpPr>
          <p:spPr>
            <a:xfrm flipV="1">
              <a:off x="1006967" y="6205461"/>
              <a:ext cx="12745" cy="15157"/>
            </a:xfrm>
            <a:prstGeom prst="line">
              <a:avLst/>
            </a:prstGeom>
            <a:noFill/>
            <a:ln w="13335">
              <a:solidFill>
                <a:srgbClr val="42949E"/>
              </a:solidFill>
              <a:prstDash val="solid"/>
            </a:ln>
          </p:spPr>
        </p:sp>
        <p:sp>
          <p:nvSpPr>
            <p:cNvPr id="1328" name="panel4__line_1327"/>
            <p:cNvSpPr/>
            <p:nvPr/>
          </p:nvSpPr>
          <p:spPr>
            <a:xfrm flipV="1">
              <a:off x="1019712" y="6185146"/>
              <a:ext cx="12745" cy="20315"/>
            </a:xfrm>
            <a:prstGeom prst="line">
              <a:avLst/>
            </a:prstGeom>
            <a:noFill/>
            <a:ln w="13335">
              <a:solidFill>
                <a:srgbClr val="42949E"/>
              </a:solidFill>
              <a:prstDash val="solid"/>
            </a:ln>
          </p:spPr>
        </p:sp>
        <p:sp>
          <p:nvSpPr>
            <p:cNvPr id="1329" name="panel4__line_1328"/>
            <p:cNvSpPr/>
            <p:nvPr/>
          </p:nvSpPr>
          <p:spPr>
            <a:xfrm flipV="1">
              <a:off x="1032456" y="6162115"/>
              <a:ext cx="12745" cy="23031"/>
            </a:xfrm>
            <a:prstGeom prst="line">
              <a:avLst/>
            </a:prstGeom>
            <a:noFill/>
            <a:ln w="13335">
              <a:solidFill>
                <a:srgbClr val="42949E"/>
              </a:solidFill>
              <a:prstDash val="solid"/>
            </a:ln>
          </p:spPr>
        </p:sp>
        <p:sp>
          <p:nvSpPr>
            <p:cNvPr id="1330" name="panel4__line_1329"/>
            <p:cNvSpPr/>
            <p:nvPr/>
          </p:nvSpPr>
          <p:spPr>
            <a:xfrm flipV="1">
              <a:off x="1045201" y="6138890"/>
              <a:ext cx="12745" cy="23225"/>
            </a:xfrm>
            <a:prstGeom prst="line">
              <a:avLst/>
            </a:prstGeom>
            <a:noFill/>
            <a:ln w="13335">
              <a:solidFill>
                <a:srgbClr val="42949E"/>
              </a:solidFill>
              <a:prstDash val="solid"/>
            </a:ln>
          </p:spPr>
        </p:sp>
        <p:sp>
          <p:nvSpPr>
            <p:cNvPr id="1331" name="panel4__line_1330"/>
            <p:cNvSpPr/>
            <p:nvPr/>
          </p:nvSpPr>
          <p:spPr>
            <a:xfrm flipV="1">
              <a:off x="1057946" y="6117792"/>
              <a:ext cx="12745" cy="21098"/>
            </a:xfrm>
            <a:prstGeom prst="line">
              <a:avLst/>
            </a:prstGeom>
            <a:noFill/>
            <a:ln w="13335">
              <a:solidFill>
                <a:srgbClr val="42949E"/>
              </a:solidFill>
              <a:prstDash val="solid"/>
            </a:ln>
          </p:spPr>
        </p:sp>
        <p:sp>
          <p:nvSpPr>
            <p:cNvPr id="1332" name="panel4__line_1331"/>
            <p:cNvSpPr/>
            <p:nvPr/>
          </p:nvSpPr>
          <p:spPr>
            <a:xfrm flipV="1">
              <a:off x="1070690" y="6100716"/>
              <a:ext cx="12745" cy="17076"/>
            </a:xfrm>
            <a:prstGeom prst="line">
              <a:avLst/>
            </a:prstGeom>
            <a:noFill/>
            <a:ln w="13335">
              <a:solidFill>
                <a:srgbClr val="42949E"/>
              </a:solidFill>
              <a:prstDash val="solid"/>
            </a:ln>
          </p:spPr>
        </p:sp>
        <p:sp>
          <p:nvSpPr>
            <p:cNvPr id="1333" name="panel4__line_1332"/>
            <p:cNvSpPr/>
            <p:nvPr/>
          </p:nvSpPr>
          <p:spPr>
            <a:xfrm flipV="1">
              <a:off x="1083435" y="6088986"/>
              <a:ext cx="12745" cy="11730"/>
            </a:xfrm>
            <a:prstGeom prst="line">
              <a:avLst/>
            </a:prstGeom>
            <a:noFill/>
            <a:ln w="13335">
              <a:solidFill>
                <a:srgbClr val="42949E"/>
              </a:solidFill>
              <a:prstDash val="solid"/>
            </a:ln>
          </p:spPr>
        </p:sp>
        <p:sp>
          <p:nvSpPr>
            <p:cNvPr id="1334" name="panel4__line_1333"/>
            <p:cNvSpPr/>
            <p:nvPr/>
          </p:nvSpPr>
          <p:spPr>
            <a:xfrm flipV="1">
              <a:off x="1096180" y="6083298"/>
              <a:ext cx="12745" cy="5688"/>
            </a:xfrm>
            <a:prstGeom prst="line">
              <a:avLst/>
            </a:prstGeom>
            <a:noFill/>
            <a:ln w="13335">
              <a:solidFill>
                <a:srgbClr val="42949E"/>
              </a:solidFill>
              <a:prstDash val="solid"/>
            </a:ln>
          </p:spPr>
        </p:sp>
        <p:sp>
          <p:nvSpPr>
            <p:cNvPr id="1335" name="panel4__line_1334"/>
            <p:cNvSpPr/>
            <p:nvPr/>
          </p:nvSpPr>
          <p:spPr>
            <a:xfrm>
              <a:off x="1108925" y="6083298"/>
              <a:ext cx="12745" cy="440"/>
            </a:xfrm>
            <a:prstGeom prst="line">
              <a:avLst/>
            </a:prstGeom>
            <a:noFill/>
            <a:ln w="13335">
              <a:solidFill>
                <a:srgbClr val="42949E"/>
              </a:solidFill>
              <a:prstDash val="solid"/>
            </a:ln>
          </p:spPr>
        </p:sp>
        <p:sp>
          <p:nvSpPr>
            <p:cNvPr id="1336" name="panel4__line_1335"/>
            <p:cNvSpPr/>
            <p:nvPr/>
          </p:nvSpPr>
          <p:spPr>
            <a:xfrm>
              <a:off x="1121669" y="6083738"/>
              <a:ext cx="12745" cy="6117"/>
            </a:xfrm>
            <a:prstGeom prst="line">
              <a:avLst/>
            </a:prstGeom>
            <a:noFill/>
            <a:ln w="13335">
              <a:solidFill>
                <a:srgbClr val="42949E"/>
              </a:solidFill>
              <a:prstDash val="solid"/>
            </a:ln>
          </p:spPr>
        </p:sp>
        <p:sp>
          <p:nvSpPr>
            <p:cNvPr id="1337" name="panel4__line_1336"/>
            <p:cNvSpPr/>
            <p:nvPr/>
          </p:nvSpPr>
          <p:spPr>
            <a:xfrm>
              <a:off x="1134414" y="6089855"/>
              <a:ext cx="12745" cy="10920"/>
            </a:xfrm>
            <a:prstGeom prst="line">
              <a:avLst/>
            </a:prstGeom>
            <a:noFill/>
            <a:ln w="13335">
              <a:solidFill>
                <a:srgbClr val="42949E"/>
              </a:solidFill>
              <a:prstDash val="solid"/>
            </a:ln>
          </p:spPr>
        </p:sp>
        <p:sp>
          <p:nvSpPr>
            <p:cNvPr id="1338" name="panel4__line_1337"/>
            <p:cNvSpPr/>
            <p:nvPr/>
          </p:nvSpPr>
          <p:spPr>
            <a:xfrm>
              <a:off x="1147159" y="6100775"/>
              <a:ext cx="12745" cy="14545"/>
            </a:xfrm>
            <a:prstGeom prst="line">
              <a:avLst/>
            </a:prstGeom>
            <a:noFill/>
            <a:ln w="13335">
              <a:solidFill>
                <a:srgbClr val="42949E"/>
              </a:solidFill>
              <a:prstDash val="solid"/>
            </a:ln>
          </p:spPr>
        </p:sp>
        <p:sp>
          <p:nvSpPr>
            <p:cNvPr id="1339" name="panel4__line_1338"/>
            <p:cNvSpPr/>
            <p:nvPr/>
          </p:nvSpPr>
          <p:spPr>
            <a:xfrm>
              <a:off x="1159904" y="6115321"/>
              <a:ext cx="12745" cy="16806"/>
            </a:xfrm>
            <a:prstGeom prst="line">
              <a:avLst/>
            </a:prstGeom>
            <a:noFill/>
            <a:ln w="13335">
              <a:solidFill>
                <a:srgbClr val="42949E"/>
              </a:solidFill>
              <a:prstDash val="solid"/>
            </a:ln>
          </p:spPr>
        </p:sp>
        <p:sp>
          <p:nvSpPr>
            <p:cNvPr id="1340" name="panel4__line_1339"/>
            <p:cNvSpPr/>
            <p:nvPr/>
          </p:nvSpPr>
          <p:spPr>
            <a:xfrm>
              <a:off x="1172648" y="6132127"/>
              <a:ext cx="12745" cy="17614"/>
            </a:xfrm>
            <a:prstGeom prst="line">
              <a:avLst/>
            </a:prstGeom>
            <a:noFill/>
            <a:ln w="13335">
              <a:solidFill>
                <a:srgbClr val="42949E"/>
              </a:solidFill>
              <a:prstDash val="solid"/>
            </a:ln>
          </p:spPr>
        </p:sp>
        <p:sp>
          <p:nvSpPr>
            <p:cNvPr id="1341" name="panel4__line_1340"/>
            <p:cNvSpPr/>
            <p:nvPr/>
          </p:nvSpPr>
          <p:spPr>
            <a:xfrm>
              <a:off x="1185393" y="6149740"/>
              <a:ext cx="12745" cy="16958"/>
            </a:xfrm>
            <a:prstGeom prst="line">
              <a:avLst/>
            </a:prstGeom>
            <a:noFill/>
            <a:ln w="13335">
              <a:solidFill>
                <a:srgbClr val="42949E"/>
              </a:solidFill>
              <a:prstDash val="solid"/>
            </a:ln>
          </p:spPr>
        </p:sp>
        <p:sp>
          <p:nvSpPr>
            <p:cNvPr id="1342" name="panel4__line_1341"/>
            <p:cNvSpPr/>
            <p:nvPr/>
          </p:nvSpPr>
          <p:spPr>
            <a:xfrm>
              <a:off x="1198138" y="6166698"/>
              <a:ext cx="12745" cy="14896"/>
            </a:xfrm>
            <a:prstGeom prst="line">
              <a:avLst/>
            </a:prstGeom>
            <a:noFill/>
            <a:ln w="13335">
              <a:solidFill>
                <a:srgbClr val="42949E"/>
              </a:solidFill>
              <a:prstDash val="solid"/>
            </a:ln>
          </p:spPr>
        </p:sp>
        <p:sp>
          <p:nvSpPr>
            <p:cNvPr id="1343" name="panel4__line_1342"/>
            <p:cNvSpPr/>
            <p:nvPr/>
          </p:nvSpPr>
          <p:spPr>
            <a:xfrm>
              <a:off x="1210882" y="6181595"/>
              <a:ext cx="12745" cy="11548"/>
            </a:xfrm>
            <a:prstGeom prst="line">
              <a:avLst/>
            </a:prstGeom>
            <a:noFill/>
            <a:ln w="13335">
              <a:solidFill>
                <a:srgbClr val="42949E"/>
              </a:solidFill>
              <a:prstDash val="solid"/>
            </a:ln>
          </p:spPr>
        </p:sp>
        <p:sp>
          <p:nvSpPr>
            <p:cNvPr id="1344" name="panel4__line_1343"/>
            <p:cNvSpPr/>
            <p:nvPr/>
          </p:nvSpPr>
          <p:spPr>
            <a:xfrm>
              <a:off x="1223627" y="6193143"/>
              <a:ext cx="12745" cy="7104"/>
            </a:xfrm>
            <a:prstGeom prst="line">
              <a:avLst/>
            </a:prstGeom>
            <a:noFill/>
            <a:ln w="13335">
              <a:solidFill>
                <a:srgbClr val="42949E"/>
              </a:solidFill>
              <a:prstDash val="solid"/>
            </a:ln>
          </p:spPr>
        </p:sp>
        <p:sp>
          <p:nvSpPr>
            <p:cNvPr id="1345" name="panel4__line_1344"/>
            <p:cNvSpPr/>
            <p:nvPr/>
          </p:nvSpPr>
          <p:spPr>
            <a:xfrm>
              <a:off x="1236372" y="6200247"/>
              <a:ext cx="12745" cy="1833"/>
            </a:xfrm>
            <a:prstGeom prst="line">
              <a:avLst/>
            </a:prstGeom>
            <a:noFill/>
            <a:ln w="13335">
              <a:solidFill>
                <a:srgbClr val="42949E"/>
              </a:solidFill>
              <a:prstDash val="solid"/>
            </a:ln>
          </p:spPr>
        </p:sp>
        <p:sp>
          <p:nvSpPr>
            <p:cNvPr id="1346" name="panel4__line_1345"/>
            <p:cNvSpPr/>
            <p:nvPr/>
          </p:nvSpPr>
          <p:spPr>
            <a:xfrm flipV="1">
              <a:off x="1249117" y="6198176"/>
              <a:ext cx="12745" cy="3904"/>
            </a:xfrm>
            <a:prstGeom prst="line">
              <a:avLst/>
            </a:prstGeom>
            <a:noFill/>
            <a:ln w="13335">
              <a:solidFill>
                <a:srgbClr val="42949E"/>
              </a:solidFill>
              <a:prstDash val="solid"/>
            </a:ln>
          </p:spPr>
        </p:sp>
        <p:sp>
          <p:nvSpPr>
            <p:cNvPr id="1347" name="panel4__line_1346"/>
            <p:cNvSpPr/>
            <p:nvPr/>
          </p:nvSpPr>
          <p:spPr>
            <a:xfrm flipV="1">
              <a:off x="1261861" y="6188520"/>
              <a:ext cx="12745" cy="9656"/>
            </a:xfrm>
            <a:prstGeom prst="line">
              <a:avLst/>
            </a:prstGeom>
            <a:noFill/>
            <a:ln w="13335">
              <a:solidFill>
                <a:srgbClr val="42949E"/>
              </a:solidFill>
              <a:prstDash val="solid"/>
            </a:ln>
          </p:spPr>
        </p:sp>
        <p:sp>
          <p:nvSpPr>
            <p:cNvPr id="1348" name="panel4__line_1347"/>
            <p:cNvSpPr/>
            <p:nvPr/>
          </p:nvSpPr>
          <p:spPr>
            <a:xfrm flipV="1">
              <a:off x="1274606" y="6173622"/>
              <a:ext cx="12745" cy="14898"/>
            </a:xfrm>
            <a:prstGeom prst="line">
              <a:avLst/>
            </a:prstGeom>
            <a:noFill/>
            <a:ln w="13335">
              <a:solidFill>
                <a:srgbClr val="42949E"/>
              </a:solidFill>
              <a:prstDash val="solid"/>
            </a:ln>
          </p:spPr>
        </p:sp>
        <p:sp>
          <p:nvSpPr>
            <p:cNvPr id="1349" name="panel4__line_1348"/>
            <p:cNvSpPr/>
            <p:nvPr/>
          </p:nvSpPr>
          <p:spPr>
            <a:xfrm flipV="1">
              <a:off x="1287351" y="6154548"/>
              <a:ext cx="12745" cy="19074"/>
            </a:xfrm>
            <a:prstGeom prst="line">
              <a:avLst/>
            </a:prstGeom>
            <a:noFill/>
            <a:ln w="13335">
              <a:solidFill>
                <a:srgbClr val="42949E"/>
              </a:solidFill>
              <a:prstDash val="solid"/>
            </a:ln>
          </p:spPr>
        </p:sp>
        <p:sp>
          <p:nvSpPr>
            <p:cNvPr id="1350" name="panel4__line_1349"/>
            <p:cNvSpPr/>
            <p:nvPr/>
          </p:nvSpPr>
          <p:spPr>
            <a:xfrm flipV="1">
              <a:off x="1300095" y="6132901"/>
              <a:ext cx="12745" cy="21647"/>
            </a:xfrm>
            <a:prstGeom prst="line">
              <a:avLst/>
            </a:prstGeom>
            <a:noFill/>
            <a:ln w="13335">
              <a:solidFill>
                <a:srgbClr val="42949E"/>
              </a:solidFill>
              <a:prstDash val="solid"/>
            </a:ln>
          </p:spPr>
        </p:sp>
        <p:sp>
          <p:nvSpPr>
            <p:cNvPr id="1351" name="panel4__line_1350"/>
            <p:cNvSpPr/>
            <p:nvPr/>
          </p:nvSpPr>
          <p:spPr>
            <a:xfrm flipV="1">
              <a:off x="1312840" y="6110724"/>
              <a:ext cx="12745" cy="22177"/>
            </a:xfrm>
            <a:prstGeom prst="line">
              <a:avLst/>
            </a:prstGeom>
            <a:noFill/>
            <a:ln w="13335">
              <a:solidFill>
                <a:srgbClr val="42949E"/>
              </a:solidFill>
              <a:prstDash val="solid"/>
            </a:ln>
          </p:spPr>
        </p:sp>
        <p:sp>
          <p:nvSpPr>
            <p:cNvPr id="1352" name="panel4__line_1351"/>
            <p:cNvSpPr/>
            <p:nvPr/>
          </p:nvSpPr>
          <p:spPr>
            <a:xfrm flipV="1">
              <a:off x="1325585" y="6090330"/>
              <a:ext cx="12745" cy="20395"/>
            </a:xfrm>
            <a:prstGeom prst="line">
              <a:avLst/>
            </a:prstGeom>
            <a:noFill/>
            <a:ln w="13335">
              <a:solidFill>
                <a:srgbClr val="42949E"/>
              </a:solidFill>
              <a:prstDash val="solid"/>
            </a:ln>
          </p:spPr>
        </p:sp>
        <p:sp>
          <p:nvSpPr>
            <p:cNvPr id="1353" name="panel4__line_1352"/>
            <p:cNvSpPr/>
            <p:nvPr/>
          </p:nvSpPr>
          <p:spPr>
            <a:xfrm flipV="1">
              <a:off x="1338330" y="6074063"/>
              <a:ext cx="12745" cy="16267"/>
            </a:xfrm>
            <a:prstGeom prst="line">
              <a:avLst/>
            </a:prstGeom>
            <a:noFill/>
            <a:ln w="13335">
              <a:solidFill>
                <a:srgbClr val="42949E"/>
              </a:solidFill>
              <a:prstDash val="solid"/>
            </a:ln>
          </p:spPr>
        </p:sp>
        <p:sp>
          <p:nvSpPr>
            <p:cNvPr id="1354" name="panel4__line_1353"/>
            <p:cNvSpPr/>
            <p:nvPr/>
          </p:nvSpPr>
          <p:spPr>
            <a:xfrm flipV="1">
              <a:off x="1351074" y="6064027"/>
              <a:ext cx="12745" cy="10036"/>
            </a:xfrm>
            <a:prstGeom prst="line">
              <a:avLst/>
            </a:prstGeom>
            <a:noFill/>
            <a:ln w="13335">
              <a:solidFill>
                <a:srgbClr val="42949E"/>
              </a:solidFill>
              <a:prstDash val="solid"/>
            </a:ln>
          </p:spPr>
        </p:sp>
        <p:sp>
          <p:nvSpPr>
            <p:cNvPr id="1355" name="panel4__line_1354"/>
            <p:cNvSpPr/>
            <p:nvPr/>
          </p:nvSpPr>
          <p:spPr>
            <a:xfrm flipV="1">
              <a:off x="1363819" y="6061798"/>
              <a:ext cx="12745" cy="2229"/>
            </a:xfrm>
            <a:prstGeom prst="line">
              <a:avLst/>
            </a:prstGeom>
            <a:noFill/>
            <a:ln w="13335">
              <a:solidFill>
                <a:srgbClr val="42949E"/>
              </a:solidFill>
              <a:prstDash val="solid"/>
            </a:ln>
          </p:spPr>
        </p:sp>
        <p:sp>
          <p:nvSpPr>
            <p:cNvPr id="1356" name="panel4__line_1355"/>
            <p:cNvSpPr/>
            <p:nvPr/>
          </p:nvSpPr>
          <p:spPr>
            <a:xfrm>
              <a:off x="1376564" y="6061798"/>
              <a:ext cx="12745" cy="6379"/>
            </a:xfrm>
            <a:prstGeom prst="line">
              <a:avLst/>
            </a:prstGeom>
            <a:noFill/>
            <a:ln w="13335">
              <a:solidFill>
                <a:srgbClr val="42949E"/>
              </a:solidFill>
              <a:prstDash val="solid"/>
            </a:ln>
          </p:spPr>
        </p:sp>
        <p:sp>
          <p:nvSpPr>
            <p:cNvPr id="1357" name="panel4__line_1356"/>
            <p:cNvSpPr/>
            <p:nvPr/>
          </p:nvSpPr>
          <p:spPr>
            <a:xfrm>
              <a:off x="1389308" y="6068176"/>
              <a:ext cx="12745" cy="14843"/>
            </a:xfrm>
            <a:prstGeom prst="line">
              <a:avLst/>
            </a:prstGeom>
            <a:noFill/>
            <a:ln w="13335">
              <a:solidFill>
                <a:srgbClr val="42949E"/>
              </a:solidFill>
              <a:prstDash val="solid"/>
            </a:ln>
          </p:spPr>
        </p:sp>
        <p:sp>
          <p:nvSpPr>
            <p:cNvPr id="1358" name="panel4__line_1357"/>
            <p:cNvSpPr/>
            <p:nvPr/>
          </p:nvSpPr>
          <p:spPr>
            <a:xfrm>
              <a:off x="1402053" y="6083019"/>
              <a:ext cx="12745" cy="22158"/>
            </a:xfrm>
            <a:prstGeom prst="line">
              <a:avLst/>
            </a:prstGeom>
            <a:noFill/>
            <a:ln w="13335">
              <a:solidFill>
                <a:srgbClr val="42949E"/>
              </a:solidFill>
              <a:prstDash val="solid"/>
            </a:ln>
          </p:spPr>
        </p:sp>
        <p:sp>
          <p:nvSpPr>
            <p:cNvPr id="1359" name="panel4__line_1358"/>
            <p:cNvSpPr/>
            <p:nvPr/>
          </p:nvSpPr>
          <p:spPr>
            <a:xfrm>
              <a:off x="1414798" y="6105177"/>
              <a:ext cx="12745" cy="27387"/>
            </a:xfrm>
            <a:prstGeom prst="line">
              <a:avLst/>
            </a:prstGeom>
            <a:noFill/>
            <a:ln w="13335">
              <a:solidFill>
                <a:srgbClr val="42949E"/>
              </a:solidFill>
              <a:prstDash val="solid"/>
            </a:ln>
          </p:spPr>
        </p:sp>
        <p:sp>
          <p:nvSpPr>
            <p:cNvPr id="1360" name="panel4__line_1359"/>
            <p:cNvSpPr/>
            <p:nvPr/>
          </p:nvSpPr>
          <p:spPr>
            <a:xfrm>
              <a:off x="1427543" y="6132565"/>
              <a:ext cx="12745" cy="29797"/>
            </a:xfrm>
            <a:prstGeom prst="line">
              <a:avLst/>
            </a:prstGeom>
            <a:noFill/>
            <a:ln w="13335">
              <a:solidFill>
                <a:srgbClr val="42949E"/>
              </a:solidFill>
              <a:prstDash val="solid"/>
            </a:ln>
          </p:spPr>
        </p:sp>
        <p:sp>
          <p:nvSpPr>
            <p:cNvPr id="1361" name="panel4__line_1360"/>
            <p:cNvSpPr/>
            <p:nvPr/>
          </p:nvSpPr>
          <p:spPr>
            <a:xfrm>
              <a:off x="1440287" y="6162362"/>
              <a:ext cx="12745" cy="28966"/>
            </a:xfrm>
            <a:prstGeom prst="line">
              <a:avLst/>
            </a:prstGeom>
            <a:noFill/>
            <a:ln w="13335">
              <a:solidFill>
                <a:srgbClr val="42949E"/>
              </a:solidFill>
              <a:prstDash val="solid"/>
            </a:ln>
          </p:spPr>
        </p:sp>
        <p:sp>
          <p:nvSpPr>
            <p:cNvPr id="1362" name="panel4__line_1361"/>
            <p:cNvSpPr/>
            <p:nvPr/>
          </p:nvSpPr>
          <p:spPr>
            <a:xfrm>
              <a:off x="1453032" y="6191328"/>
              <a:ext cx="12745" cy="24860"/>
            </a:xfrm>
            <a:prstGeom prst="line">
              <a:avLst/>
            </a:prstGeom>
            <a:noFill/>
            <a:ln w="13335">
              <a:solidFill>
                <a:srgbClr val="42949E"/>
              </a:solidFill>
              <a:prstDash val="solid"/>
            </a:ln>
          </p:spPr>
        </p:sp>
        <p:sp>
          <p:nvSpPr>
            <p:cNvPr id="1363" name="panel4__line_1362"/>
            <p:cNvSpPr/>
            <p:nvPr/>
          </p:nvSpPr>
          <p:spPr>
            <a:xfrm>
              <a:off x="1465777" y="6216189"/>
              <a:ext cx="12745" cy="17856"/>
            </a:xfrm>
            <a:prstGeom prst="line">
              <a:avLst/>
            </a:prstGeom>
            <a:noFill/>
            <a:ln w="13335">
              <a:solidFill>
                <a:srgbClr val="42949E"/>
              </a:solidFill>
              <a:prstDash val="solid"/>
            </a:ln>
          </p:spPr>
        </p:sp>
        <p:sp>
          <p:nvSpPr>
            <p:cNvPr id="1364" name="panel4__line_1363"/>
            <p:cNvSpPr/>
            <p:nvPr/>
          </p:nvSpPr>
          <p:spPr>
            <a:xfrm>
              <a:off x="1478521" y="6234045"/>
              <a:ext cx="12745" cy="8706"/>
            </a:xfrm>
            <a:prstGeom prst="line">
              <a:avLst/>
            </a:prstGeom>
            <a:noFill/>
            <a:ln w="13335">
              <a:solidFill>
                <a:srgbClr val="42949E"/>
              </a:solidFill>
              <a:prstDash val="solid"/>
            </a:ln>
          </p:spPr>
        </p:sp>
        <p:sp>
          <p:nvSpPr>
            <p:cNvPr id="1365" name="panel4__line_1364"/>
            <p:cNvSpPr/>
            <p:nvPr/>
          </p:nvSpPr>
          <p:spPr>
            <a:xfrm flipV="1">
              <a:off x="1491266" y="6241200"/>
              <a:ext cx="12745" cy="1551"/>
            </a:xfrm>
            <a:prstGeom prst="line">
              <a:avLst/>
            </a:prstGeom>
            <a:noFill/>
            <a:ln w="13335">
              <a:solidFill>
                <a:srgbClr val="42949E"/>
              </a:solidFill>
              <a:prstDash val="solid"/>
            </a:ln>
          </p:spPr>
        </p:sp>
        <p:sp>
          <p:nvSpPr>
            <p:cNvPr id="1366" name="panel4__line_1365"/>
            <p:cNvSpPr/>
            <p:nvPr/>
          </p:nvSpPr>
          <p:spPr>
            <a:xfrm flipV="1">
              <a:off x="1504011" y="6229479"/>
              <a:ext cx="12745" cy="11721"/>
            </a:xfrm>
            <a:prstGeom prst="line">
              <a:avLst/>
            </a:prstGeom>
            <a:noFill/>
            <a:ln w="13335">
              <a:solidFill>
                <a:srgbClr val="42949E"/>
              </a:solidFill>
              <a:prstDash val="solid"/>
            </a:ln>
          </p:spPr>
        </p:sp>
        <p:sp>
          <p:nvSpPr>
            <p:cNvPr id="1367" name="panel4__line_1366"/>
            <p:cNvSpPr/>
            <p:nvPr/>
          </p:nvSpPr>
          <p:spPr>
            <a:xfrm flipV="1">
              <a:off x="1516756" y="6208870"/>
              <a:ext cx="12745" cy="20609"/>
            </a:xfrm>
            <a:prstGeom prst="line">
              <a:avLst/>
            </a:prstGeom>
            <a:noFill/>
            <a:ln w="13335">
              <a:solidFill>
                <a:srgbClr val="42949E"/>
              </a:solidFill>
              <a:prstDash val="solid"/>
            </a:ln>
          </p:spPr>
        </p:sp>
        <p:sp>
          <p:nvSpPr>
            <p:cNvPr id="1368" name="panel4__line_1367"/>
            <p:cNvSpPr/>
            <p:nvPr/>
          </p:nvSpPr>
          <p:spPr>
            <a:xfrm flipV="1">
              <a:off x="1529500" y="6181692"/>
              <a:ext cx="12745" cy="27178"/>
            </a:xfrm>
            <a:prstGeom prst="line">
              <a:avLst/>
            </a:prstGeom>
            <a:noFill/>
            <a:ln w="13335">
              <a:solidFill>
                <a:srgbClr val="42949E"/>
              </a:solidFill>
              <a:prstDash val="solid"/>
            </a:ln>
          </p:spPr>
        </p:sp>
        <p:sp>
          <p:nvSpPr>
            <p:cNvPr id="1369" name="panel4__line_1368"/>
            <p:cNvSpPr/>
            <p:nvPr/>
          </p:nvSpPr>
          <p:spPr>
            <a:xfrm flipV="1">
              <a:off x="1542245" y="6151010"/>
              <a:ext cx="12745" cy="30682"/>
            </a:xfrm>
            <a:prstGeom prst="line">
              <a:avLst/>
            </a:prstGeom>
            <a:noFill/>
            <a:ln w="13335">
              <a:solidFill>
                <a:srgbClr val="42949E"/>
              </a:solidFill>
              <a:prstDash val="solid"/>
            </a:ln>
          </p:spPr>
        </p:sp>
        <p:sp>
          <p:nvSpPr>
            <p:cNvPr id="1370" name="panel4__line_1369"/>
            <p:cNvSpPr/>
            <p:nvPr/>
          </p:nvSpPr>
          <p:spPr>
            <a:xfrm flipV="1">
              <a:off x="1554990" y="6120246"/>
              <a:ext cx="12745" cy="30764"/>
            </a:xfrm>
            <a:prstGeom prst="line">
              <a:avLst/>
            </a:prstGeom>
            <a:noFill/>
            <a:ln w="13335">
              <a:solidFill>
                <a:srgbClr val="42949E"/>
              </a:solidFill>
              <a:prstDash val="solid"/>
            </a:ln>
          </p:spPr>
        </p:sp>
        <p:sp>
          <p:nvSpPr>
            <p:cNvPr id="1371" name="panel4__line_1370"/>
            <p:cNvSpPr/>
            <p:nvPr/>
          </p:nvSpPr>
          <p:spPr>
            <a:xfrm flipV="1">
              <a:off x="1567735" y="6092753"/>
              <a:ext cx="12745" cy="27493"/>
            </a:xfrm>
            <a:prstGeom prst="line">
              <a:avLst/>
            </a:prstGeom>
            <a:noFill/>
            <a:ln w="13335">
              <a:solidFill>
                <a:srgbClr val="42949E"/>
              </a:solidFill>
              <a:prstDash val="solid"/>
            </a:ln>
          </p:spPr>
        </p:sp>
        <p:sp>
          <p:nvSpPr>
            <p:cNvPr id="1372" name="panel4__line_1371"/>
            <p:cNvSpPr/>
            <p:nvPr/>
          </p:nvSpPr>
          <p:spPr>
            <a:xfrm flipV="1">
              <a:off x="1580479" y="6071410"/>
              <a:ext cx="12745" cy="21343"/>
            </a:xfrm>
            <a:prstGeom prst="line">
              <a:avLst/>
            </a:prstGeom>
            <a:noFill/>
            <a:ln w="13335">
              <a:solidFill>
                <a:srgbClr val="42949E"/>
              </a:solidFill>
              <a:prstDash val="solid"/>
            </a:ln>
          </p:spPr>
        </p:sp>
        <p:sp>
          <p:nvSpPr>
            <p:cNvPr id="1373" name="panel4__line_1372"/>
            <p:cNvSpPr/>
            <p:nvPr/>
          </p:nvSpPr>
          <p:spPr>
            <a:xfrm flipV="1">
              <a:off x="1593224" y="6058287"/>
              <a:ext cx="12745" cy="13123"/>
            </a:xfrm>
            <a:prstGeom prst="line">
              <a:avLst/>
            </a:prstGeom>
            <a:noFill/>
            <a:ln w="13335">
              <a:solidFill>
                <a:srgbClr val="42949E"/>
              </a:solidFill>
              <a:prstDash val="solid"/>
            </a:ln>
          </p:spPr>
        </p:sp>
        <p:sp>
          <p:nvSpPr>
            <p:cNvPr id="1374" name="panel4__line_1373"/>
            <p:cNvSpPr/>
            <p:nvPr/>
          </p:nvSpPr>
          <p:spPr>
            <a:xfrm flipV="1">
              <a:off x="1605969" y="6054435"/>
              <a:ext cx="12745" cy="3853"/>
            </a:xfrm>
            <a:prstGeom prst="line">
              <a:avLst/>
            </a:prstGeom>
            <a:noFill/>
            <a:ln w="13335">
              <a:solidFill>
                <a:srgbClr val="42949E"/>
              </a:solidFill>
              <a:prstDash val="solid"/>
            </a:ln>
          </p:spPr>
        </p:sp>
        <p:sp>
          <p:nvSpPr>
            <p:cNvPr id="1375" name="panel4__line_1374"/>
            <p:cNvSpPr/>
            <p:nvPr/>
          </p:nvSpPr>
          <p:spPr>
            <a:xfrm>
              <a:off x="1618713" y="6054435"/>
              <a:ext cx="12745" cy="5370"/>
            </a:xfrm>
            <a:prstGeom prst="line">
              <a:avLst/>
            </a:prstGeom>
            <a:noFill/>
            <a:ln w="13335">
              <a:solidFill>
                <a:srgbClr val="42949E"/>
              </a:solidFill>
              <a:prstDash val="solid"/>
            </a:ln>
          </p:spPr>
        </p:sp>
        <p:sp>
          <p:nvSpPr>
            <p:cNvPr id="1376" name="panel4__line_1375"/>
            <p:cNvSpPr/>
            <p:nvPr/>
          </p:nvSpPr>
          <p:spPr>
            <a:xfrm>
              <a:off x="1631458" y="6059805"/>
              <a:ext cx="12745" cy="13520"/>
            </a:xfrm>
            <a:prstGeom prst="line">
              <a:avLst/>
            </a:prstGeom>
            <a:noFill/>
            <a:ln w="13335">
              <a:solidFill>
                <a:srgbClr val="42949E"/>
              </a:solidFill>
              <a:prstDash val="solid"/>
            </a:ln>
          </p:spPr>
        </p:sp>
        <p:sp>
          <p:nvSpPr>
            <p:cNvPr id="1377" name="panel4__line_1376"/>
            <p:cNvSpPr/>
            <p:nvPr/>
          </p:nvSpPr>
          <p:spPr>
            <a:xfrm>
              <a:off x="1644203" y="6073325"/>
              <a:ext cx="12745" cy="19761"/>
            </a:xfrm>
            <a:prstGeom prst="line">
              <a:avLst/>
            </a:prstGeom>
            <a:noFill/>
            <a:ln w="13335">
              <a:solidFill>
                <a:srgbClr val="42949E"/>
              </a:solidFill>
              <a:prstDash val="solid"/>
            </a:ln>
          </p:spPr>
        </p:sp>
        <p:sp>
          <p:nvSpPr>
            <p:cNvPr id="1378" name="panel4__line_1377"/>
            <p:cNvSpPr/>
            <p:nvPr/>
          </p:nvSpPr>
          <p:spPr>
            <a:xfrm>
              <a:off x="1656948" y="6093086"/>
              <a:ext cx="12745" cy="23543"/>
            </a:xfrm>
            <a:prstGeom prst="line">
              <a:avLst/>
            </a:prstGeom>
            <a:noFill/>
            <a:ln w="13335">
              <a:solidFill>
                <a:srgbClr val="42949E"/>
              </a:solidFill>
              <a:prstDash val="solid"/>
            </a:ln>
          </p:spPr>
        </p:sp>
        <p:sp>
          <p:nvSpPr>
            <p:cNvPr id="1379" name="panel4__line_1378"/>
            <p:cNvSpPr/>
            <p:nvPr/>
          </p:nvSpPr>
          <p:spPr>
            <a:xfrm>
              <a:off x="1669692" y="6116629"/>
              <a:ext cx="12745" cy="24641"/>
            </a:xfrm>
            <a:prstGeom prst="line">
              <a:avLst/>
            </a:prstGeom>
            <a:noFill/>
            <a:ln w="13335">
              <a:solidFill>
                <a:srgbClr val="42949E"/>
              </a:solidFill>
              <a:prstDash val="solid"/>
            </a:ln>
          </p:spPr>
        </p:sp>
        <p:sp>
          <p:nvSpPr>
            <p:cNvPr id="1380" name="panel4__line_1379"/>
            <p:cNvSpPr/>
            <p:nvPr/>
          </p:nvSpPr>
          <p:spPr>
            <a:xfrm>
              <a:off x="1682437" y="6141270"/>
              <a:ext cx="12745" cy="23152"/>
            </a:xfrm>
            <a:prstGeom prst="line">
              <a:avLst/>
            </a:prstGeom>
            <a:noFill/>
            <a:ln w="13335">
              <a:solidFill>
                <a:srgbClr val="42949E"/>
              </a:solidFill>
              <a:prstDash val="solid"/>
            </a:ln>
          </p:spPr>
        </p:sp>
        <p:sp>
          <p:nvSpPr>
            <p:cNvPr id="1381" name="panel4__line_1380"/>
            <p:cNvSpPr/>
            <p:nvPr/>
          </p:nvSpPr>
          <p:spPr>
            <a:xfrm>
              <a:off x="1695182" y="6164421"/>
              <a:ext cx="12745" cy="19450"/>
            </a:xfrm>
            <a:prstGeom prst="line">
              <a:avLst/>
            </a:prstGeom>
            <a:noFill/>
            <a:ln w="13335">
              <a:solidFill>
                <a:srgbClr val="42949E"/>
              </a:solidFill>
              <a:prstDash val="solid"/>
            </a:ln>
          </p:spPr>
        </p:sp>
        <p:sp>
          <p:nvSpPr>
            <p:cNvPr id="1382" name="panel4__line_1381"/>
            <p:cNvSpPr/>
            <p:nvPr/>
          </p:nvSpPr>
          <p:spPr>
            <a:xfrm>
              <a:off x="1707926" y="6183871"/>
              <a:ext cx="12745" cy="14109"/>
            </a:xfrm>
            <a:prstGeom prst="line">
              <a:avLst/>
            </a:prstGeom>
            <a:noFill/>
            <a:ln w="13335">
              <a:solidFill>
                <a:srgbClr val="42949E"/>
              </a:solidFill>
              <a:prstDash val="solid"/>
            </a:ln>
          </p:spPr>
        </p:sp>
        <p:sp>
          <p:nvSpPr>
            <p:cNvPr id="1383" name="panel4__line_1382"/>
            <p:cNvSpPr/>
            <p:nvPr/>
          </p:nvSpPr>
          <p:spPr>
            <a:xfrm>
              <a:off x="1720671" y="6197980"/>
              <a:ext cx="12745" cy="7811"/>
            </a:xfrm>
            <a:prstGeom prst="line">
              <a:avLst/>
            </a:prstGeom>
            <a:noFill/>
            <a:ln w="13335">
              <a:solidFill>
                <a:srgbClr val="42949E"/>
              </a:solidFill>
              <a:prstDash val="solid"/>
            </a:ln>
          </p:spPr>
        </p:sp>
        <p:sp>
          <p:nvSpPr>
            <p:cNvPr id="1384" name="panel4__line_1383"/>
            <p:cNvSpPr/>
            <p:nvPr/>
          </p:nvSpPr>
          <p:spPr>
            <a:xfrm>
              <a:off x="1733416" y="6205791"/>
              <a:ext cx="12745" cy="1253"/>
            </a:xfrm>
            <a:prstGeom prst="line">
              <a:avLst/>
            </a:prstGeom>
            <a:noFill/>
            <a:ln w="13335">
              <a:solidFill>
                <a:srgbClr val="42949E"/>
              </a:solidFill>
              <a:prstDash val="solid"/>
            </a:ln>
          </p:spPr>
        </p:sp>
        <p:sp>
          <p:nvSpPr>
            <p:cNvPr id="1385" name="panel4__line_1384"/>
            <p:cNvSpPr/>
            <p:nvPr/>
          </p:nvSpPr>
          <p:spPr>
            <a:xfrm flipV="1">
              <a:off x="1746161" y="6202111"/>
              <a:ext cx="12745" cy="4933"/>
            </a:xfrm>
            <a:prstGeom prst="line">
              <a:avLst/>
            </a:prstGeom>
            <a:noFill/>
            <a:ln w="13335">
              <a:solidFill>
                <a:srgbClr val="42949E"/>
              </a:solidFill>
              <a:prstDash val="solid"/>
            </a:ln>
          </p:spPr>
        </p:sp>
        <p:sp>
          <p:nvSpPr>
            <p:cNvPr id="1386" name="panel4__line_1385"/>
            <p:cNvSpPr/>
            <p:nvPr/>
          </p:nvSpPr>
          <p:spPr>
            <a:xfrm flipV="1">
              <a:off x="1758905" y="6191879"/>
              <a:ext cx="12745" cy="10232"/>
            </a:xfrm>
            <a:prstGeom prst="line">
              <a:avLst/>
            </a:prstGeom>
            <a:noFill/>
            <a:ln w="13335">
              <a:solidFill>
                <a:srgbClr val="42949E"/>
              </a:solidFill>
              <a:prstDash val="solid"/>
            </a:ln>
          </p:spPr>
        </p:sp>
        <p:sp>
          <p:nvSpPr>
            <p:cNvPr id="1387" name="panel4__rect_1386"/>
            <p:cNvSpPr/>
            <p:nvPr/>
          </p:nvSpPr>
          <p:spPr>
            <a:xfrm>
              <a:off x="2028825" y="5972175"/>
              <a:ext cx="981075" cy="342900"/>
            </a:xfrm>
            <a:prstGeom prst="rect">
              <a:avLst>
                <a:gd name="adj" fmla="val 26667"/>
              </a:avLst>
            </a:prstGeom>
            <a:solidFill>
              <a:srgbClr val="F8FAFB"/>
            </a:solidFill>
            <a:ln w="6191">
              <a:solidFill>
                <a:srgbClr val="D3DADF"/>
              </a:solidFill>
              <a:prstDash val="solid"/>
            </a:ln>
          </p:spPr>
        </p:sp>
        <p:sp>
          <p:nvSpPr>
            <p:cNvPr id="1388" name="panel4__line_1387"/>
            <p:cNvSpPr/>
            <p:nvPr/>
          </p:nvSpPr>
          <p:spPr>
            <a:xfrm>
              <a:off x="2066925" y="6079871"/>
              <a:ext cx="12745" cy="28546"/>
            </a:xfrm>
            <a:prstGeom prst="line">
              <a:avLst/>
            </a:prstGeom>
            <a:noFill/>
            <a:ln w="13335">
              <a:solidFill>
                <a:srgbClr val="9A4D8E"/>
              </a:solidFill>
              <a:prstDash val="solid"/>
            </a:ln>
          </p:spPr>
        </p:sp>
        <p:sp>
          <p:nvSpPr>
            <p:cNvPr id="1389" name="panel4__line_1388"/>
            <p:cNvSpPr/>
            <p:nvPr/>
          </p:nvSpPr>
          <p:spPr>
            <a:xfrm>
              <a:off x="2079670" y="6108416"/>
              <a:ext cx="12745" cy="42363"/>
            </a:xfrm>
            <a:prstGeom prst="line">
              <a:avLst/>
            </a:prstGeom>
            <a:noFill/>
            <a:ln w="13335">
              <a:solidFill>
                <a:srgbClr val="9A4D8E"/>
              </a:solidFill>
              <a:prstDash val="solid"/>
            </a:ln>
          </p:spPr>
        </p:sp>
        <p:sp>
          <p:nvSpPr>
            <p:cNvPr id="1390" name="panel4__line_1389"/>
            <p:cNvSpPr/>
            <p:nvPr/>
          </p:nvSpPr>
          <p:spPr>
            <a:xfrm>
              <a:off x="2092414" y="6150779"/>
              <a:ext cx="12745" cy="39555"/>
            </a:xfrm>
            <a:prstGeom prst="line">
              <a:avLst/>
            </a:prstGeom>
            <a:noFill/>
            <a:ln w="13335">
              <a:solidFill>
                <a:srgbClr val="9A4D8E"/>
              </a:solidFill>
              <a:prstDash val="solid"/>
            </a:ln>
          </p:spPr>
        </p:sp>
        <p:sp>
          <p:nvSpPr>
            <p:cNvPr id="1391" name="panel4__line_1390"/>
            <p:cNvSpPr/>
            <p:nvPr/>
          </p:nvSpPr>
          <p:spPr>
            <a:xfrm>
              <a:off x="2105159" y="6190334"/>
              <a:ext cx="12745" cy="21225"/>
            </a:xfrm>
            <a:prstGeom prst="line">
              <a:avLst/>
            </a:prstGeom>
            <a:noFill/>
            <a:ln w="13335">
              <a:solidFill>
                <a:srgbClr val="9A4D8E"/>
              </a:solidFill>
              <a:prstDash val="solid"/>
            </a:ln>
          </p:spPr>
        </p:sp>
        <p:sp>
          <p:nvSpPr>
            <p:cNvPr id="1392" name="panel4__line_1391"/>
            <p:cNvSpPr/>
            <p:nvPr/>
          </p:nvSpPr>
          <p:spPr>
            <a:xfrm flipV="1">
              <a:off x="2117904" y="6206124"/>
              <a:ext cx="12745" cy="5435"/>
            </a:xfrm>
            <a:prstGeom prst="line">
              <a:avLst/>
            </a:prstGeom>
            <a:noFill/>
            <a:ln w="13335">
              <a:solidFill>
                <a:srgbClr val="9A4D8E"/>
              </a:solidFill>
              <a:prstDash val="solid"/>
            </a:ln>
          </p:spPr>
        </p:sp>
        <p:sp>
          <p:nvSpPr>
            <p:cNvPr id="1393" name="panel4__line_1392"/>
            <p:cNvSpPr/>
            <p:nvPr/>
          </p:nvSpPr>
          <p:spPr>
            <a:xfrm flipV="1">
              <a:off x="2130649" y="6176163"/>
              <a:ext cx="12745" cy="29961"/>
            </a:xfrm>
            <a:prstGeom prst="line">
              <a:avLst/>
            </a:prstGeom>
            <a:noFill/>
            <a:ln w="13335">
              <a:solidFill>
                <a:srgbClr val="9A4D8E"/>
              </a:solidFill>
              <a:prstDash val="solid"/>
            </a:ln>
          </p:spPr>
        </p:sp>
        <p:sp>
          <p:nvSpPr>
            <p:cNvPr id="1394" name="panel4__line_1393"/>
            <p:cNvSpPr/>
            <p:nvPr/>
          </p:nvSpPr>
          <p:spPr>
            <a:xfrm flipV="1">
              <a:off x="2143393" y="6133433"/>
              <a:ext cx="12745" cy="42730"/>
            </a:xfrm>
            <a:prstGeom prst="line">
              <a:avLst/>
            </a:prstGeom>
            <a:noFill/>
            <a:ln w="13335">
              <a:solidFill>
                <a:srgbClr val="9A4D8E"/>
              </a:solidFill>
              <a:prstDash val="solid"/>
            </a:ln>
          </p:spPr>
        </p:sp>
        <p:sp>
          <p:nvSpPr>
            <p:cNvPr id="1395" name="panel4__line_1394"/>
            <p:cNvSpPr/>
            <p:nvPr/>
          </p:nvSpPr>
          <p:spPr>
            <a:xfrm flipV="1">
              <a:off x="2156138" y="6094702"/>
              <a:ext cx="12745" cy="38731"/>
            </a:xfrm>
            <a:prstGeom prst="line">
              <a:avLst/>
            </a:prstGeom>
            <a:noFill/>
            <a:ln w="13335">
              <a:solidFill>
                <a:srgbClr val="9A4D8E"/>
              </a:solidFill>
              <a:prstDash val="solid"/>
            </a:ln>
          </p:spPr>
        </p:sp>
        <p:sp>
          <p:nvSpPr>
            <p:cNvPr id="1396" name="panel4__line_1395"/>
            <p:cNvSpPr/>
            <p:nvPr/>
          </p:nvSpPr>
          <p:spPr>
            <a:xfrm flipV="1">
              <a:off x="2168883" y="6075170"/>
              <a:ext cx="12745" cy="19532"/>
            </a:xfrm>
            <a:prstGeom prst="line">
              <a:avLst/>
            </a:prstGeom>
            <a:noFill/>
            <a:ln w="13335">
              <a:solidFill>
                <a:srgbClr val="9A4D8E"/>
              </a:solidFill>
              <a:prstDash val="solid"/>
            </a:ln>
          </p:spPr>
        </p:sp>
        <p:sp>
          <p:nvSpPr>
            <p:cNvPr id="1397" name="panel4__line_1396"/>
            <p:cNvSpPr/>
            <p:nvPr/>
          </p:nvSpPr>
          <p:spPr>
            <a:xfrm>
              <a:off x="2181627" y="6075170"/>
              <a:ext cx="12745" cy="7332"/>
            </a:xfrm>
            <a:prstGeom prst="line">
              <a:avLst/>
            </a:prstGeom>
            <a:noFill/>
            <a:ln w="13335">
              <a:solidFill>
                <a:srgbClr val="9A4D8E"/>
              </a:solidFill>
              <a:prstDash val="solid"/>
            </a:ln>
          </p:spPr>
        </p:sp>
        <p:sp>
          <p:nvSpPr>
            <p:cNvPr id="1398" name="panel4__line_1397"/>
            <p:cNvSpPr/>
            <p:nvPr/>
          </p:nvSpPr>
          <p:spPr>
            <a:xfrm>
              <a:off x="2194372" y="6082503"/>
              <a:ext cx="12745" cy="31319"/>
            </a:xfrm>
            <a:prstGeom prst="line">
              <a:avLst/>
            </a:prstGeom>
            <a:noFill/>
            <a:ln w="13335">
              <a:solidFill>
                <a:srgbClr val="9A4D8E"/>
              </a:solidFill>
              <a:prstDash val="solid"/>
            </a:ln>
          </p:spPr>
        </p:sp>
        <p:sp>
          <p:nvSpPr>
            <p:cNvPr id="1399" name="panel4__line_1398"/>
            <p:cNvSpPr/>
            <p:nvPr/>
          </p:nvSpPr>
          <p:spPr>
            <a:xfrm>
              <a:off x="2207117" y="6113821"/>
              <a:ext cx="12745" cy="43015"/>
            </a:xfrm>
            <a:prstGeom prst="line">
              <a:avLst/>
            </a:prstGeom>
            <a:noFill/>
            <a:ln w="13335">
              <a:solidFill>
                <a:srgbClr val="9A4D8E"/>
              </a:solidFill>
              <a:prstDash val="solid"/>
            </a:ln>
          </p:spPr>
        </p:sp>
        <p:sp>
          <p:nvSpPr>
            <p:cNvPr id="1400" name="panel4__line_1399"/>
            <p:cNvSpPr/>
            <p:nvPr/>
          </p:nvSpPr>
          <p:spPr>
            <a:xfrm>
              <a:off x="2219862" y="6156836"/>
              <a:ext cx="12745" cy="37830"/>
            </a:xfrm>
            <a:prstGeom prst="line">
              <a:avLst/>
            </a:prstGeom>
            <a:noFill/>
            <a:ln w="13335">
              <a:solidFill>
                <a:srgbClr val="9A4D8E"/>
              </a:solidFill>
              <a:prstDash val="solid"/>
            </a:ln>
          </p:spPr>
        </p:sp>
        <p:sp>
          <p:nvSpPr>
            <p:cNvPr id="1401" name="panel4__line_1400"/>
            <p:cNvSpPr/>
            <p:nvPr/>
          </p:nvSpPr>
          <p:spPr>
            <a:xfrm>
              <a:off x="2232606" y="6194666"/>
              <a:ext cx="12745" cy="17800"/>
            </a:xfrm>
            <a:prstGeom prst="line">
              <a:avLst/>
            </a:prstGeom>
            <a:noFill/>
            <a:ln w="13335">
              <a:solidFill>
                <a:srgbClr val="9A4D8E"/>
              </a:solidFill>
              <a:prstDash val="solid"/>
            </a:ln>
          </p:spPr>
        </p:sp>
        <p:sp>
          <p:nvSpPr>
            <p:cNvPr id="1402" name="panel4__line_1401"/>
            <p:cNvSpPr/>
            <p:nvPr/>
          </p:nvSpPr>
          <p:spPr>
            <a:xfrm flipV="1">
              <a:off x="2245351" y="6203251"/>
              <a:ext cx="12745" cy="9215"/>
            </a:xfrm>
            <a:prstGeom prst="line">
              <a:avLst/>
            </a:prstGeom>
            <a:noFill/>
            <a:ln w="13335">
              <a:solidFill>
                <a:srgbClr val="9A4D8E"/>
              </a:solidFill>
              <a:prstDash val="solid"/>
            </a:ln>
          </p:spPr>
        </p:sp>
        <p:sp>
          <p:nvSpPr>
            <p:cNvPr id="1403" name="panel4__line_1402"/>
            <p:cNvSpPr/>
            <p:nvPr/>
          </p:nvSpPr>
          <p:spPr>
            <a:xfrm flipV="1">
              <a:off x="2258096" y="6170636"/>
              <a:ext cx="12745" cy="32614"/>
            </a:xfrm>
            <a:prstGeom prst="line">
              <a:avLst/>
            </a:prstGeom>
            <a:noFill/>
            <a:ln w="13335">
              <a:solidFill>
                <a:srgbClr val="9A4D8E"/>
              </a:solidFill>
              <a:prstDash val="solid"/>
            </a:ln>
          </p:spPr>
        </p:sp>
        <p:sp>
          <p:nvSpPr>
            <p:cNvPr id="1404" name="panel4__line_1403"/>
            <p:cNvSpPr/>
            <p:nvPr/>
          </p:nvSpPr>
          <p:spPr>
            <a:xfrm flipV="1">
              <a:off x="2270840" y="6127422"/>
              <a:ext cx="12745" cy="43215"/>
            </a:xfrm>
            <a:prstGeom prst="line">
              <a:avLst/>
            </a:prstGeom>
            <a:noFill/>
            <a:ln w="13335">
              <a:solidFill>
                <a:srgbClr val="9A4D8E"/>
              </a:solidFill>
              <a:prstDash val="solid"/>
            </a:ln>
          </p:spPr>
        </p:sp>
        <p:sp>
          <p:nvSpPr>
            <p:cNvPr id="1405" name="panel4__line_1404"/>
            <p:cNvSpPr/>
            <p:nvPr/>
          </p:nvSpPr>
          <p:spPr>
            <a:xfrm flipV="1">
              <a:off x="2283585" y="6090566"/>
              <a:ext cx="12745" cy="36856"/>
            </a:xfrm>
            <a:prstGeom prst="line">
              <a:avLst/>
            </a:prstGeom>
            <a:noFill/>
            <a:ln w="13335">
              <a:solidFill>
                <a:srgbClr val="9A4D8E"/>
              </a:solidFill>
              <a:prstDash val="solid"/>
            </a:ln>
          </p:spPr>
        </p:sp>
        <p:sp>
          <p:nvSpPr>
            <p:cNvPr id="1406" name="panel4__line_1405"/>
            <p:cNvSpPr/>
            <p:nvPr/>
          </p:nvSpPr>
          <p:spPr>
            <a:xfrm flipV="1">
              <a:off x="2296330" y="6074532"/>
              <a:ext cx="12745" cy="16034"/>
            </a:xfrm>
            <a:prstGeom prst="line">
              <a:avLst/>
            </a:prstGeom>
            <a:noFill/>
            <a:ln w="13335">
              <a:solidFill>
                <a:srgbClr val="9A4D8E"/>
              </a:solidFill>
              <a:prstDash val="solid"/>
            </a:ln>
          </p:spPr>
        </p:sp>
        <p:sp>
          <p:nvSpPr>
            <p:cNvPr id="1407" name="panel4__line_1406"/>
            <p:cNvSpPr/>
            <p:nvPr/>
          </p:nvSpPr>
          <p:spPr>
            <a:xfrm>
              <a:off x="2309075" y="6074532"/>
              <a:ext cx="12745" cy="11081"/>
            </a:xfrm>
            <a:prstGeom prst="line">
              <a:avLst/>
            </a:prstGeom>
            <a:noFill/>
            <a:ln w="13335">
              <a:solidFill>
                <a:srgbClr val="9A4D8E"/>
              </a:solidFill>
              <a:prstDash val="solid"/>
            </a:ln>
          </p:spPr>
        </p:sp>
        <p:sp>
          <p:nvSpPr>
            <p:cNvPr id="1408" name="panel4__line_1407"/>
            <p:cNvSpPr/>
            <p:nvPr/>
          </p:nvSpPr>
          <p:spPr>
            <a:xfrm>
              <a:off x="2321819" y="6085613"/>
              <a:ext cx="12745" cy="33847"/>
            </a:xfrm>
            <a:prstGeom prst="line">
              <a:avLst/>
            </a:prstGeom>
            <a:noFill/>
            <a:ln w="13335">
              <a:solidFill>
                <a:srgbClr val="9A4D8E"/>
              </a:solidFill>
              <a:prstDash val="solid"/>
            </a:ln>
          </p:spPr>
        </p:sp>
        <p:sp>
          <p:nvSpPr>
            <p:cNvPr id="1409" name="panel4__line_1408"/>
            <p:cNvSpPr/>
            <p:nvPr/>
          </p:nvSpPr>
          <p:spPr>
            <a:xfrm>
              <a:off x="2334564" y="6119459"/>
              <a:ext cx="12745" cy="43330"/>
            </a:xfrm>
            <a:prstGeom prst="line">
              <a:avLst/>
            </a:prstGeom>
            <a:noFill/>
            <a:ln w="13335">
              <a:solidFill>
                <a:srgbClr val="9A4D8E"/>
              </a:solidFill>
              <a:prstDash val="solid"/>
            </a:ln>
          </p:spPr>
        </p:sp>
        <p:sp>
          <p:nvSpPr>
            <p:cNvPr id="1410" name="panel4__line_1409"/>
            <p:cNvSpPr/>
            <p:nvPr/>
          </p:nvSpPr>
          <p:spPr>
            <a:xfrm>
              <a:off x="2347309" y="6162789"/>
              <a:ext cx="12745" cy="35809"/>
            </a:xfrm>
            <a:prstGeom prst="line">
              <a:avLst/>
            </a:prstGeom>
            <a:noFill/>
            <a:ln w="13335">
              <a:solidFill>
                <a:srgbClr val="9A4D8E"/>
              </a:solidFill>
              <a:prstDash val="solid"/>
            </a:ln>
          </p:spPr>
        </p:sp>
        <p:sp>
          <p:nvSpPr>
            <p:cNvPr id="1411" name="panel4__line_1410"/>
            <p:cNvSpPr/>
            <p:nvPr/>
          </p:nvSpPr>
          <p:spPr>
            <a:xfrm>
              <a:off x="2360054" y="6198598"/>
              <a:ext cx="12745" cy="14236"/>
            </a:xfrm>
            <a:prstGeom prst="line">
              <a:avLst/>
            </a:prstGeom>
            <a:noFill/>
            <a:ln w="13335">
              <a:solidFill>
                <a:srgbClr val="9A4D8E"/>
              </a:solidFill>
              <a:prstDash val="solid"/>
            </a:ln>
          </p:spPr>
        </p:sp>
        <p:sp>
          <p:nvSpPr>
            <p:cNvPr id="1412" name="panel4__line_1411"/>
            <p:cNvSpPr/>
            <p:nvPr/>
          </p:nvSpPr>
          <p:spPr>
            <a:xfrm flipV="1">
              <a:off x="2372798" y="6199910"/>
              <a:ext cx="12745" cy="12924"/>
            </a:xfrm>
            <a:prstGeom prst="line">
              <a:avLst/>
            </a:prstGeom>
            <a:noFill/>
            <a:ln w="13335">
              <a:solidFill>
                <a:srgbClr val="9A4D8E"/>
              </a:solidFill>
              <a:prstDash val="solid"/>
            </a:ln>
          </p:spPr>
        </p:sp>
        <p:sp>
          <p:nvSpPr>
            <p:cNvPr id="1413" name="panel4__line_1412"/>
            <p:cNvSpPr/>
            <p:nvPr/>
          </p:nvSpPr>
          <p:spPr>
            <a:xfrm flipV="1">
              <a:off x="2385543" y="6164898"/>
              <a:ext cx="12745" cy="35012"/>
            </a:xfrm>
            <a:prstGeom prst="line">
              <a:avLst/>
            </a:prstGeom>
            <a:noFill/>
            <a:ln w="13335">
              <a:solidFill>
                <a:srgbClr val="9A4D8E"/>
              </a:solidFill>
              <a:prstDash val="solid"/>
            </a:ln>
          </p:spPr>
        </p:sp>
        <p:sp>
          <p:nvSpPr>
            <p:cNvPr id="1414" name="panel4__line_1413"/>
            <p:cNvSpPr/>
            <p:nvPr/>
          </p:nvSpPr>
          <p:spPr>
            <a:xfrm flipV="1">
              <a:off x="2398288" y="6121538"/>
              <a:ext cx="12745" cy="43361"/>
            </a:xfrm>
            <a:prstGeom prst="line">
              <a:avLst/>
            </a:prstGeom>
            <a:noFill/>
            <a:ln w="13335">
              <a:solidFill>
                <a:srgbClr val="9A4D8E"/>
              </a:solidFill>
              <a:prstDash val="solid"/>
            </a:ln>
          </p:spPr>
        </p:sp>
        <p:sp>
          <p:nvSpPr>
            <p:cNvPr id="1415" name="panel4__line_1414"/>
            <p:cNvSpPr/>
            <p:nvPr/>
          </p:nvSpPr>
          <p:spPr>
            <a:xfrm flipV="1">
              <a:off x="2411032" y="6086845"/>
              <a:ext cx="12745" cy="34693"/>
            </a:xfrm>
            <a:prstGeom prst="line">
              <a:avLst/>
            </a:prstGeom>
            <a:noFill/>
            <a:ln w="13335">
              <a:solidFill>
                <a:srgbClr val="9A4D8E"/>
              </a:solidFill>
              <a:prstDash val="solid"/>
            </a:ln>
          </p:spPr>
        </p:sp>
        <p:sp>
          <p:nvSpPr>
            <p:cNvPr id="1416" name="panel4__line_1415"/>
            <p:cNvSpPr/>
            <p:nvPr/>
          </p:nvSpPr>
          <p:spPr>
            <a:xfrm flipV="1">
              <a:off x="2423777" y="6074435"/>
              <a:ext cx="12745" cy="12410"/>
            </a:xfrm>
            <a:prstGeom prst="line">
              <a:avLst/>
            </a:prstGeom>
            <a:noFill/>
            <a:ln w="13335">
              <a:solidFill>
                <a:srgbClr val="9A4D8E"/>
              </a:solidFill>
              <a:prstDash val="solid"/>
            </a:ln>
          </p:spPr>
        </p:sp>
        <p:sp>
          <p:nvSpPr>
            <p:cNvPr id="1417" name="panel4__line_1416"/>
            <p:cNvSpPr/>
            <p:nvPr/>
          </p:nvSpPr>
          <p:spPr>
            <a:xfrm>
              <a:off x="2436522" y="6074435"/>
              <a:ext cx="12745" cy="14742"/>
            </a:xfrm>
            <a:prstGeom prst="line">
              <a:avLst/>
            </a:prstGeom>
            <a:noFill/>
            <a:ln w="13335">
              <a:solidFill>
                <a:srgbClr val="9A4D8E"/>
              </a:solidFill>
              <a:prstDash val="solid"/>
            </a:ln>
          </p:spPr>
        </p:sp>
        <p:sp>
          <p:nvSpPr>
            <p:cNvPr id="1418" name="panel4__line_1417"/>
            <p:cNvSpPr/>
            <p:nvPr/>
          </p:nvSpPr>
          <p:spPr>
            <a:xfrm>
              <a:off x="2449267" y="6089177"/>
              <a:ext cx="12745" cy="36109"/>
            </a:xfrm>
            <a:prstGeom prst="line">
              <a:avLst/>
            </a:prstGeom>
            <a:noFill/>
            <a:ln w="13335">
              <a:solidFill>
                <a:srgbClr val="9A4D8E"/>
              </a:solidFill>
              <a:prstDash val="solid"/>
            </a:ln>
          </p:spPr>
        </p:sp>
        <p:sp>
          <p:nvSpPr>
            <p:cNvPr id="1419" name="panel4__line_1418"/>
            <p:cNvSpPr/>
            <p:nvPr/>
          </p:nvSpPr>
          <p:spPr>
            <a:xfrm>
              <a:off x="2462011" y="6125286"/>
              <a:ext cx="12745" cy="43306"/>
            </a:xfrm>
            <a:prstGeom prst="line">
              <a:avLst/>
            </a:prstGeom>
            <a:noFill/>
            <a:ln w="13335">
              <a:solidFill>
                <a:srgbClr val="9A4D8E"/>
              </a:solidFill>
              <a:prstDash val="solid"/>
            </a:ln>
          </p:spPr>
        </p:sp>
        <p:sp>
          <p:nvSpPr>
            <p:cNvPr id="1420" name="panel4__line_1419"/>
            <p:cNvSpPr/>
            <p:nvPr/>
          </p:nvSpPr>
          <p:spPr>
            <a:xfrm>
              <a:off x="2474756" y="6168593"/>
              <a:ext cx="12745" cy="33508"/>
            </a:xfrm>
            <a:prstGeom prst="line">
              <a:avLst/>
            </a:prstGeom>
            <a:noFill/>
            <a:ln w="13335">
              <a:solidFill>
                <a:srgbClr val="9A4D8E"/>
              </a:solidFill>
              <a:prstDash val="solid"/>
            </a:ln>
          </p:spPr>
        </p:sp>
        <p:sp>
          <p:nvSpPr>
            <p:cNvPr id="1421" name="panel4__line_1420"/>
            <p:cNvSpPr/>
            <p:nvPr/>
          </p:nvSpPr>
          <p:spPr>
            <a:xfrm>
              <a:off x="2487501" y="6202101"/>
              <a:ext cx="12745" cy="10560"/>
            </a:xfrm>
            <a:prstGeom prst="line">
              <a:avLst/>
            </a:prstGeom>
            <a:noFill/>
            <a:ln w="13335">
              <a:solidFill>
                <a:srgbClr val="9A4D8E"/>
              </a:solidFill>
              <a:prstDash val="solid"/>
            </a:ln>
          </p:spPr>
        </p:sp>
        <p:sp>
          <p:nvSpPr>
            <p:cNvPr id="1422" name="panel4__line_1421"/>
            <p:cNvSpPr/>
            <p:nvPr/>
          </p:nvSpPr>
          <p:spPr>
            <a:xfrm flipV="1">
              <a:off x="2500245" y="6196129"/>
              <a:ext cx="12745" cy="16532"/>
            </a:xfrm>
            <a:prstGeom prst="line">
              <a:avLst/>
            </a:prstGeom>
            <a:noFill/>
            <a:ln w="13335">
              <a:solidFill>
                <a:srgbClr val="9A4D8E"/>
              </a:solidFill>
              <a:prstDash val="solid"/>
            </a:ln>
          </p:spPr>
        </p:sp>
        <p:sp>
          <p:nvSpPr>
            <p:cNvPr id="1423" name="panel4__line_1422"/>
            <p:cNvSpPr/>
            <p:nvPr/>
          </p:nvSpPr>
          <p:spPr>
            <a:xfrm flipV="1">
              <a:off x="2512990" y="6158993"/>
              <a:ext cx="12745" cy="37136"/>
            </a:xfrm>
            <a:prstGeom prst="line">
              <a:avLst/>
            </a:prstGeom>
            <a:noFill/>
            <a:ln w="13335">
              <a:solidFill>
                <a:srgbClr val="9A4D8E"/>
              </a:solidFill>
              <a:prstDash val="solid"/>
            </a:ln>
          </p:spPr>
        </p:sp>
        <p:sp>
          <p:nvSpPr>
            <p:cNvPr id="1424" name="panel4__line_1423"/>
            <p:cNvSpPr/>
            <p:nvPr/>
          </p:nvSpPr>
          <p:spPr>
            <a:xfrm flipV="1">
              <a:off x="2525735" y="6115826"/>
              <a:ext cx="12745" cy="43167"/>
            </a:xfrm>
            <a:prstGeom prst="line">
              <a:avLst/>
            </a:prstGeom>
            <a:noFill/>
            <a:ln w="13335">
              <a:solidFill>
                <a:srgbClr val="9A4D8E"/>
              </a:solidFill>
              <a:prstDash val="solid"/>
            </a:ln>
          </p:spPr>
        </p:sp>
        <p:sp>
          <p:nvSpPr>
            <p:cNvPr id="1425" name="panel4__line_1424"/>
            <p:cNvSpPr/>
            <p:nvPr/>
          </p:nvSpPr>
          <p:spPr>
            <a:xfrm flipV="1">
              <a:off x="2538480" y="6083568"/>
              <a:ext cx="12745" cy="32258"/>
            </a:xfrm>
            <a:prstGeom prst="line">
              <a:avLst/>
            </a:prstGeom>
            <a:noFill/>
            <a:ln w="13335">
              <a:solidFill>
                <a:srgbClr val="9A4D8E"/>
              </a:solidFill>
              <a:prstDash val="solid"/>
            </a:ln>
          </p:spPr>
        </p:sp>
        <p:sp>
          <p:nvSpPr>
            <p:cNvPr id="1426" name="panel4__line_1425"/>
            <p:cNvSpPr/>
            <p:nvPr/>
          </p:nvSpPr>
          <p:spPr>
            <a:xfrm flipV="1">
              <a:off x="2551224" y="6074879"/>
              <a:ext cx="12745" cy="8690"/>
            </a:xfrm>
            <a:prstGeom prst="line">
              <a:avLst/>
            </a:prstGeom>
            <a:noFill/>
            <a:ln w="13335">
              <a:solidFill>
                <a:srgbClr val="9A4D8E"/>
              </a:solidFill>
              <a:prstDash val="solid"/>
            </a:ln>
          </p:spPr>
        </p:sp>
        <p:sp>
          <p:nvSpPr>
            <p:cNvPr id="1427" name="panel4__line_1426"/>
            <p:cNvSpPr/>
            <p:nvPr/>
          </p:nvSpPr>
          <p:spPr>
            <a:xfrm>
              <a:off x="2563969" y="6074879"/>
              <a:ext cx="12745" cy="18289"/>
            </a:xfrm>
            <a:prstGeom prst="line">
              <a:avLst/>
            </a:prstGeom>
            <a:noFill/>
            <a:ln w="13335">
              <a:solidFill>
                <a:srgbClr val="9A4D8E"/>
              </a:solidFill>
              <a:prstDash val="solid"/>
            </a:ln>
          </p:spPr>
        </p:sp>
        <p:sp>
          <p:nvSpPr>
            <p:cNvPr id="1428" name="panel4__line_1427"/>
            <p:cNvSpPr/>
            <p:nvPr/>
          </p:nvSpPr>
          <p:spPr>
            <a:xfrm>
              <a:off x="2576714" y="6093167"/>
              <a:ext cx="12745" cy="38090"/>
            </a:xfrm>
            <a:prstGeom prst="line">
              <a:avLst/>
            </a:prstGeom>
            <a:noFill/>
            <a:ln w="13335">
              <a:solidFill>
                <a:srgbClr val="9A4D8E"/>
              </a:solidFill>
              <a:prstDash val="solid"/>
            </a:ln>
          </p:spPr>
        </p:sp>
        <p:sp>
          <p:nvSpPr>
            <p:cNvPr id="1429" name="panel4__line_1428"/>
            <p:cNvSpPr/>
            <p:nvPr/>
          </p:nvSpPr>
          <p:spPr>
            <a:xfrm>
              <a:off x="2589458" y="6131257"/>
              <a:ext cx="12745" cy="42943"/>
            </a:xfrm>
            <a:prstGeom prst="line">
              <a:avLst/>
            </a:prstGeom>
            <a:noFill/>
            <a:ln w="13335">
              <a:solidFill>
                <a:srgbClr val="9A4D8E"/>
              </a:solidFill>
              <a:prstDash val="solid"/>
            </a:ln>
          </p:spPr>
        </p:sp>
        <p:sp>
          <p:nvSpPr>
            <p:cNvPr id="1430" name="panel4__line_1429"/>
            <p:cNvSpPr/>
            <p:nvPr/>
          </p:nvSpPr>
          <p:spPr>
            <a:xfrm>
              <a:off x="2602203" y="6174200"/>
              <a:ext cx="12745" cy="30945"/>
            </a:xfrm>
            <a:prstGeom prst="line">
              <a:avLst/>
            </a:prstGeom>
            <a:noFill/>
            <a:ln w="13335">
              <a:solidFill>
                <a:srgbClr val="9A4D8E"/>
              </a:solidFill>
              <a:prstDash val="solid"/>
            </a:ln>
          </p:spPr>
        </p:sp>
        <p:sp>
          <p:nvSpPr>
            <p:cNvPr id="1431" name="panel4__line_1430"/>
            <p:cNvSpPr/>
            <p:nvPr/>
          </p:nvSpPr>
          <p:spPr>
            <a:xfrm>
              <a:off x="2614948" y="6205145"/>
              <a:ext cx="12745" cy="6802"/>
            </a:xfrm>
            <a:prstGeom prst="line">
              <a:avLst/>
            </a:prstGeom>
            <a:noFill/>
            <a:ln w="13335">
              <a:solidFill>
                <a:srgbClr val="9A4D8E"/>
              </a:solidFill>
              <a:prstDash val="solid"/>
            </a:ln>
          </p:spPr>
        </p:sp>
        <p:sp>
          <p:nvSpPr>
            <p:cNvPr id="1432" name="panel4__line_1431"/>
            <p:cNvSpPr/>
            <p:nvPr/>
          </p:nvSpPr>
          <p:spPr>
            <a:xfrm flipV="1">
              <a:off x="2627693" y="6191938"/>
              <a:ext cx="12745" cy="20010"/>
            </a:xfrm>
            <a:prstGeom prst="line">
              <a:avLst/>
            </a:prstGeom>
            <a:noFill/>
            <a:ln w="13335">
              <a:solidFill>
                <a:srgbClr val="9A4D8E"/>
              </a:solidFill>
              <a:prstDash val="solid"/>
            </a:ln>
          </p:spPr>
        </p:sp>
        <p:sp>
          <p:nvSpPr>
            <p:cNvPr id="1433" name="panel4__line_1432"/>
            <p:cNvSpPr/>
            <p:nvPr/>
          </p:nvSpPr>
          <p:spPr>
            <a:xfrm flipV="1">
              <a:off x="2640437" y="6152968"/>
              <a:ext cx="12745" cy="38969"/>
            </a:xfrm>
            <a:prstGeom prst="line">
              <a:avLst/>
            </a:prstGeom>
            <a:noFill/>
            <a:ln w="13335">
              <a:solidFill>
                <a:srgbClr val="9A4D8E"/>
              </a:solidFill>
              <a:prstDash val="solid"/>
            </a:ln>
          </p:spPr>
        </p:sp>
        <p:sp>
          <p:nvSpPr>
            <p:cNvPr id="1434" name="panel4__line_1433"/>
            <p:cNvSpPr/>
            <p:nvPr/>
          </p:nvSpPr>
          <p:spPr>
            <a:xfrm flipV="1">
              <a:off x="2653182" y="6110333"/>
              <a:ext cx="12745" cy="42636"/>
            </a:xfrm>
            <a:prstGeom prst="line">
              <a:avLst/>
            </a:prstGeom>
            <a:noFill/>
            <a:ln w="13335">
              <a:solidFill>
                <a:srgbClr val="9A4D8E"/>
              </a:solidFill>
              <a:prstDash val="solid"/>
            </a:ln>
          </p:spPr>
        </p:sp>
        <p:sp>
          <p:nvSpPr>
            <p:cNvPr id="1435" name="panel4__line_1434"/>
            <p:cNvSpPr/>
            <p:nvPr/>
          </p:nvSpPr>
          <p:spPr>
            <a:xfrm flipV="1">
              <a:off x="2665927" y="6080762"/>
              <a:ext cx="12745" cy="29571"/>
            </a:xfrm>
            <a:prstGeom prst="line">
              <a:avLst/>
            </a:prstGeom>
            <a:noFill/>
            <a:ln w="13335">
              <a:solidFill>
                <a:srgbClr val="9A4D8E"/>
              </a:solidFill>
              <a:prstDash val="solid"/>
            </a:ln>
          </p:spPr>
        </p:sp>
        <p:sp>
          <p:nvSpPr>
            <p:cNvPr id="1436" name="panel4__line_1435"/>
            <p:cNvSpPr/>
            <p:nvPr/>
          </p:nvSpPr>
          <p:spPr>
            <a:xfrm flipV="1">
              <a:off x="2678671" y="6075861"/>
              <a:ext cx="12745" cy="4901"/>
            </a:xfrm>
            <a:prstGeom prst="line">
              <a:avLst/>
            </a:prstGeom>
            <a:noFill/>
            <a:ln w="13335">
              <a:solidFill>
                <a:srgbClr val="9A4D8E"/>
              </a:solidFill>
              <a:prstDash val="solid"/>
            </a:ln>
          </p:spPr>
        </p:sp>
        <p:sp>
          <p:nvSpPr>
            <p:cNvPr id="1437" name="panel4__line_1436"/>
            <p:cNvSpPr/>
            <p:nvPr/>
          </p:nvSpPr>
          <p:spPr>
            <a:xfrm>
              <a:off x="2691416" y="6075861"/>
              <a:ext cx="12745" cy="21692"/>
            </a:xfrm>
            <a:prstGeom prst="line">
              <a:avLst/>
            </a:prstGeom>
            <a:noFill/>
            <a:ln w="13335">
              <a:solidFill>
                <a:srgbClr val="9A4D8E"/>
              </a:solidFill>
              <a:prstDash val="solid"/>
            </a:ln>
          </p:spPr>
        </p:sp>
        <p:sp>
          <p:nvSpPr>
            <p:cNvPr id="1438" name="panel4__line_1437"/>
            <p:cNvSpPr/>
            <p:nvPr/>
          </p:nvSpPr>
          <p:spPr>
            <a:xfrm>
              <a:off x="2704161" y="6097552"/>
              <a:ext cx="12745" cy="39772"/>
            </a:xfrm>
            <a:prstGeom prst="line">
              <a:avLst/>
            </a:prstGeom>
            <a:noFill/>
            <a:ln w="13335">
              <a:solidFill>
                <a:srgbClr val="9A4D8E"/>
              </a:solidFill>
              <a:prstDash val="solid"/>
            </a:ln>
          </p:spPr>
        </p:sp>
        <p:sp>
          <p:nvSpPr>
            <p:cNvPr id="1439" name="panel4__line_1438"/>
            <p:cNvSpPr/>
            <p:nvPr/>
          </p:nvSpPr>
          <p:spPr>
            <a:xfrm>
              <a:off x="2716906" y="6137324"/>
              <a:ext cx="12745" cy="42245"/>
            </a:xfrm>
            <a:prstGeom prst="line">
              <a:avLst/>
            </a:prstGeom>
            <a:noFill/>
            <a:ln w="13335">
              <a:solidFill>
                <a:srgbClr val="9A4D8E"/>
              </a:solidFill>
              <a:prstDash val="solid"/>
            </a:ln>
          </p:spPr>
        </p:sp>
        <p:sp>
          <p:nvSpPr>
            <p:cNvPr id="1440" name="panel4__line_1439"/>
            <p:cNvSpPr/>
            <p:nvPr/>
          </p:nvSpPr>
          <p:spPr>
            <a:xfrm>
              <a:off x="2729650" y="6179569"/>
              <a:ext cx="12745" cy="28139"/>
            </a:xfrm>
            <a:prstGeom prst="line">
              <a:avLst/>
            </a:prstGeom>
            <a:noFill/>
            <a:ln w="13335">
              <a:solidFill>
                <a:srgbClr val="9A4D8E"/>
              </a:solidFill>
              <a:prstDash val="solid"/>
            </a:ln>
          </p:spPr>
        </p:sp>
        <p:sp>
          <p:nvSpPr>
            <p:cNvPr id="1441" name="panel4__line_1440"/>
            <p:cNvSpPr/>
            <p:nvPr/>
          </p:nvSpPr>
          <p:spPr>
            <a:xfrm>
              <a:off x="2742395" y="6207708"/>
              <a:ext cx="12745" cy="2991"/>
            </a:xfrm>
            <a:prstGeom prst="line">
              <a:avLst/>
            </a:prstGeom>
            <a:noFill/>
            <a:ln w="13335">
              <a:solidFill>
                <a:srgbClr val="9A4D8E"/>
              </a:solidFill>
              <a:prstDash val="solid"/>
            </a:ln>
          </p:spPr>
        </p:sp>
        <p:sp>
          <p:nvSpPr>
            <p:cNvPr id="1442" name="panel4__line_1441"/>
            <p:cNvSpPr/>
            <p:nvPr/>
          </p:nvSpPr>
          <p:spPr>
            <a:xfrm flipV="1">
              <a:off x="2755140" y="6187368"/>
              <a:ext cx="12745" cy="23331"/>
            </a:xfrm>
            <a:prstGeom prst="line">
              <a:avLst/>
            </a:prstGeom>
            <a:noFill/>
            <a:ln w="13335">
              <a:solidFill>
                <a:srgbClr val="9A4D8E"/>
              </a:solidFill>
              <a:prstDash val="solid"/>
            </a:ln>
          </p:spPr>
        </p:sp>
        <p:sp>
          <p:nvSpPr>
            <p:cNvPr id="1443" name="panel4__line_1442"/>
            <p:cNvSpPr/>
            <p:nvPr/>
          </p:nvSpPr>
          <p:spPr>
            <a:xfrm flipV="1">
              <a:off x="2767885" y="6146870"/>
              <a:ext cx="12745" cy="40497"/>
            </a:xfrm>
            <a:prstGeom prst="line">
              <a:avLst/>
            </a:prstGeom>
            <a:noFill/>
            <a:ln w="13335">
              <a:solidFill>
                <a:srgbClr val="9A4D8E"/>
              </a:solidFill>
              <a:prstDash val="solid"/>
            </a:ln>
          </p:spPr>
        </p:sp>
        <p:sp>
          <p:nvSpPr>
            <p:cNvPr id="1444" name="panel4__line_1443"/>
            <p:cNvSpPr/>
            <p:nvPr/>
          </p:nvSpPr>
          <p:spPr>
            <a:xfrm flipV="1">
              <a:off x="2780629" y="6105099"/>
              <a:ext cx="12745" cy="41771"/>
            </a:xfrm>
            <a:prstGeom prst="line">
              <a:avLst/>
            </a:prstGeom>
            <a:noFill/>
            <a:ln w="13335">
              <a:solidFill>
                <a:srgbClr val="9A4D8E"/>
              </a:solidFill>
              <a:prstDash val="solid"/>
            </a:ln>
          </p:spPr>
        </p:sp>
        <p:sp>
          <p:nvSpPr>
            <p:cNvPr id="1445" name="panel4__line_1444"/>
            <p:cNvSpPr/>
            <p:nvPr/>
          </p:nvSpPr>
          <p:spPr>
            <a:xfrm flipV="1">
              <a:off x="2793374" y="6078447"/>
              <a:ext cx="12745" cy="26652"/>
            </a:xfrm>
            <a:prstGeom prst="line">
              <a:avLst/>
            </a:prstGeom>
            <a:noFill/>
            <a:ln w="13335">
              <a:solidFill>
                <a:srgbClr val="9A4D8E"/>
              </a:solidFill>
              <a:prstDash val="solid"/>
            </a:ln>
          </p:spPr>
        </p:sp>
        <p:sp>
          <p:nvSpPr>
            <p:cNvPr id="1446" name="panel4__line_1445"/>
            <p:cNvSpPr/>
            <p:nvPr/>
          </p:nvSpPr>
          <p:spPr>
            <a:xfrm flipV="1">
              <a:off x="2806119" y="6077373"/>
              <a:ext cx="12745" cy="1074"/>
            </a:xfrm>
            <a:prstGeom prst="line">
              <a:avLst/>
            </a:prstGeom>
            <a:noFill/>
            <a:ln w="13335">
              <a:solidFill>
                <a:srgbClr val="9A4D8E"/>
              </a:solidFill>
              <a:prstDash val="solid"/>
            </a:ln>
          </p:spPr>
        </p:sp>
        <p:sp>
          <p:nvSpPr>
            <p:cNvPr id="1447" name="panel4__line_1446"/>
            <p:cNvSpPr/>
            <p:nvPr/>
          </p:nvSpPr>
          <p:spPr>
            <a:xfrm>
              <a:off x="2818863" y="6077373"/>
              <a:ext cx="12745" cy="24925"/>
            </a:xfrm>
            <a:prstGeom prst="line">
              <a:avLst/>
            </a:prstGeom>
            <a:noFill/>
            <a:ln w="13335">
              <a:solidFill>
                <a:srgbClr val="9A4D8E"/>
              </a:solidFill>
              <a:prstDash val="solid"/>
            </a:ln>
          </p:spPr>
        </p:sp>
        <p:sp>
          <p:nvSpPr>
            <p:cNvPr id="1448" name="panel4__line_1447"/>
            <p:cNvSpPr/>
            <p:nvPr/>
          </p:nvSpPr>
          <p:spPr>
            <a:xfrm>
              <a:off x="2831608" y="6102298"/>
              <a:ext cx="12745" cy="41143"/>
            </a:xfrm>
            <a:prstGeom prst="line">
              <a:avLst/>
            </a:prstGeom>
            <a:noFill/>
            <a:ln w="13335">
              <a:solidFill>
                <a:srgbClr val="9A4D8E"/>
              </a:solidFill>
              <a:prstDash val="solid"/>
            </a:ln>
          </p:spPr>
        </p:sp>
        <p:sp>
          <p:nvSpPr>
            <p:cNvPr id="1449" name="panel4__line_1448"/>
            <p:cNvSpPr/>
            <p:nvPr/>
          </p:nvSpPr>
          <p:spPr>
            <a:xfrm>
              <a:off x="2844353" y="6143441"/>
              <a:ext cx="12745" cy="41215"/>
            </a:xfrm>
            <a:prstGeom prst="line">
              <a:avLst/>
            </a:prstGeom>
            <a:noFill/>
            <a:ln w="13335">
              <a:solidFill>
                <a:srgbClr val="9A4D8E"/>
              </a:solidFill>
              <a:prstDash val="solid"/>
            </a:ln>
          </p:spPr>
        </p:sp>
        <p:sp>
          <p:nvSpPr>
            <p:cNvPr id="1450" name="panel4__line_1449"/>
            <p:cNvSpPr/>
            <p:nvPr/>
          </p:nvSpPr>
          <p:spPr>
            <a:xfrm>
              <a:off x="2857098" y="6184657"/>
              <a:ext cx="12745" cy="25113"/>
            </a:xfrm>
            <a:prstGeom prst="line">
              <a:avLst/>
            </a:prstGeom>
            <a:noFill/>
            <a:ln w="13335">
              <a:solidFill>
                <a:srgbClr val="9A4D8E"/>
              </a:solidFill>
              <a:prstDash val="solid"/>
            </a:ln>
          </p:spPr>
        </p:sp>
        <p:sp>
          <p:nvSpPr>
            <p:cNvPr id="1451" name="panel4__line_1450"/>
            <p:cNvSpPr/>
            <p:nvPr/>
          </p:nvSpPr>
          <p:spPr>
            <a:xfrm flipV="1">
              <a:off x="2869842" y="6208926"/>
              <a:ext cx="12745" cy="844"/>
            </a:xfrm>
            <a:prstGeom prst="line">
              <a:avLst/>
            </a:prstGeom>
            <a:noFill/>
            <a:ln w="13335">
              <a:solidFill>
                <a:srgbClr val="9A4D8E"/>
              </a:solidFill>
              <a:prstDash val="solid"/>
            </a:ln>
          </p:spPr>
        </p:sp>
        <p:sp>
          <p:nvSpPr>
            <p:cNvPr id="1452" name="panel4__line_1451"/>
            <p:cNvSpPr/>
            <p:nvPr/>
          </p:nvSpPr>
          <p:spPr>
            <a:xfrm flipV="1">
              <a:off x="2882587" y="6182455"/>
              <a:ext cx="12745" cy="26470"/>
            </a:xfrm>
            <a:prstGeom prst="line">
              <a:avLst/>
            </a:prstGeom>
            <a:noFill/>
            <a:ln w="13335">
              <a:solidFill>
                <a:srgbClr val="9A4D8E"/>
              </a:solidFill>
              <a:prstDash val="solid"/>
            </a:ln>
          </p:spPr>
        </p:sp>
        <p:sp>
          <p:nvSpPr>
            <p:cNvPr id="1453" name="panel4__line_1452"/>
            <p:cNvSpPr/>
            <p:nvPr/>
          </p:nvSpPr>
          <p:spPr>
            <a:xfrm flipV="1">
              <a:off x="2895332" y="6140747"/>
              <a:ext cx="12745" cy="41709"/>
            </a:xfrm>
            <a:prstGeom prst="line">
              <a:avLst/>
            </a:prstGeom>
            <a:noFill/>
            <a:ln w="13335">
              <a:solidFill>
                <a:srgbClr val="9A4D8E"/>
              </a:solidFill>
              <a:prstDash val="solid"/>
            </a:ln>
          </p:spPr>
        </p:sp>
        <p:sp>
          <p:nvSpPr>
            <p:cNvPr id="1454" name="panel4__line_1453"/>
            <p:cNvSpPr/>
            <p:nvPr/>
          </p:nvSpPr>
          <p:spPr>
            <a:xfrm flipV="1">
              <a:off x="2908076" y="6100168"/>
              <a:ext cx="12745" cy="40579"/>
            </a:xfrm>
            <a:prstGeom prst="line">
              <a:avLst/>
            </a:prstGeom>
            <a:noFill/>
            <a:ln w="13335">
              <a:solidFill>
                <a:srgbClr val="9A4D8E"/>
              </a:solidFill>
              <a:prstDash val="solid"/>
            </a:ln>
          </p:spPr>
        </p:sp>
        <p:sp>
          <p:nvSpPr>
            <p:cNvPr id="1455" name="panel4__line_1454"/>
            <p:cNvSpPr/>
            <p:nvPr/>
          </p:nvSpPr>
          <p:spPr>
            <a:xfrm flipV="1">
              <a:off x="2920821" y="6076643"/>
              <a:ext cx="12745" cy="23525"/>
            </a:xfrm>
            <a:prstGeom prst="line">
              <a:avLst/>
            </a:prstGeom>
            <a:noFill/>
            <a:ln w="13335">
              <a:solidFill>
                <a:srgbClr val="9A4D8E"/>
              </a:solidFill>
              <a:prstDash val="solid"/>
            </a:ln>
          </p:spPr>
        </p:sp>
        <p:sp>
          <p:nvSpPr>
            <p:cNvPr id="1456" name="panel4__line_1455"/>
            <p:cNvSpPr/>
            <p:nvPr/>
          </p:nvSpPr>
          <p:spPr>
            <a:xfrm>
              <a:off x="2933566" y="6076643"/>
              <a:ext cx="12745" cy="2761"/>
            </a:xfrm>
            <a:prstGeom prst="line">
              <a:avLst/>
            </a:prstGeom>
            <a:noFill/>
            <a:ln w="13335">
              <a:solidFill>
                <a:srgbClr val="9A4D8E"/>
              </a:solidFill>
              <a:prstDash val="solid"/>
            </a:ln>
          </p:spPr>
        </p:sp>
        <p:sp>
          <p:nvSpPr>
            <p:cNvPr id="1457" name="panel4__line_1456"/>
            <p:cNvSpPr/>
            <p:nvPr/>
          </p:nvSpPr>
          <p:spPr>
            <a:xfrm>
              <a:off x="2946311" y="6079404"/>
              <a:ext cx="12745" cy="27963"/>
            </a:xfrm>
            <a:prstGeom prst="line">
              <a:avLst/>
            </a:prstGeom>
            <a:noFill/>
            <a:ln w="13335">
              <a:solidFill>
                <a:srgbClr val="9A4D8E"/>
              </a:solidFill>
              <a:prstDash val="solid"/>
            </a:ln>
          </p:spPr>
        </p:sp>
        <p:sp>
          <p:nvSpPr>
            <p:cNvPr id="1458" name="panel4__line_1457"/>
            <p:cNvSpPr/>
            <p:nvPr/>
          </p:nvSpPr>
          <p:spPr>
            <a:xfrm>
              <a:off x="2959055" y="6107367"/>
              <a:ext cx="12745" cy="42192"/>
            </a:xfrm>
            <a:prstGeom prst="line">
              <a:avLst/>
            </a:prstGeom>
            <a:noFill/>
            <a:ln w="13335">
              <a:solidFill>
                <a:srgbClr val="9A4D8E"/>
              </a:solidFill>
              <a:prstDash val="solid"/>
            </a:ln>
          </p:spPr>
        </p:sp>
        <p:sp>
          <p:nvSpPr>
            <p:cNvPr id="1459" name="panel4__rect_1458"/>
            <p:cNvSpPr/>
            <p:nvPr/>
          </p:nvSpPr>
          <p:spPr>
            <a:xfrm>
              <a:off x="3228975" y="5972175"/>
              <a:ext cx="981075" cy="342900"/>
            </a:xfrm>
            <a:prstGeom prst="rect">
              <a:avLst>
                <a:gd name="adj" fmla="val 26667"/>
              </a:avLst>
            </a:prstGeom>
            <a:solidFill>
              <a:srgbClr val="F8FAFB"/>
            </a:solidFill>
            <a:ln w="6191">
              <a:solidFill>
                <a:srgbClr val="D3DADF"/>
              </a:solidFill>
              <a:prstDash val="solid"/>
            </a:ln>
          </p:spPr>
        </p:sp>
        <p:sp>
          <p:nvSpPr>
            <p:cNvPr id="1460" name="panel4__line_1459"/>
            <p:cNvSpPr/>
            <p:nvPr/>
          </p:nvSpPr>
          <p:spPr>
            <a:xfrm>
              <a:off x="3267075" y="6102932"/>
              <a:ext cx="12745" cy="8605"/>
            </a:xfrm>
            <a:prstGeom prst="line">
              <a:avLst/>
            </a:prstGeom>
            <a:noFill/>
            <a:ln w="13335">
              <a:solidFill>
                <a:srgbClr val="C88931"/>
              </a:solidFill>
              <a:prstDash val="solid"/>
            </a:ln>
          </p:spPr>
        </p:sp>
        <p:sp>
          <p:nvSpPr>
            <p:cNvPr id="1461" name="panel4__line_1460"/>
            <p:cNvSpPr/>
            <p:nvPr/>
          </p:nvSpPr>
          <p:spPr>
            <a:xfrm>
              <a:off x="3279820" y="6111537"/>
              <a:ext cx="12745" cy="39068"/>
            </a:xfrm>
            <a:prstGeom prst="line">
              <a:avLst/>
            </a:prstGeom>
            <a:noFill/>
            <a:ln w="13335">
              <a:solidFill>
                <a:srgbClr val="C88931"/>
              </a:solidFill>
              <a:prstDash val="solid"/>
            </a:ln>
          </p:spPr>
        </p:sp>
        <p:sp>
          <p:nvSpPr>
            <p:cNvPr id="1462" name="panel4__line_1461"/>
            <p:cNvSpPr/>
            <p:nvPr/>
          </p:nvSpPr>
          <p:spPr>
            <a:xfrm>
              <a:off x="3292564" y="6150605"/>
              <a:ext cx="12745" cy="32442"/>
            </a:xfrm>
            <a:prstGeom prst="line">
              <a:avLst/>
            </a:prstGeom>
            <a:noFill/>
            <a:ln w="13335">
              <a:solidFill>
                <a:srgbClr val="C88931"/>
              </a:solidFill>
              <a:prstDash val="solid"/>
            </a:ln>
          </p:spPr>
        </p:sp>
        <p:sp>
          <p:nvSpPr>
            <p:cNvPr id="1463" name="panel4__line_1462"/>
            <p:cNvSpPr/>
            <p:nvPr/>
          </p:nvSpPr>
          <p:spPr>
            <a:xfrm flipV="1">
              <a:off x="3305309" y="6178064"/>
              <a:ext cx="12745" cy="4983"/>
            </a:xfrm>
            <a:prstGeom prst="line">
              <a:avLst/>
            </a:prstGeom>
            <a:noFill/>
            <a:ln w="13335">
              <a:solidFill>
                <a:srgbClr val="C88931"/>
              </a:solidFill>
              <a:prstDash val="solid"/>
            </a:ln>
          </p:spPr>
        </p:sp>
        <p:sp>
          <p:nvSpPr>
            <p:cNvPr id="1464" name="panel4__line_1463"/>
            <p:cNvSpPr/>
            <p:nvPr/>
          </p:nvSpPr>
          <p:spPr>
            <a:xfrm flipV="1">
              <a:off x="3318054" y="6140386"/>
              <a:ext cx="12745" cy="37677"/>
            </a:xfrm>
            <a:prstGeom prst="line">
              <a:avLst/>
            </a:prstGeom>
            <a:noFill/>
            <a:ln w="13335">
              <a:solidFill>
                <a:srgbClr val="C88931"/>
              </a:solidFill>
              <a:prstDash val="solid"/>
            </a:ln>
          </p:spPr>
        </p:sp>
        <p:sp>
          <p:nvSpPr>
            <p:cNvPr id="1465" name="panel4__line_1464"/>
            <p:cNvSpPr/>
            <p:nvPr/>
          </p:nvSpPr>
          <p:spPr>
            <a:xfrm flipV="1">
              <a:off x="3330799" y="6105784"/>
              <a:ext cx="12745" cy="34603"/>
            </a:xfrm>
            <a:prstGeom prst="line">
              <a:avLst/>
            </a:prstGeom>
            <a:noFill/>
            <a:ln w="13335">
              <a:solidFill>
                <a:srgbClr val="C88931"/>
              </a:solidFill>
              <a:prstDash val="solid"/>
            </a:ln>
          </p:spPr>
        </p:sp>
        <p:sp>
          <p:nvSpPr>
            <p:cNvPr id="1466" name="panel4__line_1465"/>
            <p:cNvSpPr/>
            <p:nvPr/>
          </p:nvSpPr>
          <p:spPr>
            <a:xfrm>
              <a:off x="3343543" y="6105784"/>
              <a:ext cx="12745" cy="1322"/>
            </a:xfrm>
            <a:prstGeom prst="line">
              <a:avLst/>
            </a:prstGeom>
            <a:noFill/>
            <a:ln w="13335">
              <a:solidFill>
                <a:srgbClr val="C88931"/>
              </a:solidFill>
              <a:prstDash val="solid"/>
            </a:ln>
          </p:spPr>
        </p:sp>
        <p:sp>
          <p:nvSpPr>
            <p:cNvPr id="1467" name="panel4__line_1466"/>
            <p:cNvSpPr/>
            <p:nvPr/>
          </p:nvSpPr>
          <p:spPr>
            <a:xfrm>
              <a:off x="3356288" y="6107106"/>
              <a:ext cx="12745" cy="35992"/>
            </a:xfrm>
            <a:prstGeom prst="line">
              <a:avLst/>
            </a:prstGeom>
            <a:noFill/>
            <a:ln w="13335">
              <a:solidFill>
                <a:srgbClr val="C88931"/>
              </a:solidFill>
              <a:prstDash val="solid"/>
            </a:ln>
          </p:spPr>
        </p:sp>
        <p:sp>
          <p:nvSpPr>
            <p:cNvPr id="1468" name="panel4__line_1467"/>
            <p:cNvSpPr/>
            <p:nvPr/>
          </p:nvSpPr>
          <p:spPr>
            <a:xfrm>
              <a:off x="3369033" y="6143097"/>
              <a:ext cx="12745" cy="36493"/>
            </a:xfrm>
            <a:prstGeom prst="line">
              <a:avLst/>
            </a:prstGeom>
            <a:noFill/>
            <a:ln w="13335">
              <a:solidFill>
                <a:srgbClr val="C88931"/>
              </a:solidFill>
              <a:prstDash val="solid"/>
            </a:ln>
          </p:spPr>
        </p:sp>
        <p:sp>
          <p:nvSpPr>
            <p:cNvPr id="1469" name="panel4__line_1468"/>
            <p:cNvSpPr/>
            <p:nvPr/>
          </p:nvSpPr>
          <p:spPr>
            <a:xfrm>
              <a:off x="3381777" y="6179590"/>
              <a:ext cx="12745" cy="2349"/>
            </a:xfrm>
            <a:prstGeom prst="line">
              <a:avLst/>
            </a:prstGeom>
            <a:noFill/>
            <a:ln w="13335">
              <a:solidFill>
                <a:srgbClr val="C88931"/>
              </a:solidFill>
              <a:prstDash val="solid"/>
            </a:ln>
          </p:spPr>
        </p:sp>
        <p:sp>
          <p:nvSpPr>
            <p:cNvPr id="1470" name="panel4__line_1469"/>
            <p:cNvSpPr/>
            <p:nvPr/>
          </p:nvSpPr>
          <p:spPr>
            <a:xfrm flipV="1">
              <a:off x="3394522" y="6147915"/>
              <a:ext cx="12745" cy="34024"/>
            </a:xfrm>
            <a:prstGeom prst="line">
              <a:avLst/>
            </a:prstGeom>
            <a:noFill/>
            <a:ln w="13335">
              <a:solidFill>
                <a:srgbClr val="C88931"/>
              </a:solidFill>
              <a:prstDash val="solid"/>
            </a:ln>
          </p:spPr>
        </p:sp>
        <p:sp>
          <p:nvSpPr>
            <p:cNvPr id="1471" name="panel4__line_1470"/>
            <p:cNvSpPr/>
            <p:nvPr/>
          </p:nvSpPr>
          <p:spPr>
            <a:xfrm flipV="1">
              <a:off x="3407267" y="6109818"/>
              <a:ext cx="12745" cy="38097"/>
            </a:xfrm>
            <a:prstGeom prst="line">
              <a:avLst/>
            </a:prstGeom>
            <a:noFill/>
            <a:ln w="13335">
              <a:solidFill>
                <a:srgbClr val="C88931"/>
              </a:solidFill>
              <a:prstDash val="solid"/>
            </a:ln>
          </p:spPr>
        </p:sp>
        <p:sp>
          <p:nvSpPr>
            <p:cNvPr id="1472" name="panel4__line_1471"/>
            <p:cNvSpPr/>
            <p:nvPr/>
          </p:nvSpPr>
          <p:spPr>
            <a:xfrm flipV="1">
              <a:off x="3420012" y="6103816"/>
              <a:ext cx="12745" cy="6002"/>
            </a:xfrm>
            <a:prstGeom prst="line">
              <a:avLst/>
            </a:prstGeom>
            <a:noFill/>
            <a:ln w="13335">
              <a:solidFill>
                <a:srgbClr val="C88931"/>
              </a:solidFill>
              <a:prstDash val="solid"/>
            </a:ln>
          </p:spPr>
        </p:sp>
        <p:sp>
          <p:nvSpPr>
            <p:cNvPr id="1473" name="panel4__line_1472"/>
            <p:cNvSpPr/>
            <p:nvPr/>
          </p:nvSpPr>
          <p:spPr>
            <a:xfrm>
              <a:off x="3432756" y="6103816"/>
              <a:ext cx="12745" cy="31791"/>
            </a:xfrm>
            <a:prstGeom prst="line">
              <a:avLst/>
            </a:prstGeom>
            <a:noFill/>
            <a:ln w="13335">
              <a:solidFill>
                <a:srgbClr val="C88931"/>
              </a:solidFill>
              <a:prstDash val="solid"/>
            </a:ln>
          </p:spPr>
        </p:sp>
        <p:sp>
          <p:nvSpPr>
            <p:cNvPr id="1474" name="panel4__line_1473"/>
            <p:cNvSpPr/>
            <p:nvPr/>
          </p:nvSpPr>
          <p:spPr>
            <a:xfrm>
              <a:off x="3445501" y="6135606"/>
              <a:ext cx="12745" cy="39403"/>
            </a:xfrm>
            <a:prstGeom prst="line">
              <a:avLst/>
            </a:prstGeom>
            <a:noFill/>
            <a:ln w="13335">
              <a:solidFill>
                <a:srgbClr val="C88931"/>
              </a:solidFill>
              <a:prstDash val="solid"/>
            </a:ln>
          </p:spPr>
        </p:sp>
        <p:sp>
          <p:nvSpPr>
            <p:cNvPr id="1475" name="panel4__line_1474"/>
            <p:cNvSpPr/>
            <p:nvPr/>
          </p:nvSpPr>
          <p:spPr>
            <a:xfrm>
              <a:off x="3458246" y="6175009"/>
              <a:ext cx="12745" cy="9608"/>
            </a:xfrm>
            <a:prstGeom prst="line">
              <a:avLst/>
            </a:prstGeom>
            <a:noFill/>
            <a:ln w="13335">
              <a:solidFill>
                <a:srgbClr val="C88931"/>
              </a:solidFill>
              <a:prstDash val="solid"/>
            </a:ln>
          </p:spPr>
        </p:sp>
        <p:sp>
          <p:nvSpPr>
            <p:cNvPr id="1476" name="panel4__line_1475"/>
            <p:cNvSpPr/>
            <p:nvPr/>
          </p:nvSpPr>
          <p:spPr>
            <a:xfrm flipV="1">
              <a:off x="3470990" y="6155310"/>
              <a:ext cx="12745" cy="29308"/>
            </a:xfrm>
            <a:prstGeom prst="line">
              <a:avLst/>
            </a:prstGeom>
            <a:noFill/>
            <a:ln w="13335">
              <a:solidFill>
                <a:srgbClr val="C88931"/>
              </a:solidFill>
              <a:prstDash val="solid"/>
            </a:ln>
          </p:spPr>
        </p:sp>
        <p:sp>
          <p:nvSpPr>
            <p:cNvPr id="1477" name="panel4__line_1476"/>
            <p:cNvSpPr/>
            <p:nvPr/>
          </p:nvSpPr>
          <p:spPr>
            <a:xfrm flipV="1">
              <a:off x="3483735" y="6114909"/>
              <a:ext cx="12745" cy="40401"/>
            </a:xfrm>
            <a:prstGeom prst="line">
              <a:avLst/>
            </a:prstGeom>
            <a:noFill/>
            <a:ln w="13335">
              <a:solidFill>
                <a:srgbClr val="C88931"/>
              </a:solidFill>
              <a:prstDash val="solid"/>
            </a:ln>
          </p:spPr>
        </p:sp>
        <p:sp>
          <p:nvSpPr>
            <p:cNvPr id="1478" name="panel4__line_1477"/>
            <p:cNvSpPr/>
            <p:nvPr/>
          </p:nvSpPr>
          <p:spPr>
            <a:xfrm flipV="1">
              <a:off x="3496480" y="6101770"/>
              <a:ext cx="12745" cy="13139"/>
            </a:xfrm>
            <a:prstGeom prst="line">
              <a:avLst/>
            </a:prstGeom>
            <a:noFill/>
            <a:ln w="13335">
              <a:solidFill>
                <a:srgbClr val="C88931"/>
              </a:solidFill>
              <a:prstDash val="solid"/>
            </a:ln>
          </p:spPr>
        </p:sp>
        <p:sp>
          <p:nvSpPr>
            <p:cNvPr id="1479" name="panel4__line_1478"/>
            <p:cNvSpPr/>
            <p:nvPr/>
          </p:nvSpPr>
          <p:spPr>
            <a:xfrm>
              <a:off x="3509225" y="6101770"/>
              <a:ext cx="12745" cy="26596"/>
            </a:xfrm>
            <a:prstGeom prst="line">
              <a:avLst/>
            </a:prstGeom>
            <a:noFill/>
            <a:ln w="13335">
              <a:solidFill>
                <a:srgbClr val="C88931"/>
              </a:solidFill>
              <a:prstDash val="solid"/>
            </a:ln>
          </p:spPr>
        </p:sp>
        <p:sp>
          <p:nvSpPr>
            <p:cNvPr id="1480" name="panel4__line_1479"/>
            <p:cNvSpPr/>
            <p:nvPr/>
          </p:nvSpPr>
          <p:spPr>
            <a:xfrm>
              <a:off x="3521969" y="6128366"/>
              <a:ext cx="12745" cy="41082"/>
            </a:xfrm>
            <a:prstGeom prst="line">
              <a:avLst/>
            </a:prstGeom>
            <a:noFill/>
            <a:ln w="13335">
              <a:solidFill>
                <a:srgbClr val="C88931"/>
              </a:solidFill>
              <a:prstDash val="solid"/>
            </a:ln>
          </p:spPr>
        </p:sp>
        <p:sp>
          <p:nvSpPr>
            <p:cNvPr id="1481" name="panel4__line_1480"/>
            <p:cNvSpPr/>
            <p:nvPr/>
          </p:nvSpPr>
          <p:spPr>
            <a:xfrm>
              <a:off x="3534714" y="6169448"/>
              <a:ext cx="12745" cy="16567"/>
            </a:xfrm>
            <a:prstGeom prst="line">
              <a:avLst/>
            </a:prstGeom>
            <a:noFill/>
            <a:ln w="13335">
              <a:solidFill>
                <a:srgbClr val="C88931"/>
              </a:solidFill>
              <a:prstDash val="solid"/>
            </a:ln>
          </p:spPr>
        </p:sp>
        <p:sp>
          <p:nvSpPr>
            <p:cNvPr id="1482" name="panel4__line_1481"/>
            <p:cNvSpPr/>
            <p:nvPr/>
          </p:nvSpPr>
          <p:spPr>
            <a:xfrm flipV="1">
              <a:off x="3547459" y="6162339"/>
              <a:ext cx="12745" cy="23676"/>
            </a:xfrm>
            <a:prstGeom prst="line">
              <a:avLst/>
            </a:prstGeom>
            <a:noFill/>
            <a:ln w="13335">
              <a:solidFill>
                <a:srgbClr val="C88931"/>
              </a:solidFill>
              <a:prstDash val="solid"/>
            </a:ln>
          </p:spPr>
        </p:sp>
        <p:sp>
          <p:nvSpPr>
            <p:cNvPr id="1483" name="panel4__line_1482"/>
            <p:cNvSpPr/>
            <p:nvPr/>
          </p:nvSpPr>
          <p:spPr>
            <a:xfrm flipV="1">
              <a:off x="3560204" y="6120897"/>
              <a:ext cx="12745" cy="41443"/>
            </a:xfrm>
            <a:prstGeom prst="line">
              <a:avLst/>
            </a:prstGeom>
            <a:noFill/>
            <a:ln w="13335">
              <a:solidFill>
                <a:srgbClr val="C88931"/>
              </a:solidFill>
              <a:prstDash val="solid"/>
            </a:ln>
          </p:spPr>
        </p:sp>
        <p:sp>
          <p:nvSpPr>
            <p:cNvPr id="1484" name="panel4__line_1483"/>
            <p:cNvSpPr/>
            <p:nvPr/>
          </p:nvSpPr>
          <p:spPr>
            <a:xfrm flipV="1">
              <a:off x="3572948" y="6101031"/>
              <a:ext cx="12745" cy="19865"/>
            </a:xfrm>
            <a:prstGeom prst="line">
              <a:avLst/>
            </a:prstGeom>
            <a:noFill/>
            <a:ln w="13335">
              <a:solidFill>
                <a:srgbClr val="C88931"/>
              </a:solidFill>
              <a:prstDash val="solid"/>
            </a:ln>
          </p:spPr>
        </p:sp>
        <p:sp>
          <p:nvSpPr>
            <p:cNvPr id="1485" name="panel4__line_1484"/>
            <p:cNvSpPr/>
            <p:nvPr/>
          </p:nvSpPr>
          <p:spPr>
            <a:xfrm>
              <a:off x="3585693" y="6101031"/>
              <a:ext cx="12745" cy="20571"/>
            </a:xfrm>
            <a:prstGeom prst="line">
              <a:avLst/>
            </a:prstGeom>
            <a:noFill/>
            <a:ln w="13335">
              <a:solidFill>
                <a:srgbClr val="C88931"/>
              </a:solidFill>
              <a:prstDash val="solid"/>
            </a:ln>
          </p:spPr>
        </p:sp>
        <p:sp>
          <p:nvSpPr>
            <p:cNvPr id="1486" name="panel4__line_1485"/>
            <p:cNvSpPr/>
            <p:nvPr/>
          </p:nvSpPr>
          <p:spPr>
            <a:xfrm>
              <a:off x="3598438" y="6121602"/>
              <a:ext cx="12745" cy="41478"/>
            </a:xfrm>
            <a:prstGeom prst="line">
              <a:avLst/>
            </a:prstGeom>
            <a:noFill/>
            <a:ln w="13335">
              <a:solidFill>
                <a:srgbClr val="C88931"/>
              </a:solidFill>
              <a:prstDash val="solid"/>
            </a:ln>
          </p:spPr>
        </p:sp>
        <p:sp>
          <p:nvSpPr>
            <p:cNvPr id="1487" name="panel4__line_1486"/>
            <p:cNvSpPr/>
            <p:nvPr/>
          </p:nvSpPr>
          <p:spPr>
            <a:xfrm>
              <a:off x="3611182" y="6163081"/>
              <a:ext cx="12745" cy="23008"/>
            </a:xfrm>
            <a:prstGeom prst="line">
              <a:avLst/>
            </a:prstGeom>
            <a:noFill/>
            <a:ln w="13335">
              <a:solidFill>
                <a:srgbClr val="C88931"/>
              </a:solidFill>
              <a:prstDash val="solid"/>
            </a:ln>
          </p:spPr>
        </p:sp>
        <p:sp>
          <p:nvSpPr>
            <p:cNvPr id="1488" name="panel4__line_1487"/>
            <p:cNvSpPr/>
            <p:nvPr/>
          </p:nvSpPr>
          <p:spPr>
            <a:xfrm flipV="1">
              <a:off x="3623927" y="6168784"/>
              <a:ext cx="12745" cy="17305"/>
            </a:xfrm>
            <a:prstGeom prst="line">
              <a:avLst/>
            </a:prstGeom>
            <a:noFill/>
            <a:ln w="13335">
              <a:solidFill>
                <a:srgbClr val="C88931"/>
              </a:solidFill>
              <a:prstDash val="solid"/>
            </a:ln>
          </p:spPr>
        </p:sp>
        <p:sp>
          <p:nvSpPr>
            <p:cNvPr id="1489" name="panel4__line_1488"/>
            <p:cNvSpPr/>
            <p:nvPr/>
          </p:nvSpPr>
          <p:spPr>
            <a:xfrm flipV="1">
              <a:off x="3636672" y="6127595"/>
              <a:ext cx="12745" cy="41189"/>
            </a:xfrm>
            <a:prstGeom prst="line">
              <a:avLst/>
            </a:prstGeom>
            <a:noFill/>
            <a:ln w="13335">
              <a:solidFill>
                <a:srgbClr val="C88931"/>
              </a:solidFill>
              <a:prstDash val="solid"/>
            </a:ln>
          </p:spPr>
        </p:sp>
        <p:sp>
          <p:nvSpPr>
            <p:cNvPr id="1490" name="panel4__line_1489"/>
            <p:cNvSpPr/>
            <p:nvPr/>
          </p:nvSpPr>
          <p:spPr>
            <a:xfrm flipV="1">
              <a:off x="3649417" y="6101624"/>
              <a:ext cx="12745" cy="25971"/>
            </a:xfrm>
            <a:prstGeom prst="line">
              <a:avLst/>
            </a:prstGeom>
            <a:noFill/>
            <a:ln w="13335">
              <a:solidFill>
                <a:srgbClr val="C88931"/>
              </a:solidFill>
              <a:prstDash val="solid"/>
            </a:ln>
          </p:spPr>
        </p:sp>
        <p:sp>
          <p:nvSpPr>
            <p:cNvPr id="1491" name="panel4__line_1490"/>
            <p:cNvSpPr/>
            <p:nvPr/>
          </p:nvSpPr>
          <p:spPr>
            <a:xfrm>
              <a:off x="3662161" y="6101624"/>
              <a:ext cx="12745" cy="13903"/>
            </a:xfrm>
            <a:prstGeom prst="line">
              <a:avLst/>
            </a:prstGeom>
            <a:noFill/>
            <a:ln w="13335">
              <a:solidFill>
                <a:srgbClr val="C88931"/>
              </a:solidFill>
              <a:prstDash val="solid"/>
            </a:ln>
          </p:spPr>
        </p:sp>
        <p:sp>
          <p:nvSpPr>
            <p:cNvPr id="1492" name="panel4__line_1491"/>
            <p:cNvSpPr/>
            <p:nvPr/>
          </p:nvSpPr>
          <p:spPr>
            <a:xfrm>
              <a:off x="3674906" y="6115527"/>
              <a:ext cx="12745" cy="40578"/>
            </a:xfrm>
            <a:prstGeom prst="line">
              <a:avLst/>
            </a:prstGeom>
            <a:noFill/>
            <a:ln w="13335">
              <a:solidFill>
                <a:srgbClr val="C88931"/>
              </a:solidFill>
              <a:prstDash val="solid"/>
            </a:ln>
          </p:spPr>
        </p:sp>
        <p:sp>
          <p:nvSpPr>
            <p:cNvPr id="1493" name="panel4__line_1492"/>
            <p:cNvSpPr/>
            <p:nvPr/>
          </p:nvSpPr>
          <p:spPr>
            <a:xfrm>
              <a:off x="3687651" y="6156105"/>
              <a:ext cx="12745" cy="28730"/>
            </a:xfrm>
            <a:prstGeom prst="line">
              <a:avLst/>
            </a:prstGeom>
            <a:noFill/>
            <a:ln w="13335">
              <a:solidFill>
                <a:srgbClr val="C88931"/>
              </a:solidFill>
              <a:prstDash val="solid"/>
            </a:ln>
          </p:spPr>
        </p:sp>
        <p:sp>
          <p:nvSpPr>
            <p:cNvPr id="1494" name="panel4__line_1493"/>
            <p:cNvSpPr/>
            <p:nvPr/>
          </p:nvSpPr>
          <p:spPr>
            <a:xfrm flipV="1">
              <a:off x="3700395" y="6174443"/>
              <a:ext cx="12745" cy="10393"/>
            </a:xfrm>
            <a:prstGeom prst="line">
              <a:avLst/>
            </a:prstGeom>
            <a:noFill/>
            <a:ln w="13335">
              <a:solidFill>
                <a:srgbClr val="C88931"/>
              </a:solidFill>
              <a:prstDash val="solid"/>
            </a:ln>
          </p:spPr>
        </p:sp>
        <p:sp>
          <p:nvSpPr>
            <p:cNvPr id="1495" name="panel4__line_1494"/>
            <p:cNvSpPr/>
            <p:nvPr/>
          </p:nvSpPr>
          <p:spPr>
            <a:xfrm flipV="1">
              <a:off x="3713140" y="6134793"/>
              <a:ext cx="12745" cy="39649"/>
            </a:xfrm>
            <a:prstGeom prst="line">
              <a:avLst/>
            </a:prstGeom>
            <a:noFill/>
            <a:ln w="13335">
              <a:solidFill>
                <a:srgbClr val="C88931"/>
              </a:solidFill>
              <a:prstDash val="solid"/>
            </a:ln>
          </p:spPr>
        </p:sp>
        <p:sp>
          <p:nvSpPr>
            <p:cNvPr id="1496" name="panel4__line_1495"/>
            <p:cNvSpPr/>
            <p:nvPr/>
          </p:nvSpPr>
          <p:spPr>
            <a:xfrm flipV="1">
              <a:off x="3725885" y="6103528"/>
              <a:ext cx="12745" cy="31265"/>
            </a:xfrm>
            <a:prstGeom prst="line">
              <a:avLst/>
            </a:prstGeom>
            <a:noFill/>
            <a:ln w="13335">
              <a:solidFill>
                <a:srgbClr val="C88931"/>
              </a:solidFill>
              <a:prstDash val="solid"/>
            </a:ln>
          </p:spPr>
        </p:sp>
        <p:sp>
          <p:nvSpPr>
            <p:cNvPr id="1497" name="panel4__line_1496"/>
            <p:cNvSpPr/>
            <p:nvPr/>
          </p:nvSpPr>
          <p:spPr>
            <a:xfrm>
              <a:off x="3738630" y="6103528"/>
              <a:ext cx="12745" cy="6801"/>
            </a:xfrm>
            <a:prstGeom prst="line">
              <a:avLst/>
            </a:prstGeom>
            <a:noFill/>
            <a:ln w="13335">
              <a:solidFill>
                <a:srgbClr val="C88931"/>
              </a:solidFill>
              <a:prstDash val="solid"/>
            </a:ln>
          </p:spPr>
        </p:sp>
        <p:sp>
          <p:nvSpPr>
            <p:cNvPr id="1498" name="panel4__line_1497"/>
            <p:cNvSpPr/>
            <p:nvPr/>
          </p:nvSpPr>
          <p:spPr>
            <a:xfrm>
              <a:off x="3751374" y="6110329"/>
              <a:ext cx="12745" cy="38410"/>
            </a:xfrm>
            <a:prstGeom prst="line">
              <a:avLst/>
            </a:prstGeom>
            <a:noFill/>
            <a:ln w="13335">
              <a:solidFill>
                <a:srgbClr val="C88931"/>
              </a:solidFill>
              <a:prstDash val="solid"/>
            </a:ln>
          </p:spPr>
        </p:sp>
        <p:sp>
          <p:nvSpPr>
            <p:cNvPr id="1499" name="panel4__line_1498"/>
            <p:cNvSpPr/>
            <p:nvPr/>
          </p:nvSpPr>
          <p:spPr>
            <a:xfrm>
              <a:off x="3764119" y="6148739"/>
              <a:ext cx="12745" cy="33555"/>
            </a:xfrm>
            <a:prstGeom prst="line">
              <a:avLst/>
            </a:prstGeom>
            <a:noFill/>
            <a:ln w="13335">
              <a:solidFill>
                <a:srgbClr val="C88931"/>
              </a:solidFill>
              <a:prstDash val="solid"/>
            </a:ln>
          </p:spPr>
        </p:sp>
        <p:sp>
          <p:nvSpPr>
            <p:cNvPr id="1500" name="panel4__line_1499"/>
            <p:cNvSpPr/>
            <p:nvPr/>
          </p:nvSpPr>
          <p:spPr>
            <a:xfrm flipV="1">
              <a:off x="3776864" y="6179139"/>
              <a:ext cx="12745" cy="3156"/>
            </a:xfrm>
            <a:prstGeom prst="line">
              <a:avLst/>
            </a:prstGeom>
            <a:noFill/>
            <a:ln w="13335">
              <a:solidFill>
                <a:srgbClr val="C88931"/>
              </a:solidFill>
              <a:prstDash val="solid"/>
            </a:ln>
          </p:spPr>
        </p:sp>
        <p:sp>
          <p:nvSpPr>
            <p:cNvPr id="1501" name="panel4__line_1500"/>
            <p:cNvSpPr/>
            <p:nvPr/>
          </p:nvSpPr>
          <p:spPr>
            <a:xfrm flipV="1">
              <a:off x="3789608" y="6142268"/>
              <a:ext cx="12745" cy="36870"/>
            </a:xfrm>
            <a:prstGeom prst="line">
              <a:avLst/>
            </a:prstGeom>
            <a:noFill/>
            <a:ln w="13335">
              <a:solidFill>
                <a:srgbClr val="C88931"/>
              </a:solidFill>
              <a:prstDash val="solid"/>
            </a:ln>
          </p:spPr>
        </p:sp>
        <p:sp>
          <p:nvSpPr>
            <p:cNvPr id="1502" name="panel4__line_1501"/>
            <p:cNvSpPr/>
            <p:nvPr/>
          </p:nvSpPr>
          <p:spPr>
            <a:xfrm flipV="1">
              <a:off x="3802353" y="6106686"/>
              <a:ext cx="12745" cy="35582"/>
            </a:xfrm>
            <a:prstGeom prst="line">
              <a:avLst/>
            </a:prstGeom>
            <a:noFill/>
            <a:ln w="13335">
              <a:solidFill>
                <a:srgbClr val="C88931"/>
              </a:solidFill>
              <a:prstDash val="solid"/>
            </a:ln>
          </p:spPr>
        </p:sp>
        <p:sp>
          <p:nvSpPr>
            <p:cNvPr id="1503" name="panel4__line_1502"/>
            <p:cNvSpPr/>
            <p:nvPr/>
          </p:nvSpPr>
          <p:spPr>
            <a:xfrm flipV="1">
              <a:off x="3815098" y="6106172"/>
              <a:ext cx="12745" cy="514"/>
            </a:xfrm>
            <a:prstGeom prst="line">
              <a:avLst/>
            </a:prstGeom>
            <a:noFill/>
            <a:ln w="13335">
              <a:solidFill>
                <a:srgbClr val="C88931"/>
              </a:solidFill>
              <a:prstDash val="solid"/>
            </a:ln>
          </p:spPr>
        </p:sp>
        <p:sp>
          <p:nvSpPr>
            <p:cNvPr id="1504" name="panel4__line_1503"/>
            <p:cNvSpPr/>
            <p:nvPr/>
          </p:nvSpPr>
          <p:spPr>
            <a:xfrm>
              <a:off x="3827843" y="6106172"/>
              <a:ext cx="12745" cy="35042"/>
            </a:xfrm>
            <a:prstGeom prst="line">
              <a:avLst/>
            </a:prstGeom>
            <a:noFill/>
            <a:ln w="13335">
              <a:solidFill>
                <a:srgbClr val="C88931"/>
              </a:solidFill>
              <a:prstDash val="solid"/>
            </a:ln>
          </p:spPr>
        </p:sp>
        <p:sp>
          <p:nvSpPr>
            <p:cNvPr id="1505" name="panel4__line_1504"/>
            <p:cNvSpPr/>
            <p:nvPr/>
          </p:nvSpPr>
          <p:spPr>
            <a:xfrm>
              <a:off x="3840587" y="6141214"/>
              <a:ext cx="12745" cy="37331"/>
            </a:xfrm>
            <a:prstGeom prst="line">
              <a:avLst/>
            </a:prstGeom>
            <a:noFill/>
            <a:ln w="13335">
              <a:solidFill>
                <a:srgbClr val="C88931"/>
              </a:solidFill>
              <a:prstDash val="solid"/>
            </a:ln>
          </p:spPr>
        </p:sp>
        <p:sp>
          <p:nvSpPr>
            <p:cNvPr id="1506" name="panel4__line_1505"/>
            <p:cNvSpPr/>
            <p:nvPr/>
          </p:nvSpPr>
          <p:spPr>
            <a:xfrm>
              <a:off x="3853332" y="6178545"/>
              <a:ext cx="12745" cy="4180"/>
            </a:xfrm>
            <a:prstGeom prst="line">
              <a:avLst/>
            </a:prstGeom>
            <a:noFill/>
            <a:ln w="13335">
              <a:solidFill>
                <a:srgbClr val="C88931"/>
              </a:solidFill>
              <a:prstDash val="solid"/>
            </a:ln>
          </p:spPr>
        </p:sp>
        <p:sp>
          <p:nvSpPr>
            <p:cNvPr id="1507" name="panel4__line_1506"/>
            <p:cNvSpPr/>
            <p:nvPr/>
          </p:nvSpPr>
          <p:spPr>
            <a:xfrm flipV="1">
              <a:off x="3866077" y="6149785"/>
              <a:ext cx="12745" cy="32940"/>
            </a:xfrm>
            <a:prstGeom prst="line">
              <a:avLst/>
            </a:prstGeom>
            <a:noFill/>
            <a:ln w="13335">
              <a:solidFill>
                <a:srgbClr val="C88931"/>
              </a:solidFill>
              <a:prstDash val="solid"/>
            </a:ln>
          </p:spPr>
        </p:sp>
        <p:sp>
          <p:nvSpPr>
            <p:cNvPr id="1508" name="panel4__line_1507"/>
            <p:cNvSpPr/>
            <p:nvPr/>
          </p:nvSpPr>
          <p:spPr>
            <a:xfrm flipV="1">
              <a:off x="3878821" y="6110997"/>
              <a:ext cx="12745" cy="38788"/>
            </a:xfrm>
            <a:prstGeom prst="line">
              <a:avLst/>
            </a:prstGeom>
            <a:noFill/>
            <a:ln w="13335">
              <a:solidFill>
                <a:srgbClr val="C88931"/>
              </a:solidFill>
              <a:prstDash val="solid"/>
            </a:ln>
          </p:spPr>
        </p:sp>
        <p:sp>
          <p:nvSpPr>
            <p:cNvPr id="1509" name="panel4__line_1508"/>
            <p:cNvSpPr/>
            <p:nvPr/>
          </p:nvSpPr>
          <p:spPr>
            <a:xfrm flipV="1">
              <a:off x="3891566" y="6103184"/>
              <a:ext cx="12745" cy="7813"/>
            </a:xfrm>
            <a:prstGeom prst="line">
              <a:avLst/>
            </a:prstGeom>
            <a:noFill/>
            <a:ln w="13335">
              <a:solidFill>
                <a:srgbClr val="C88931"/>
              </a:solidFill>
              <a:prstDash val="solid"/>
            </a:ln>
          </p:spPr>
        </p:sp>
        <p:sp>
          <p:nvSpPr>
            <p:cNvPr id="1510" name="panel4__line_1509"/>
            <p:cNvSpPr/>
            <p:nvPr/>
          </p:nvSpPr>
          <p:spPr>
            <a:xfrm>
              <a:off x="3904311" y="6103184"/>
              <a:ext cx="12745" cy="30579"/>
            </a:xfrm>
            <a:prstGeom prst="line">
              <a:avLst/>
            </a:prstGeom>
            <a:noFill/>
            <a:ln w="13335">
              <a:solidFill>
                <a:srgbClr val="C88931"/>
              </a:solidFill>
              <a:prstDash val="solid"/>
            </a:ln>
          </p:spPr>
        </p:sp>
        <p:sp>
          <p:nvSpPr>
            <p:cNvPr id="1511" name="panel4__line_1510"/>
            <p:cNvSpPr/>
            <p:nvPr/>
          </p:nvSpPr>
          <p:spPr>
            <a:xfrm>
              <a:off x="3917056" y="6133764"/>
              <a:ext cx="12745" cy="39941"/>
            </a:xfrm>
            <a:prstGeom prst="line">
              <a:avLst/>
            </a:prstGeom>
            <a:noFill/>
            <a:ln w="13335">
              <a:solidFill>
                <a:srgbClr val="C88931"/>
              </a:solidFill>
              <a:prstDash val="solid"/>
            </a:ln>
          </p:spPr>
        </p:sp>
        <p:sp>
          <p:nvSpPr>
            <p:cNvPr id="1512" name="panel4__line_1511"/>
            <p:cNvSpPr/>
            <p:nvPr/>
          </p:nvSpPr>
          <p:spPr>
            <a:xfrm>
              <a:off x="3929800" y="6173705"/>
              <a:ext cx="12745" cy="11385"/>
            </a:xfrm>
            <a:prstGeom prst="line">
              <a:avLst/>
            </a:prstGeom>
            <a:noFill/>
            <a:ln w="13335">
              <a:solidFill>
                <a:srgbClr val="C88931"/>
              </a:solidFill>
              <a:prstDash val="solid"/>
            </a:ln>
          </p:spPr>
        </p:sp>
        <p:sp>
          <p:nvSpPr>
            <p:cNvPr id="1513" name="panel4__line_1512"/>
            <p:cNvSpPr/>
            <p:nvPr/>
          </p:nvSpPr>
          <p:spPr>
            <a:xfrm flipV="1">
              <a:off x="3942545" y="6157110"/>
              <a:ext cx="12745" cy="27980"/>
            </a:xfrm>
            <a:prstGeom prst="line">
              <a:avLst/>
            </a:prstGeom>
            <a:noFill/>
            <a:ln w="13335">
              <a:solidFill>
                <a:srgbClr val="C88931"/>
              </a:solidFill>
              <a:prstDash val="solid"/>
            </a:ln>
          </p:spPr>
        </p:sp>
        <p:sp>
          <p:nvSpPr>
            <p:cNvPr id="1514" name="panel4__line_1513"/>
            <p:cNvSpPr/>
            <p:nvPr/>
          </p:nvSpPr>
          <p:spPr>
            <a:xfrm flipV="1">
              <a:off x="3955290" y="6116328"/>
              <a:ext cx="12745" cy="40782"/>
            </a:xfrm>
            <a:prstGeom prst="line">
              <a:avLst/>
            </a:prstGeom>
            <a:noFill/>
            <a:ln w="13335">
              <a:solidFill>
                <a:srgbClr val="C88931"/>
              </a:solidFill>
              <a:prstDash val="solid"/>
            </a:ln>
          </p:spPr>
        </p:sp>
        <p:sp>
          <p:nvSpPr>
            <p:cNvPr id="1515" name="panel4__line_1514"/>
            <p:cNvSpPr/>
            <p:nvPr/>
          </p:nvSpPr>
          <p:spPr>
            <a:xfrm flipV="1">
              <a:off x="3968035" y="6101461"/>
              <a:ext cx="12745" cy="14868"/>
            </a:xfrm>
            <a:prstGeom prst="line">
              <a:avLst/>
            </a:prstGeom>
            <a:noFill/>
            <a:ln w="13335">
              <a:solidFill>
                <a:srgbClr val="C88931"/>
              </a:solidFill>
              <a:prstDash val="solid"/>
            </a:ln>
          </p:spPr>
        </p:sp>
        <p:sp>
          <p:nvSpPr>
            <p:cNvPr id="1516" name="panel4__line_1515"/>
            <p:cNvSpPr/>
            <p:nvPr/>
          </p:nvSpPr>
          <p:spPr>
            <a:xfrm>
              <a:off x="3980779" y="6101461"/>
              <a:ext cx="12745" cy="25161"/>
            </a:xfrm>
            <a:prstGeom prst="line">
              <a:avLst/>
            </a:prstGeom>
            <a:noFill/>
            <a:ln w="13335">
              <a:solidFill>
                <a:srgbClr val="C88931"/>
              </a:solidFill>
              <a:prstDash val="solid"/>
            </a:ln>
          </p:spPr>
        </p:sp>
        <p:sp>
          <p:nvSpPr>
            <p:cNvPr id="1517" name="panel4__line_1516"/>
            <p:cNvSpPr/>
            <p:nvPr/>
          </p:nvSpPr>
          <p:spPr>
            <a:xfrm>
              <a:off x="3993524" y="6126622"/>
              <a:ext cx="12745" cy="41303"/>
            </a:xfrm>
            <a:prstGeom prst="line">
              <a:avLst/>
            </a:prstGeom>
            <a:noFill/>
            <a:ln w="13335">
              <a:solidFill>
                <a:srgbClr val="C88931"/>
              </a:solidFill>
              <a:prstDash val="solid"/>
            </a:ln>
          </p:spPr>
        </p:sp>
        <p:sp>
          <p:nvSpPr>
            <p:cNvPr id="1518" name="panel4__line_1517"/>
            <p:cNvSpPr/>
            <p:nvPr/>
          </p:nvSpPr>
          <p:spPr>
            <a:xfrm>
              <a:off x="4006269" y="6167925"/>
              <a:ext cx="12745" cy="18234"/>
            </a:xfrm>
            <a:prstGeom prst="line">
              <a:avLst/>
            </a:prstGeom>
            <a:noFill/>
            <a:ln w="13335">
              <a:solidFill>
                <a:srgbClr val="C88931"/>
              </a:solidFill>
              <a:prstDash val="solid"/>
            </a:ln>
          </p:spPr>
        </p:sp>
        <p:sp>
          <p:nvSpPr>
            <p:cNvPr id="1519" name="panel4__line_1518"/>
            <p:cNvSpPr/>
            <p:nvPr/>
          </p:nvSpPr>
          <p:spPr>
            <a:xfrm flipV="1">
              <a:off x="4019013" y="6164013"/>
              <a:ext cx="12745" cy="22145"/>
            </a:xfrm>
            <a:prstGeom prst="line">
              <a:avLst/>
            </a:prstGeom>
            <a:noFill/>
            <a:ln w="13335">
              <a:solidFill>
                <a:srgbClr val="C88931"/>
              </a:solidFill>
              <a:prstDash val="solid"/>
            </a:ln>
          </p:spPr>
        </p:sp>
        <p:sp>
          <p:nvSpPr>
            <p:cNvPr id="1520" name="panel4__line_1519"/>
            <p:cNvSpPr/>
            <p:nvPr/>
          </p:nvSpPr>
          <p:spPr>
            <a:xfrm flipV="1">
              <a:off x="4031758" y="6122512"/>
              <a:ext cx="12745" cy="41501"/>
            </a:xfrm>
            <a:prstGeom prst="line">
              <a:avLst/>
            </a:prstGeom>
            <a:noFill/>
            <a:ln w="13335">
              <a:solidFill>
                <a:srgbClr val="C88931"/>
              </a:solidFill>
              <a:prstDash val="solid"/>
            </a:ln>
          </p:spPr>
        </p:sp>
        <p:sp>
          <p:nvSpPr>
            <p:cNvPr id="1521" name="panel4__line_1520"/>
            <p:cNvSpPr/>
            <p:nvPr/>
          </p:nvSpPr>
          <p:spPr>
            <a:xfrm flipV="1">
              <a:off x="4044503" y="6101055"/>
              <a:ext cx="12745" cy="21458"/>
            </a:xfrm>
            <a:prstGeom prst="line">
              <a:avLst/>
            </a:prstGeom>
            <a:noFill/>
            <a:ln w="13335">
              <a:solidFill>
                <a:srgbClr val="C88931"/>
              </a:solidFill>
              <a:prstDash val="solid"/>
            </a:ln>
          </p:spPr>
        </p:sp>
        <p:sp>
          <p:nvSpPr>
            <p:cNvPr id="1522" name="panel4__line_1521"/>
            <p:cNvSpPr/>
            <p:nvPr/>
          </p:nvSpPr>
          <p:spPr>
            <a:xfrm>
              <a:off x="4057248" y="6101055"/>
              <a:ext cx="12745" cy="18956"/>
            </a:xfrm>
            <a:prstGeom prst="line">
              <a:avLst/>
            </a:prstGeom>
            <a:noFill/>
            <a:ln w="13335">
              <a:solidFill>
                <a:srgbClr val="C88931"/>
              </a:solidFill>
              <a:prstDash val="solid"/>
            </a:ln>
          </p:spPr>
        </p:sp>
        <p:sp>
          <p:nvSpPr>
            <p:cNvPr id="1523" name="panel4__line_1522"/>
            <p:cNvSpPr/>
            <p:nvPr/>
          </p:nvSpPr>
          <p:spPr>
            <a:xfrm>
              <a:off x="4069992" y="6120011"/>
              <a:ext cx="12745" cy="41374"/>
            </a:xfrm>
            <a:prstGeom prst="line">
              <a:avLst/>
            </a:prstGeom>
            <a:noFill/>
            <a:ln w="13335">
              <a:solidFill>
                <a:srgbClr val="C88931"/>
              </a:solidFill>
              <a:prstDash val="solid"/>
            </a:ln>
          </p:spPr>
        </p:sp>
        <p:sp>
          <p:nvSpPr>
            <p:cNvPr id="1524" name="panel4__line_1523"/>
            <p:cNvSpPr/>
            <p:nvPr/>
          </p:nvSpPr>
          <p:spPr>
            <a:xfrm>
              <a:off x="4082737" y="6161385"/>
              <a:ext cx="12745" cy="24514"/>
            </a:xfrm>
            <a:prstGeom prst="line">
              <a:avLst/>
            </a:prstGeom>
            <a:noFill/>
            <a:ln w="13335">
              <a:solidFill>
                <a:srgbClr val="C88931"/>
              </a:solidFill>
              <a:prstDash val="solid"/>
            </a:ln>
          </p:spPr>
        </p:sp>
        <p:sp>
          <p:nvSpPr>
            <p:cNvPr id="1525" name="panel4__line_1524"/>
            <p:cNvSpPr/>
            <p:nvPr/>
          </p:nvSpPr>
          <p:spPr>
            <a:xfrm flipV="1">
              <a:off x="4095482" y="6170280"/>
              <a:ext cx="12745" cy="15619"/>
            </a:xfrm>
            <a:prstGeom prst="line">
              <a:avLst/>
            </a:prstGeom>
            <a:noFill/>
            <a:ln w="13335">
              <a:solidFill>
                <a:srgbClr val="C88931"/>
              </a:solidFill>
              <a:prstDash val="solid"/>
            </a:ln>
          </p:spPr>
        </p:sp>
        <p:sp>
          <p:nvSpPr>
            <p:cNvPr id="1526" name="panel4__line_1525"/>
            <p:cNvSpPr/>
            <p:nvPr/>
          </p:nvSpPr>
          <p:spPr>
            <a:xfrm flipV="1">
              <a:off x="4108226" y="6129356"/>
              <a:ext cx="12745" cy="40924"/>
            </a:xfrm>
            <a:prstGeom prst="line">
              <a:avLst/>
            </a:prstGeom>
            <a:noFill/>
            <a:ln w="13335">
              <a:solidFill>
                <a:srgbClr val="C88931"/>
              </a:solidFill>
              <a:prstDash val="solid"/>
            </a:ln>
          </p:spPr>
        </p:sp>
        <p:sp>
          <p:nvSpPr>
            <p:cNvPr id="1527" name="panel4__line_1526"/>
            <p:cNvSpPr/>
            <p:nvPr/>
          </p:nvSpPr>
          <p:spPr>
            <a:xfrm flipV="1">
              <a:off x="4120971" y="6101978"/>
              <a:ext cx="12745" cy="27378"/>
            </a:xfrm>
            <a:prstGeom prst="line">
              <a:avLst/>
            </a:prstGeom>
            <a:noFill/>
            <a:ln w="13335">
              <a:solidFill>
                <a:srgbClr val="C88931"/>
              </a:solidFill>
              <a:prstDash val="solid"/>
            </a:ln>
          </p:spPr>
        </p:sp>
        <p:sp>
          <p:nvSpPr>
            <p:cNvPr id="1528" name="panel4__line_1527"/>
            <p:cNvSpPr/>
            <p:nvPr/>
          </p:nvSpPr>
          <p:spPr>
            <a:xfrm>
              <a:off x="4133716" y="6101978"/>
              <a:ext cx="12745" cy="12160"/>
            </a:xfrm>
            <a:prstGeom prst="line">
              <a:avLst/>
            </a:prstGeom>
            <a:noFill/>
            <a:ln w="13335">
              <a:solidFill>
                <a:srgbClr val="C88931"/>
              </a:solidFill>
              <a:prstDash val="solid"/>
            </a:ln>
          </p:spPr>
        </p:sp>
        <p:sp>
          <p:nvSpPr>
            <p:cNvPr id="1529" name="panel4__line_1528"/>
            <p:cNvSpPr/>
            <p:nvPr/>
          </p:nvSpPr>
          <p:spPr>
            <a:xfrm>
              <a:off x="4146461" y="6114138"/>
              <a:ext cx="12745" cy="40153"/>
            </a:xfrm>
            <a:prstGeom prst="line">
              <a:avLst/>
            </a:prstGeom>
            <a:noFill/>
            <a:ln w="13335">
              <a:solidFill>
                <a:srgbClr val="C88931"/>
              </a:solidFill>
              <a:prstDash val="solid"/>
            </a:ln>
          </p:spPr>
        </p:sp>
        <p:sp>
          <p:nvSpPr>
            <p:cNvPr id="1530" name="panel4__line_1529"/>
            <p:cNvSpPr/>
            <p:nvPr/>
          </p:nvSpPr>
          <p:spPr>
            <a:xfrm>
              <a:off x="4159205" y="6154291"/>
              <a:ext cx="12745" cy="30027"/>
            </a:xfrm>
            <a:prstGeom prst="line">
              <a:avLst/>
            </a:prstGeom>
            <a:noFill/>
            <a:ln w="13335">
              <a:solidFill>
                <a:srgbClr val="C88931"/>
              </a:solidFill>
              <a:prstDash val="solid"/>
            </a:ln>
          </p:spPr>
        </p:sp>
        <p:sp>
          <p:nvSpPr>
            <p:cNvPr id="1531" name="panel4__text_1530"/>
            <p:cNvSpPr/>
            <p:nvPr/>
          </p:nvSpPr>
          <p:spPr>
            <a:xfrm>
              <a:off x="3038475" y="5991225"/>
              <a:ext cx="219075" cy="257175"/>
            </a:xfrm>
            <a:prstGeom prst="rect">
              <a:avLst/>
            </a:prstGeom>
            <a:noFill/>
            <a:ln/>
          </p:spPr>
          <p:txBody>
            <a:bodyPr wrap="none" lIns="0" tIns="0" rIns="0" bIns="0" rtlCol="0" anchor="ctr"/>
            <a:lstStyle/>
            <a:p>
              <a:pPr algn="ctr" indent="0" marL="0">
                <a:buNone/>
              </a:pPr>
              <a:r>
                <a:rPr lang="en-US" sz="1350" dirty="0">
                  <a:solidFill>
                    <a:srgbClr val="242B32"/>
                  </a:solidFill>
                  <a:latin typeface="Times New Roman" pitchFamily="34" charset="0"/>
                  <a:ea typeface="Times New Roman" pitchFamily="34" charset="-122"/>
                  <a:cs typeface="Times New Roman" pitchFamily="34" charset="-120"/>
                </a:rPr>
                <a:t>···</a:t>
              </a:r>
              <a:endParaRPr lang="en-US" sz="1350" dirty="0"/>
            </a:p>
          </p:txBody>
        </p:sp>
        <p:sp>
          <p:nvSpPr>
            <p:cNvPr id="1532" name="panel4__sum_1531"/>
            <p:cNvSpPr/>
            <p:nvPr/>
          </p:nvSpPr>
          <p:spPr>
            <a:xfrm>
              <a:off x="4400550" y="6000750"/>
              <a:ext cx="276225" cy="276225"/>
            </a:xfrm>
            <a:prstGeom prst="ellipse">
              <a:avLst/>
            </a:prstGeom>
            <a:solidFill>
              <a:srgbClr val="FFFFFF"/>
            </a:solidFill>
            <a:ln w="9525">
              <a:solidFill>
                <a:srgbClr val="242B32"/>
              </a:solidFill>
              <a:prstDash val="solid"/>
            </a:ln>
          </p:spPr>
        </p:sp>
        <p:sp>
          <p:nvSpPr>
            <p:cNvPr id="1533" name="panel4__text_1532"/>
            <p:cNvSpPr/>
            <p:nvPr/>
          </p:nvSpPr>
          <p:spPr>
            <a:xfrm>
              <a:off x="4438650" y="6010275"/>
              <a:ext cx="200025" cy="238125"/>
            </a:xfrm>
            <a:prstGeom prst="rect">
              <a:avLst/>
            </a:prstGeom>
            <a:noFill/>
            <a:ln/>
          </p:spPr>
          <p:txBody>
            <a:bodyPr wrap="none" lIns="0" tIns="0" rIns="0" bIns="0" rtlCol="0" anchor="ctr"/>
            <a:lstStyle/>
            <a:p>
              <a:pPr algn="ctr" indent="0" marL="0">
                <a:buNone/>
              </a:pPr>
              <a:r>
                <a:rPr lang="en-US" sz="1650" dirty="0">
                  <a:solidFill>
                    <a:srgbClr val="242B32"/>
                  </a:solidFill>
                  <a:latin typeface="Times New Roman" pitchFamily="34" charset="0"/>
                  <a:ea typeface="Times New Roman" pitchFamily="34" charset="-122"/>
                  <a:cs typeface="Times New Roman" pitchFamily="34" charset="-120"/>
                </a:rPr>
                <a:t>Σ</a:t>
              </a:r>
              <a:endParaRPr lang="en-US" sz="1650" dirty="0"/>
            </a:p>
          </p:txBody>
        </p:sp>
        <p:sp>
          <p:nvSpPr>
            <p:cNvPr id="1534" name="panel4__line_1533"/>
            <p:cNvSpPr/>
            <p:nvPr/>
          </p:nvSpPr>
          <p:spPr>
            <a:xfrm>
              <a:off x="5010150" y="6143625"/>
              <a:ext cx="2057400" cy="0"/>
            </a:xfrm>
            <a:prstGeom prst="line">
              <a:avLst/>
            </a:prstGeom>
            <a:noFill/>
            <a:ln w="5239">
              <a:solidFill>
                <a:srgbClr val="E3E7EA"/>
              </a:solidFill>
              <a:prstDash val="solid"/>
            </a:ln>
          </p:spPr>
        </p:sp>
        <p:sp>
          <p:nvSpPr>
            <p:cNvPr id="1535" name="panel4__line_1534"/>
            <p:cNvSpPr/>
            <p:nvPr/>
          </p:nvSpPr>
          <p:spPr>
            <a:xfrm>
              <a:off x="5010150" y="6027065"/>
              <a:ext cx="28977" cy="21345"/>
            </a:xfrm>
            <a:prstGeom prst="line">
              <a:avLst/>
            </a:prstGeom>
            <a:noFill/>
            <a:ln w="19050">
              <a:solidFill>
                <a:srgbClr val="A4A9AE"/>
              </a:solidFill>
              <a:prstDash val="dash"/>
            </a:ln>
          </p:spPr>
        </p:sp>
        <p:sp>
          <p:nvSpPr>
            <p:cNvPr id="1536" name="panel4__line_1535"/>
            <p:cNvSpPr/>
            <p:nvPr/>
          </p:nvSpPr>
          <p:spPr>
            <a:xfrm>
              <a:off x="5039127" y="6048410"/>
              <a:ext cx="28977" cy="51769"/>
            </a:xfrm>
            <a:prstGeom prst="line">
              <a:avLst/>
            </a:prstGeom>
            <a:noFill/>
            <a:ln w="19050">
              <a:solidFill>
                <a:srgbClr val="A4A9AE"/>
              </a:solidFill>
              <a:prstDash val="dash"/>
            </a:ln>
          </p:spPr>
        </p:sp>
        <p:sp>
          <p:nvSpPr>
            <p:cNvPr id="1537" name="panel4__line_1536"/>
            <p:cNvSpPr/>
            <p:nvPr/>
          </p:nvSpPr>
          <p:spPr>
            <a:xfrm>
              <a:off x="5068105" y="6100179"/>
              <a:ext cx="28977" cy="52330"/>
            </a:xfrm>
            <a:prstGeom prst="line">
              <a:avLst/>
            </a:prstGeom>
            <a:noFill/>
            <a:ln w="19050">
              <a:solidFill>
                <a:srgbClr val="A4A9AE"/>
              </a:solidFill>
              <a:prstDash val="dash"/>
            </a:ln>
          </p:spPr>
        </p:sp>
        <p:sp>
          <p:nvSpPr>
            <p:cNvPr id="1538" name="panel4__line_1537"/>
            <p:cNvSpPr/>
            <p:nvPr/>
          </p:nvSpPr>
          <p:spPr>
            <a:xfrm>
              <a:off x="5097082" y="6152508"/>
              <a:ext cx="28977" cy="25932"/>
            </a:xfrm>
            <a:prstGeom prst="line">
              <a:avLst/>
            </a:prstGeom>
            <a:noFill/>
            <a:ln w="19050">
              <a:solidFill>
                <a:srgbClr val="A4A9AE"/>
              </a:solidFill>
              <a:prstDash val="dash"/>
            </a:ln>
          </p:spPr>
        </p:sp>
        <p:sp>
          <p:nvSpPr>
            <p:cNvPr id="1539" name="panel4__line_1538"/>
            <p:cNvSpPr/>
            <p:nvPr/>
          </p:nvSpPr>
          <p:spPr>
            <a:xfrm flipV="1">
              <a:off x="5126060" y="6173510"/>
              <a:ext cx="28977" cy="4931"/>
            </a:xfrm>
            <a:prstGeom prst="line">
              <a:avLst/>
            </a:prstGeom>
            <a:noFill/>
            <a:ln w="19050">
              <a:solidFill>
                <a:srgbClr val="A4A9AE"/>
              </a:solidFill>
              <a:prstDash val="dash"/>
            </a:ln>
          </p:spPr>
        </p:sp>
        <p:sp>
          <p:nvSpPr>
            <p:cNvPr id="1540" name="panel4__line_1539"/>
            <p:cNvSpPr/>
            <p:nvPr/>
          </p:nvSpPr>
          <p:spPr>
            <a:xfrm flipV="1">
              <a:off x="5155037" y="6155655"/>
              <a:ext cx="28977" cy="17855"/>
            </a:xfrm>
            <a:prstGeom prst="line">
              <a:avLst/>
            </a:prstGeom>
            <a:noFill/>
            <a:ln w="19050">
              <a:solidFill>
                <a:srgbClr val="A4A9AE"/>
              </a:solidFill>
              <a:prstDash val="dash"/>
            </a:ln>
          </p:spPr>
        </p:sp>
        <p:sp>
          <p:nvSpPr>
            <p:cNvPr id="1541" name="panel4__line_1540"/>
            <p:cNvSpPr/>
            <p:nvPr/>
          </p:nvSpPr>
          <p:spPr>
            <a:xfrm flipV="1">
              <a:off x="5184015" y="6146875"/>
              <a:ext cx="28977" cy="8780"/>
            </a:xfrm>
            <a:prstGeom prst="line">
              <a:avLst/>
            </a:prstGeom>
            <a:noFill/>
            <a:ln w="19050">
              <a:solidFill>
                <a:srgbClr val="A4A9AE"/>
              </a:solidFill>
              <a:prstDash val="dash"/>
            </a:ln>
          </p:spPr>
        </p:sp>
        <p:sp>
          <p:nvSpPr>
            <p:cNvPr id="1542" name="panel4__line_1541"/>
            <p:cNvSpPr/>
            <p:nvPr/>
          </p:nvSpPr>
          <p:spPr>
            <a:xfrm>
              <a:off x="5212992" y="6146875"/>
              <a:ext cx="28977" cy="7316"/>
            </a:xfrm>
            <a:prstGeom prst="line">
              <a:avLst/>
            </a:prstGeom>
            <a:noFill/>
            <a:ln w="19050">
              <a:solidFill>
                <a:srgbClr val="A4A9AE"/>
              </a:solidFill>
              <a:prstDash val="dash"/>
            </a:ln>
          </p:spPr>
        </p:sp>
        <p:sp>
          <p:nvSpPr>
            <p:cNvPr id="1543" name="panel4__line_1542"/>
            <p:cNvSpPr/>
            <p:nvPr/>
          </p:nvSpPr>
          <p:spPr>
            <a:xfrm>
              <a:off x="5241970" y="6154191"/>
              <a:ext cx="28977" cy="12697"/>
            </a:xfrm>
            <a:prstGeom prst="line">
              <a:avLst/>
            </a:prstGeom>
            <a:noFill/>
            <a:ln w="19050">
              <a:solidFill>
                <a:srgbClr val="A4A9AE"/>
              </a:solidFill>
              <a:prstDash val="dash"/>
            </a:ln>
          </p:spPr>
        </p:sp>
        <p:sp>
          <p:nvSpPr>
            <p:cNvPr id="1544" name="panel4__line_1543"/>
            <p:cNvSpPr/>
            <p:nvPr/>
          </p:nvSpPr>
          <p:spPr>
            <a:xfrm>
              <a:off x="5270947" y="6166888"/>
              <a:ext cx="28977" cy="3918"/>
            </a:xfrm>
            <a:prstGeom prst="line">
              <a:avLst/>
            </a:prstGeom>
            <a:noFill/>
            <a:ln w="19050">
              <a:solidFill>
                <a:srgbClr val="A4A9AE"/>
              </a:solidFill>
              <a:prstDash val="dash"/>
            </a:ln>
          </p:spPr>
        </p:sp>
        <p:sp>
          <p:nvSpPr>
            <p:cNvPr id="1545" name="panel4__line_1544"/>
            <p:cNvSpPr/>
            <p:nvPr/>
          </p:nvSpPr>
          <p:spPr>
            <a:xfrm flipV="1">
              <a:off x="5299925" y="6164237"/>
              <a:ext cx="28977" cy="6569"/>
            </a:xfrm>
            <a:prstGeom prst="line">
              <a:avLst/>
            </a:prstGeom>
            <a:noFill/>
            <a:ln w="19050">
              <a:solidFill>
                <a:srgbClr val="A4A9AE"/>
              </a:solidFill>
              <a:prstDash val="dash"/>
            </a:ln>
          </p:spPr>
        </p:sp>
        <p:sp>
          <p:nvSpPr>
            <p:cNvPr id="1546" name="panel4__line_1545"/>
            <p:cNvSpPr/>
            <p:nvPr/>
          </p:nvSpPr>
          <p:spPr>
            <a:xfrm flipV="1">
              <a:off x="5328902" y="6159229"/>
              <a:ext cx="28977" cy="5008"/>
            </a:xfrm>
            <a:prstGeom prst="line">
              <a:avLst/>
            </a:prstGeom>
            <a:noFill/>
            <a:ln w="19050">
              <a:solidFill>
                <a:srgbClr val="A4A9AE"/>
              </a:solidFill>
              <a:prstDash val="dash"/>
            </a:ln>
          </p:spPr>
        </p:sp>
        <p:sp>
          <p:nvSpPr>
            <p:cNvPr id="1547" name="panel4__line_1546"/>
            <p:cNvSpPr/>
            <p:nvPr/>
          </p:nvSpPr>
          <p:spPr>
            <a:xfrm>
              <a:off x="5357880" y="6159229"/>
              <a:ext cx="28977" cy="7931"/>
            </a:xfrm>
            <a:prstGeom prst="line">
              <a:avLst/>
            </a:prstGeom>
            <a:noFill/>
            <a:ln w="19050">
              <a:solidFill>
                <a:srgbClr val="A4A9AE"/>
              </a:solidFill>
              <a:prstDash val="dash"/>
            </a:ln>
          </p:spPr>
        </p:sp>
        <p:sp>
          <p:nvSpPr>
            <p:cNvPr id="1548" name="panel4__line_1547"/>
            <p:cNvSpPr/>
            <p:nvPr/>
          </p:nvSpPr>
          <p:spPr>
            <a:xfrm>
              <a:off x="5386857" y="6167160"/>
              <a:ext cx="28977" cy="16414"/>
            </a:xfrm>
            <a:prstGeom prst="line">
              <a:avLst/>
            </a:prstGeom>
            <a:noFill/>
            <a:ln w="19050">
              <a:solidFill>
                <a:srgbClr val="A4A9AE"/>
              </a:solidFill>
              <a:prstDash val="dash"/>
            </a:ln>
          </p:spPr>
        </p:sp>
        <p:sp>
          <p:nvSpPr>
            <p:cNvPr id="1549" name="panel4__line_1548"/>
            <p:cNvSpPr/>
            <p:nvPr/>
          </p:nvSpPr>
          <p:spPr>
            <a:xfrm>
              <a:off x="5415835" y="6183573"/>
              <a:ext cx="28977" cy="5045"/>
            </a:xfrm>
            <a:prstGeom prst="line">
              <a:avLst/>
            </a:prstGeom>
            <a:noFill/>
            <a:ln w="19050">
              <a:solidFill>
                <a:srgbClr val="A4A9AE"/>
              </a:solidFill>
              <a:prstDash val="dash"/>
            </a:ln>
          </p:spPr>
        </p:sp>
        <p:sp>
          <p:nvSpPr>
            <p:cNvPr id="1550" name="panel4__line_1549"/>
            <p:cNvSpPr/>
            <p:nvPr/>
          </p:nvSpPr>
          <p:spPr>
            <a:xfrm flipV="1">
              <a:off x="5444812" y="6164495"/>
              <a:ext cx="28977" cy="24124"/>
            </a:xfrm>
            <a:prstGeom prst="line">
              <a:avLst/>
            </a:prstGeom>
            <a:noFill/>
            <a:ln w="19050">
              <a:solidFill>
                <a:srgbClr val="A4A9AE"/>
              </a:solidFill>
              <a:prstDash val="dash"/>
            </a:ln>
          </p:spPr>
        </p:sp>
        <p:sp>
          <p:nvSpPr>
            <p:cNvPr id="1551" name="panel4__line_1550"/>
            <p:cNvSpPr/>
            <p:nvPr/>
          </p:nvSpPr>
          <p:spPr>
            <a:xfrm flipV="1">
              <a:off x="5473789" y="6114257"/>
              <a:ext cx="28977" cy="50238"/>
            </a:xfrm>
            <a:prstGeom prst="line">
              <a:avLst/>
            </a:prstGeom>
            <a:noFill/>
            <a:ln w="19050">
              <a:solidFill>
                <a:srgbClr val="A4A9AE"/>
              </a:solidFill>
              <a:prstDash val="dash"/>
            </a:ln>
          </p:spPr>
        </p:sp>
        <p:sp>
          <p:nvSpPr>
            <p:cNvPr id="1552" name="panel4__line_1551"/>
            <p:cNvSpPr/>
            <p:nvPr/>
          </p:nvSpPr>
          <p:spPr>
            <a:xfrm flipV="1">
              <a:off x="5502767" y="6063718"/>
              <a:ext cx="28977" cy="50539"/>
            </a:xfrm>
            <a:prstGeom prst="line">
              <a:avLst/>
            </a:prstGeom>
            <a:noFill/>
            <a:ln w="19050">
              <a:solidFill>
                <a:srgbClr val="A4A9AE"/>
              </a:solidFill>
              <a:prstDash val="dash"/>
            </a:ln>
          </p:spPr>
        </p:sp>
        <p:sp>
          <p:nvSpPr>
            <p:cNvPr id="1553" name="panel4__line_1552"/>
            <p:cNvSpPr/>
            <p:nvPr/>
          </p:nvSpPr>
          <p:spPr>
            <a:xfrm flipV="1">
              <a:off x="5531744" y="6043045"/>
              <a:ext cx="28977" cy="20673"/>
            </a:xfrm>
            <a:prstGeom prst="line">
              <a:avLst/>
            </a:prstGeom>
            <a:noFill/>
            <a:ln w="19050">
              <a:solidFill>
                <a:srgbClr val="A4A9AE"/>
              </a:solidFill>
              <a:prstDash val="dash"/>
            </a:ln>
          </p:spPr>
        </p:sp>
        <p:sp>
          <p:nvSpPr>
            <p:cNvPr id="1554" name="panel4__line_1553"/>
            <p:cNvSpPr/>
            <p:nvPr/>
          </p:nvSpPr>
          <p:spPr>
            <a:xfrm>
              <a:off x="5560722" y="6043045"/>
              <a:ext cx="28977" cy="20279"/>
            </a:xfrm>
            <a:prstGeom prst="line">
              <a:avLst/>
            </a:prstGeom>
            <a:noFill/>
            <a:ln w="19050">
              <a:solidFill>
                <a:srgbClr val="A4A9AE"/>
              </a:solidFill>
              <a:prstDash val="dash"/>
            </a:ln>
          </p:spPr>
        </p:sp>
        <p:sp>
          <p:nvSpPr>
            <p:cNvPr id="1555" name="panel4__line_1554"/>
            <p:cNvSpPr/>
            <p:nvPr/>
          </p:nvSpPr>
          <p:spPr>
            <a:xfrm>
              <a:off x="5589699" y="6063325"/>
              <a:ext cx="28977" cy="45076"/>
            </a:xfrm>
            <a:prstGeom prst="line">
              <a:avLst/>
            </a:prstGeom>
            <a:noFill/>
            <a:ln w="19050">
              <a:solidFill>
                <a:srgbClr val="A4A9AE"/>
              </a:solidFill>
              <a:prstDash val="dash"/>
            </a:ln>
          </p:spPr>
        </p:sp>
        <p:sp>
          <p:nvSpPr>
            <p:cNvPr id="1556" name="panel4__line_1555"/>
            <p:cNvSpPr/>
            <p:nvPr/>
          </p:nvSpPr>
          <p:spPr>
            <a:xfrm>
              <a:off x="5618677" y="6108401"/>
              <a:ext cx="28977" cy="40442"/>
            </a:xfrm>
            <a:prstGeom prst="line">
              <a:avLst/>
            </a:prstGeom>
            <a:noFill/>
            <a:ln w="19050">
              <a:solidFill>
                <a:srgbClr val="A4A9AE"/>
              </a:solidFill>
              <a:prstDash val="dash"/>
            </a:ln>
          </p:spPr>
        </p:sp>
        <p:sp>
          <p:nvSpPr>
            <p:cNvPr id="1557" name="panel4__line_1556"/>
            <p:cNvSpPr/>
            <p:nvPr/>
          </p:nvSpPr>
          <p:spPr>
            <a:xfrm>
              <a:off x="5647654" y="6148843"/>
              <a:ext cx="28977" cy="16435"/>
            </a:xfrm>
            <a:prstGeom prst="line">
              <a:avLst/>
            </a:prstGeom>
            <a:noFill/>
            <a:ln w="19050">
              <a:solidFill>
                <a:srgbClr val="A4A9AE"/>
              </a:solidFill>
              <a:prstDash val="dash"/>
            </a:ln>
          </p:spPr>
        </p:sp>
        <p:sp>
          <p:nvSpPr>
            <p:cNvPr id="1558" name="panel4__line_1557"/>
            <p:cNvSpPr/>
            <p:nvPr/>
          </p:nvSpPr>
          <p:spPr>
            <a:xfrm flipV="1">
              <a:off x="5676632" y="6160669"/>
              <a:ext cx="28977" cy="4609"/>
            </a:xfrm>
            <a:prstGeom prst="line">
              <a:avLst/>
            </a:prstGeom>
            <a:noFill/>
            <a:ln w="19050">
              <a:solidFill>
                <a:srgbClr val="A4A9AE"/>
              </a:solidFill>
              <a:prstDash val="dash"/>
            </a:ln>
          </p:spPr>
        </p:sp>
        <p:sp>
          <p:nvSpPr>
            <p:cNvPr id="1559" name="panel4__line_1558"/>
            <p:cNvSpPr/>
            <p:nvPr/>
          </p:nvSpPr>
          <p:spPr>
            <a:xfrm flipV="1">
              <a:off x="5705609" y="6152151"/>
              <a:ext cx="28977" cy="8517"/>
            </a:xfrm>
            <a:prstGeom prst="line">
              <a:avLst/>
            </a:prstGeom>
            <a:noFill/>
            <a:ln w="19050">
              <a:solidFill>
                <a:srgbClr val="A4A9AE"/>
              </a:solidFill>
              <a:prstDash val="dash"/>
            </a:ln>
          </p:spPr>
        </p:sp>
        <p:sp>
          <p:nvSpPr>
            <p:cNvPr id="1560" name="panel4__line_1559"/>
            <p:cNvSpPr/>
            <p:nvPr/>
          </p:nvSpPr>
          <p:spPr>
            <a:xfrm flipV="1">
              <a:off x="5734587" y="6152114"/>
              <a:ext cx="28977" cy="38"/>
            </a:xfrm>
            <a:prstGeom prst="line">
              <a:avLst/>
            </a:prstGeom>
            <a:noFill/>
            <a:ln w="19050">
              <a:solidFill>
                <a:srgbClr val="A4A9AE"/>
              </a:solidFill>
              <a:prstDash val="dash"/>
            </a:ln>
          </p:spPr>
        </p:sp>
        <p:sp>
          <p:nvSpPr>
            <p:cNvPr id="1561" name="panel4__line_1560"/>
            <p:cNvSpPr/>
            <p:nvPr/>
          </p:nvSpPr>
          <p:spPr>
            <a:xfrm>
              <a:off x="5763564" y="6152114"/>
              <a:ext cx="28977" cy="5192"/>
            </a:xfrm>
            <a:prstGeom prst="line">
              <a:avLst/>
            </a:prstGeom>
            <a:noFill/>
            <a:ln w="19050">
              <a:solidFill>
                <a:srgbClr val="A4A9AE"/>
              </a:solidFill>
              <a:prstDash val="dash"/>
            </a:ln>
          </p:spPr>
        </p:sp>
        <p:sp>
          <p:nvSpPr>
            <p:cNvPr id="1562" name="panel4__line_1561"/>
            <p:cNvSpPr/>
            <p:nvPr/>
          </p:nvSpPr>
          <p:spPr>
            <a:xfrm flipV="1">
              <a:off x="5792542" y="6155731"/>
              <a:ext cx="28977" cy="1574"/>
            </a:xfrm>
            <a:prstGeom prst="line">
              <a:avLst/>
            </a:prstGeom>
            <a:noFill/>
            <a:ln w="19050">
              <a:solidFill>
                <a:srgbClr val="A4A9AE"/>
              </a:solidFill>
              <a:prstDash val="dash"/>
            </a:ln>
          </p:spPr>
        </p:sp>
        <p:sp>
          <p:nvSpPr>
            <p:cNvPr id="1563" name="panel4__line_1562"/>
            <p:cNvSpPr/>
            <p:nvPr/>
          </p:nvSpPr>
          <p:spPr>
            <a:xfrm flipV="1">
              <a:off x="5821519" y="6143019"/>
              <a:ext cx="28977" cy="12713"/>
            </a:xfrm>
            <a:prstGeom prst="line">
              <a:avLst/>
            </a:prstGeom>
            <a:noFill/>
            <a:ln w="19050">
              <a:solidFill>
                <a:srgbClr val="A4A9AE"/>
              </a:solidFill>
              <a:prstDash val="dash"/>
            </a:ln>
          </p:spPr>
        </p:sp>
        <p:sp>
          <p:nvSpPr>
            <p:cNvPr id="1564" name="panel4__line_1563"/>
            <p:cNvSpPr/>
            <p:nvPr/>
          </p:nvSpPr>
          <p:spPr>
            <a:xfrm flipV="1">
              <a:off x="5850496" y="6130528"/>
              <a:ext cx="28977" cy="12490"/>
            </a:xfrm>
            <a:prstGeom prst="line">
              <a:avLst/>
            </a:prstGeom>
            <a:noFill/>
            <a:ln w="19050">
              <a:solidFill>
                <a:srgbClr val="A4A9AE"/>
              </a:solidFill>
              <a:prstDash val="dash"/>
            </a:ln>
          </p:spPr>
        </p:sp>
        <p:sp>
          <p:nvSpPr>
            <p:cNvPr id="1565" name="panel4__line_1564"/>
            <p:cNvSpPr/>
            <p:nvPr/>
          </p:nvSpPr>
          <p:spPr>
            <a:xfrm>
              <a:off x="5879474" y="6130528"/>
              <a:ext cx="28977" cy="5222"/>
            </a:xfrm>
            <a:prstGeom prst="line">
              <a:avLst/>
            </a:prstGeom>
            <a:noFill/>
            <a:ln w="19050">
              <a:solidFill>
                <a:srgbClr val="A4A9AE"/>
              </a:solidFill>
              <a:prstDash val="dash"/>
            </a:ln>
          </p:spPr>
        </p:sp>
        <p:sp>
          <p:nvSpPr>
            <p:cNvPr id="1566" name="panel4__line_1565"/>
            <p:cNvSpPr/>
            <p:nvPr/>
          </p:nvSpPr>
          <p:spPr>
            <a:xfrm>
              <a:off x="5908451" y="6135750"/>
              <a:ext cx="28977" cy="27780"/>
            </a:xfrm>
            <a:prstGeom prst="line">
              <a:avLst/>
            </a:prstGeom>
            <a:noFill/>
            <a:ln w="19050">
              <a:solidFill>
                <a:srgbClr val="A4A9AE"/>
              </a:solidFill>
              <a:prstDash val="dash"/>
            </a:ln>
          </p:spPr>
        </p:sp>
        <p:sp>
          <p:nvSpPr>
            <p:cNvPr id="1567" name="panel4__line_1566"/>
            <p:cNvSpPr/>
            <p:nvPr/>
          </p:nvSpPr>
          <p:spPr>
            <a:xfrm>
              <a:off x="5937429" y="6163530"/>
              <a:ext cx="28977" cy="33249"/>
            </a:xfrm>
            <a:prstGeom prst="line">
              <a:avLst/>
            </a:prstGeom>
            <a:noFill/>
            <a:ln w="19050">
              <a:solidFill>
                <a:srgbClr val="A4A9AE"/>
              </a:solidFill>
              <a:prstDash val="dash"/>
            </a:ln>
          </p:spPr>
        </p:sp>
        <p:sp>
          <p:nvSpPr>
            <p:cNvPr id="1568" name="panel4__line_1567"/>
            <p:cNvSpPr/>
            <p:nvPr/>
          </p:nvSpPr>
          <p:spPr>
            <a:xfrm>
              <a:off x="5966406" y="6196779"/>
              <a:ext cx="28977" cy="10625"/>
            </a:xfrm>
            <a:prstGeom prst="line">
              <a:avLst/>
            </a:prstGeom>
            <a:noFill/>
            <a:ln w="19050">
              <a:solidFill>
                <a:srgbClr val="A4A9AE"/>
              </a:solidFill>
              <a:prstDash val="dash"/>
            </a:ln>
          </p:spPr>
        </p:sp>
        <p:sp>
          <p:nvSpPr>
            <p:cNvPr id="1569" name="panel4__line_1568"/>
            <p:cNvSpPr/>
            <p:nvPr/>
          </p:nvSpPr>
          <p:spPr>
            <a:xfrm flipV="1">
              <a:off x="5995384" y="6179313"/>
              <a:ext cx="28977" cy="28091"/>
            </a:xfrm>
            <a:prstGeom prst="line">
              <a:avLst/>
            </a:prstGeom>
            <a:noFill/>
            <a:ln w="19050">
              <a:solidFill>
                <a:srgbClr val="A4A9AE"/>
              </a:solidFill>
              <a:prstDash val="dash"/>
            </a:ln>
          </p:spPr>
        </p:sp>
        <p:sp>
          <p:nvSpPr>
            <p:cNvPr id="1570" name="panel4__line_1569"/>
            <p:cNvSpPr/>
            <p:nvPr/>
          </p:nvSpPr>
          <p:spPr>
            <a:xfrm flipV="1">
              <a:off x="6024361" y="6123307"/>
              <a:ext cx="28977" cy="56006"/>
            </a:xfrm>
            <a:prstGeom prst="line">
              <a:avLst/>
            </a:prstGeom>
            <a:noFill/>
            <a:ln w="19050">
              <a:solidFill>
                <a:srgbClr val="A4A9AE"/>
              </a:solidFill>
              <a:prstDash val="dash"/>
            </a:ln>
          </p:spPr>
        </p:sp>
        <p:sp>
          <p:nvSpPr>
            <p:cNvPr id="1571" name="panel4__line_1570"/>
            <p:cNvSpPr/>
            <p:nvPr/>
          </p:nvSpPr>
          <p:spPr>
            <a:xfrm flipV="1">
              <a:off x="6053339" y="6070116"/>
              <a:ext cx="28977" cy="53192"/>
            </a:xfrm>
            <a:prstGeom prst="line">
              <a:avLst/>
            </a:prstGeom>
            <a:noFill/>
            <a:ln w="19050">
              <a:solidFill>
                <a:srgbClr val="A4A9AE"/>
              </a:solidFill>
              <a:prstDash val="dash"/>
            </a:ln>
          </p:spPr>
        </p:sp>
        <p:sp>
          <p:nvSpPr>
            <p:cNvPr id="1572" name="panel4__line_1571"/>
            <p:cNvSpPr/>
            <p:nvPr/>
          </p:nvSpPr>
          <p:spPr>
            <a:xfrm flipV="1">
              <a:off x="6082316" y="6047160"/>
              <a:ext cx="28977" cy="22955"/>
            </a:xfrm>
            <a:prstGeom prst="line">
              <a:avLst/>
            </a:prstGeom>
            <a:noFill/>
            <a:ln w="19050">
              <a:solidFill>
                <a:srgbClr val="A4A9AE"/>
              </a:solidFill>
              <a:prstDash val="dash"/>
            </a:ln>
          </p:spPr>
        </p:sp>
        <p:sp>
          <p:nvSpPr>
            <p:cNvPr id="1573" name="panel4__line_1572"/>
            <p:cNvSpPr/>
            <p:nvPr/>
          </p:nvSpPr>
          <p:spPr>
            <a:xfrm>
              <a:off x="6111294" y="6047160"/>
              <a:ext cx="28977" cy="11893"/>
            </a:xfrm>
            <a:prstGeom prst="line">
              <a:avLst/>
            </a:prstGeom>
            <a:noFill/>
            <a:ln w="19050">
              <a:solidFill>
                <a:srgbClr val="A4A9AE"/>
              </a:solidFill>
              <a:prstDash val="dash"/>
            </a:ln>
          </p:spPr>
        </p:sp>
        <p:sp>
          <p:nvSpPr>
            <p:cNvPr id="1574" name="panel4__line_1573"/>
            <p:cNvSpPr/>
            <p:nvPr/>
          </p:nvSpPr>
          <p:spPr>
            <a:xfrm>
              <a:off x="6140271" y="6059054"/>
              <a:ext cx="28977" cy="28989"/>
            </a:xfrm>
            <a:prstGeom prst="line">
              <a:avLst/>
            </a:prstGeom>
            <a:noFill/>
            <a:ln w="19050">
              <a:solidFill>
                <a:srgbClr val="A4A9AE"/>
              </a:solidFill>
              <a:prstDash val="dash"/>
            </a:ln>
          </p:spPr>
        </p:sp>
        <p:sp>
          <p:nvSpPr>
            <p:cNvPr id="1575" name="panel4__line_1574"/>
            <p:cNvSpPr/>
            <p:nvPr/>
          </p:nvSpPr>
          <p:spPr>
            <a:xfrm>
              <a:off x="6169249" y="6088042"/>
              <a:ext cx="28977" cy="24284"/>
            </a:xfrm>
            <a:prstGeom prst="line">
              <a:avLst/>
            </a:prstGeom>
            <a:noFill/>
            <a:ln w="19050">
              <a:solidFill>
                <a:srgbClr val="A4A9AE"/>
              </a:solidFill>
              <a:prstDash val="dash"/>
            </a:ln>
          </p:spPr>
        </p:sp>
        <p:sp>
          <p:nvSpPr>
            <p:cNvPr id="1576" name="panel4__line_1575"/>
            <p:cNvSpPr/>
            <p:nvPr/>
          </p:nvSpPr>
          <p:spPr>
            <a:xfrm>
              <a:off x="6198226" y="6112326"/>
              <a:ext cx="28977" cy="12145"/>
            </a:xfrm>
            <a:prstGeom prst="line">
              <a:avLst/>
            </a:prstGeom>
            <a:noFill/>
            <a:ln w="19050">
              <a:solidFill>
                <a:srgbClr val="A4A9AE"/>
              </a:solidFill>
              <a:prstDash val="dash"/>
            </a:ln>
          </p:spPr>
        </p:sp>
        <p:sp>
          <p:nvSpPr>
            <p:cNvPr id="1577" name="panel4__line_1576"/>
            <p:cNvSpPr/>
            <p:nvPr/>
          </p:nvSpPr>
          <p:spPr>
            <a:xfrm>
              <a:off x="6227204" y="6124471"/>
              <a:ext cx="28977" cy="8953"/>
            </a:xfrm>
            <a:prstGeom prst="line">
              <a:avLst/>
            </a:prstGeom>
            <a:noFill/>
            <a:ln w="19050">
              <a:solidFill>
                <a:srgbClr val="A4A9AE"/>
              </a:solidFill>
              <a:prstDash val="dash"/>
            </a:ln>
          </p:spPr>
        </p:sp>
        <p:sp>
          <p:nvSpPr>
            <p:cNvPr id="1578" name="panel4__line_1577"/>
            <p:cNvSpPr/>
            <p:nvPr/>
          </p:nvSpPr>
          <p:spPr>
            <a:xfrm>
              <a:off x="6256181" y="6133425"/>
              <a:ext cx="28977" cy="16748"/>
            </a:xfrm>
            <a:prstGeom prst="line">
              <a:avLst/>
            </a:prstGeom>
            <a:noFill/>
            <a:ln w="19050">
              <a:solidFill>
                <a:srgbClr val="A4A9AE"/>
              </a:solidFill>
              <a:prstDash val="dash"/>
            </a:ln>
          </p:spPr>
        </p:sp>
        <p:sp>
          <p:nvSpPr>
            <p:cNvPr id="1579" name="panel4__line_1578"/>
            <p:cNvSpPr/>
            <p:nvPr/>
          </p:nvSpPr>
          <p:spPr>
            <a:xfrm>
              <a:off x="6285158" y="6150173"/>
              <a:ext cx="28977" cy="22611"/>
            </a:xfrm>
            <a:prstGeom prst="line">
              <a:avLst/>
            </a:prstGeom>
            <a:noFill/>
            <a:ln w="19050">
              <a:solidFill>
                <a:srgbClr val="A4A9AE"/>
              </a:solidFill>
              <a:prstDash val="dash"/>
            </a:ln>
          </p:spPr>
        </p:sp>
        <p:sp>
          <p:nvSpPr>
            <p:cNvPr id="1580" name="panel4__line_1579"/>
            <p:cNvSpPr/>
            <p:nvPr/>
          </p:nvSpPr>
          <p:spPr>
            <a:xfrm>
              <a:off x="6314136" y="6172784"/>
              <a:ext cx="28977" cy="13725"/>
            </a:xfrm>
            <a:prstGeom prst="line">
              <a:avLst/>
            </a:prstGeom>
            <a:noFill/>
            <a:ln w="19050">
              <a:solidFill>
                <a:srgbClr val="A4A9AE"/>
              </a:solidFill>
              <a:prstDash val="dash"/>
            </a:ln>
          </p:spPr>
        </p:sp>
        <p:sp>
          <p:nvSpPr>
            <p:cNvPr id="1581" name="panel4__line_1580"/>
            <p:cNvSpPr/>
            <p:nvPr/>
          </p:nvSpPr>
          <p:spPr>
            <a:xfrm flipV="1">
              <a:off x="6343113" y="6179133"/>
              <a:ext cx="28977" cy="7376"/>
            </a:xfrm>
            <a:prstGeom prst="line">
              <a:avLst/>
            </a:prstGeom>
            <a:noFill/>
            <a:ln w="19050">
              <a:solidFill>
                <a:srgbClr val="A4A9AE"/>
              </a:solidFill>
              <a:prstDash val="dash"/>
            </a:ln>
          </p:spPr>
        </p:sp>
        <p:sp>
          <p:nvSpPr>
            <p:cNvPr id="1582" name="panel4__line_1581"/>
            <p:cNvSpPr/>
            <p:nvPr/>
          </p:nvSpPr>
          <p:spPr>
            <a:xfrm flipV="1">
              <a:off x="6372091" y="6156020"/>
              <a:ext cx="28977" cy="23113"/>
            </a:xfrm>
            <a:prstGeom prst="line">
              <a:avLst/>
            </a:prstGeom>
            <a:noFill/>
            <a:ln w="19050">
              <a:solidFill>
                <a:srgbClr val="A4A9AE"/>
              </a:solidFill>
              <a:prstDash val="dash"/>
            </a:ln>
          </p:spPr>
        </p:sp>
        <p:sp>
          <p:nvSpPr>
            <p:cNvPr id="1583" name="panel4__line_1582"/>
            <p:cNvSpPr/>
            <p:nvPr/>
          </p:nvSpPr>
          <p:spPr>
            <a:xfrm flipV="1">
              <a:off x="6401068" y="6138808"/>
              <a:ext cx="28977" cy="17213"/>
            </a:xfrm>
            <a:prstGeom prst="line">
              <a:avLst/>
            </a:prstGeom>
            <a:noFill/>
            <a:ln w="19050">
              <a:solidFill>
                <a:srgbClr val="A4A9AE"/>
              </a:solidFill>
              <a:prstDash val="dash"/>
            </a:ln>
          </p:spPr>
        </p:sp>
        <p:sp>
          <p:nvSpPr>
            <p:cNvPr id="1584" name="panel4__line_1583"/>
            <p:cNvSpPr/>
            <p:nvPr/>
          </p:nvSpPr>
          <p:spPr>
            <a:xfrm>
              <a:off x="6430046" y="6138808"/>
              <a:ext cx="28977" cy="8337"/>
            </a:xfrm>
            <a:prstGeom prst="line">
              <a:avLst/>
            </a:prstGeom>
            <a:noFill/>
            <a:ln w="19050">
              <a:solidFill>
                <a:srgbClr val="A4A9AE"/>
              </a:solidFill>
              <a:prstDash val="dash"/>
            </a:ln>
          </p:spPr>
        </p:sp>
        <p:sp>
          <p:nvSpPr>
            <p:cNvPr id="1585" name="panel4__line_1584"/>
            <p:cNvSpPr/>
            <p:nvPr/>
          </p:nvSpPr>
          <p:spPr>
            <a:xfrm>
              <a:off x="6459023" y="6147145"/>
              <a:ext cx="28977" cy="32564"/>
            </a:xfrm>
            <a:prstGeom prst="line">
              <a:avLst/>
            </a:prstGeom>
            <a:noFill/>
            <a:ln w="19050">
              <a:solidFill>
                <a:srgbClr val="A4A9AE"/>
              </a:solidFill>
              <a:prstDash val="dash"/>
            </a:ln>
          </p:spPr>
        </p:sp>
        <p:sp>
          <p:nvSpPr>
            <p:cNvPr id="1586" name="panel4__line_1585"/>
            <p:cNvSpPr/>
            <p:nvPr/>
          </p:nvSpPr>
          <p:spPr>
            <a:xfrm>
              <a:off x="6488001" y="6179709"/>
              <a:ext cx="28977" cy="32842"/>
            </a:xfrm>
            <a:prstGeom prst="line">
              <a:avLst/>
            </a:prstGeom>
            <a:noFill/>
            <a:ln w="19050">
              <a:solidFill>
                <a:srgbClr val="A4A9AE"/>
              </a:solidFill>
              <a:prstDash val="dash"/>
            </a:ln>
          </p:spPr>
        </p:sp>
        <p:sp>
          <p:nvSpPr>
            <p:cNvPr id="1587" name="panel4__line_1586"/>
            <p:cNvSpPr/>
            <p:nvPr/>
          </p:nvSpPr>
          <p:spPr>
            <a:xfrm>
              <a:off x="6516978" y="6212551"/>
              <a:ext cx="28977" cy="4996"/>
            </a:xfrm>
            <a:prstGeom prst="line">
              <a:avLst/>
            </a:prstGeom>
            <a:noFill/>
            <a:ln w="19050">
              <a:solidFill>
                <a:srgbClr val="A4A9AE"/>
              </a:solidFill>
              <a:prstDash val="dash"/>
            </a:ln>
          </p:spPr>
        </p:sp>
        <p:sp>
          <p:nvSpPr>
            <p:cNvPr id="1588" name="panel4__line_1587"/>
            <p:cNvSpPr/>
            <p:nvPr/>
          </p:nvSpPr>
          <p:spPr>
            <a:xfrm flipV="1">
              <a:off x="6545956" y="6185276"/>
              <a:ext cx="28977" cy="32271"/>
            </a:xfrm>
            <a:prstGeom prst="line">
              <a:avLst/>
            </a:prstGeom>
            <a:noFill/>
            <a:ln w="19050">
              <a:solidFill>
                <a:srgbClr val="A4A9AE"/>
              </a:solidFill>
              <a:prstDash val="dash"/>
            </a:ln>
          </p:spPr>
        </p:sp>
        <p:sp>
          <p:nvSpPr>
            <p:cNvPr id="1589" name="panel4__line_1588"/>
            <p:cNvSpPr/>
            <p:nvPr/>
          </p:nvSpPr>
          <p:spPr>
            <a:xfrm flipV="1">
              <a:off x="6574933" y="6132375"/>
              <a:ext cx="28977" cy="52901"/>
            </a:xfrm>
            <a:prstGeom prst="line">
              <a:avLst/>
            </a:prstGeom>
            <a:noFill/>
            <a:ln w="19050">
              <a:solidFill>
                <a:srgbClr val="A4A9AE"/>
              </a:solidFill>
              <a:prstDash val="dash"/>
            </a:ln>
          </p:spPr>
        </p:sp>
        <p:sp>
          <p:nvSpPr>
            <p:cNvPr id="1590" name="panel4__line_1589"/>
            <p:cNvSpPr/>
            <p:nvPr/>
          </p:nvSpPr>
          <p:spPr>
            <a:xfrm flipV="1">
              <a:off x="6603911" y="6087347"/>
              <a:ext cx="28977" cy="45028"/>
            </a:xfrm>
            <a:prstGeom prst="line">
              <a:avLst/>
            </a:prstGeom>
            <a:noFill/>
            <a:ln w="19050">
              <a:solidFill>
                <a:srgbClr val="A4A9AE"/>
              </a:solidFill>
              <a:prstDash val="dash"/>
            </a:ln>
          </p:spPr>
        </p:sp>
        <p:sp>
          <p:nvSpPr>
            <p:cNvPr id="1591" name="panel4__line_1590"/>
            <p:cNvSpPr/>
            <p:nvPr/>
          </p:nvSpPr>
          <p:spPr>
            <a:xfrm flipV="1">
              <a:off x="6632888" y="6068041"/>
              <a:ext cx="28977" cy="19306"/>
            </a:xfrm>
            <a:prstGeom prst="line">
              <a:avLst/>
            </a:prstGeom>
            <a:noFill/>
            <a:ln w="19050">
              <a:solidFill>
                <a:srgbClr val="A4A9AE"/>
              </a:solidFill>
              <a:prstDash val="dash"/>
            </a:ln>
          </p:spPr>
        </p:sp>
        <p:sp>
          <p:nvSpPr>
            <p:cNvPr id="1592" name="panel4__line_1591"/>
            <p:cNvSpPr/>
            <p:nvPr/>
          </p:nvSpPr>
          <p:spPr>
            <a:xfrm>
              <a:off x="6661865" y="6068041"/>
              <a:ext cx="28977" cy="2757"/>
            </a:xfrm>
            <a:prstGeom prst="line">
              <a:avLst/>
            </a:prstGeom>
            <a:noFill/>
            <a:ln w="19050">
              <a:solidFill>
                <a:srgbClr val="A4A9AE"/>
              </a:solidFill>
              <a:prstDash val="dash"/>
            </a:ln>
          </p:spPr>
        </p:sp>
        <p:sp>
          <p:nvSpPr>
            <p:cNvPr id="1593" name="panel4__line_1592"/>
            <p:cNvSpPr/>
            <p:nvPr/>
          </p:nvSpPr>
          <p:spPr>
            <a:xfrm>
              <a:off x="6690843" y="6070798"/>
              <a:ext cx="28977" cy="8750"/>
            </a:xfrm>
            <a:prstGeom prst="line">
              <a:avLst/>
            </a:prstGeom>
            <a:noFill/>
            <a:ln w="19050">
              <a:solidFill>
                <a:srgbClr val="A4A9AE"/>
              </a:solidFill>
              <a:prstDash val="dash"/>
            </a:ln>
          </p:spPr>
        </p:sp>
        <p:sp>
          <p:nvSpPr>
            <p:cNvPr id="1594" name="panel4__line_1593"/>
            <p:cNvSpPr/>
            <p:nvPr/>
          </p:nvSpPr>
          <p:spPr>
            <a:xfrm>
              <a:off x="6719820" y="6079548"/>
              <a:ext cx="28977" cy="4773"/>
            </a:xfrm>
            <a:prstGeom prst="line">
              <a:avLst/>
            </a:prstGeom>
            <a:noFill/>
            <a:ln w="19050">
              <a:solidFill>
                <a:srgbClr val="A4A9AE"/>
              </a:solidFill>
              <a:prstDash val="dash"/>
            </a:ln>
          </p:spPr>
        </p:sp>
        <p:sp>
          <p:nvSpPr>
            <p:cNvPr id="1595" name="panel4__line_1594"/>
            <p:cNvSpPr/>
            <p:nvPr/>
          </p:nvSpPr>
          <p:spPr>
            <a:xfrm>
              <a:off x="6748798" y="6084321"/>
              <a:ext cx="28977" cy="6200"/>
            </a:xfrm>
            <a:prstGeom prst="line">
              <a:avLst/>
            </a:prstGeom>
            <a:noFill/>
            <a:ln w="19050">
              <a:solidFill>
                <a:srgbClr val="A4A9AE"/>
              </a:solidFill>
              <a:prstDash val="dash"/>
            </a:ln>
          </p:spPr>
        </p:sp>
        <p:sp>
          <p:nvSpPr>
            <p:cNvPr id="1596" name="panel4__line_1595"/>
            <p:cNvSpPr/>
            <p:nvPr/>
          </p:nvSpPr>
          <p:spPr>
            <a:xfrm>
              <a:off x="6777775" y="6090521"/>
              <a:ext cx="28977" cy="19773"/>
            </a:xfrm>
            <a:prstGeom prst="line">
              <a:avLst/>
            </a:prstGeom>
            <a:noFill/>
            <a:ln w="19050">
              <a:solidFill>
                <a:srgbClr val="A4A9AE"/>
              </a:solidFill>
              <a:prstDash val="dash"/>
            </a:ln>
          </p:spPr>
        </p:sp>
        <p:sp>
          <p:nvSpPr>
            <p:cNvPr id="1597" name="panel4__line_1596"/>
            <p:cNvSpPr/>
            <p:nvPr/>
          </p:nvSpPr>
          <p:spPr>
            <a:xfrm>
              <a:off x="6806753" y="6110294"/>
              <a:ext cx="28977" cy="35179"/>
            </a:xfrm>
            <a:prstGeom prst="line">
              <a:avLst/>
            </a:prstGeom>
            <a:noFill/>
            <a:ln w="19050">
              <a:solidFill>
                <a:srgbClr val="A4A9AE"/>
              </a:solidFill>
              <a:prstDash val="dash"/>
            </a:ln>
          </p:spPr>
        </p:sp>
        <p:sp>
          <p:nvSpPr>
            <p:cNvPr id="1598" name="panel4__line_1597"/>
            <p:cNvSpPr/>
            <p:nvPr/>
          </p:nvSpPr>
          <p:spPr>
            <a:xfrm>
              <a:off x="6835730" y="6145473"/>
              <a:ext cx="28977" cy="34753"/>
            </a:xfrm>
            <a:prstGeom prst="line">
              <a:avLst/>
            </a:prstGeom>
            <a:noFill/>
            <a:ln w="19050">
              <a:solidFill>
                <a:srgbClr val="A4A9AE"/>
              </a:solidFill>
              <a:prstDash val="dash"/>
            </a:ln>
          </p:spPr>
        </p:sp>
        <p:sp>
          <p:nvSpPr>
            <p:cNvPr id="1599" name="panel4__line_1598"/>
            <p:cNvSpPr/>
            <p:nvPr/>
          </p:nvSpPr>
          <p:spPr>
            <a:xfrm>
              <a:off x="6864708" y="6180226"/>
              <a:ext cx="28977" cy="12045"/>
            </a:xfrm>
            <a:prstGeom prst="line">
              <a:avLst/>
            </a:prstGeom>
            <a:noFill/>
            <a:ln w="19050">
              <a:solidFill>
                <a:srgbClr val="A4A9AE"/>
              </a:solidFill>
              <a:prstDash val="dash"/>
            </a:ln>
          </p:spPr>
        </p:sp>
        <p:sp>
          <p:nvSpPr>
            <p:cNvPr id="1600" name="panel4__line_1599"/>
            <p:cNvSpPr/>
            <p:nvPr/>
          </p:nvSpPr>
          <p:spPr>
            <a:xfrm flipV="1">
              <a:off x="6893685" y="6173134"/>
              <a:ext cx="28977" cy="19137"/>
            </a:xfrm>
            <a:prstGeom prst="line">
              <a:avLst/>
            </a:prstGeom>
            <a:noFill/>
            <a:ln w="19050">
              <a:solidFill>
                <a:srgbClr val="A4A9AE"/>
              </a:solidFill>
              <a:prstDash val="dash"/>
            </a:ln>
          </p:spPr>
        </p:sp>
        <p:sp>
          <p:nvSpPr>
            <p:cNvPr id="1601" name="panel4__line_1600"/>
            <p:cNvSpPr/>
            <p:nvPr/>
          </p:nvSpPr>
          <p:spPr>
            <a:xfrm flipV="1">
              <a:off x="6922663" y="6138213"/>
              <a:ext cx="28977" cy="34921"/>
            </a:xfrm>
            <a:prstGeom prst="line">
              <a:avLst/>
            </a:prstGeom>
            <a:noFill/>
            <a:ln w="19050">
              <a:solidFill>
                <a:srgbClr val="A4A9AE"/>
              </a:solidFill>
              <a:prstDash val="dash"/>
            </a:ln>
          </p:spPr>
        </p:sp>
        <p:sp>
          <p:nvSpPr>
            <p:cNvPr id="1602" name="panel4__line_1601"/>
            <p:cNvSpPr/>
            <p:nvPr/>
          </p:nvSpPr>
          <p:spPr>
            <a:xfrm flipV="1">
              <a:off x="6951640" y="6115998"/>
              <a:ext cx="28977" cy="22214"/>
            </a:xfrm>
            <a:prstGeom prst="line">
              <a:avLst/>
            </a:prstGeom>
            <a:noFill/>
            <a:ln w="19050">
              <a:solidFill>
                <a:srgbClr val="A4A9AE"/>
              </a:solidFill>
              <a:prstDash val="dash"/>
            </a:ln>
          </p:spPr>
        </p:sp>
        <p:sp>
          <p:nvSpPr>
            <p:cNvPr id="1603" name="panel4__line_1602"/>
            <p:cNvSpPr/>
            <p:nvPr/>
          </p:nvSpPr>
          <p:spPr>
            <a:xfrm>
              <a:off x="6980618" y="6115998"/>
              <a:ext cx="28977" cy="8954"/>
            </a:xfrm>
            <a:prstGeom prst="line">
              <a:avLst/>
            </a:prstGeom>
            <a:noFill/>
            <a:ln w="19050">
              <a:solidFill>
                <a:srgbClr val="A4A9AE"/>
              </a:solidFill>
              <a:prstDash val="dash"/>
            </a:ln>
          </p:spPr>
        </p:sp>
        <p:sp>
          <p:nvSpPr>
            <p:cNvPr id="1604" name="panel4__line_1603"/>
            <p:cNvSpPr/>
            <p:nvPr/>
          </p:nvSpPr>
          <p:spPr>
            <a:xfrm>
              <a:off x="7009595" y="6124953"/>
              <a:ext cx="28977" cy="33370"/>
            </a:xfrm>
            <a:prstGeom prst="line">
              <a:avLst/>
            </a:prstGeom>
            <a:noFill/>
            <a:ln w="19050">
              <a:solidFill>
                <a:srgbClr val="A4A9AE"/>
              </a:solidFill>
              <a:prstDash val="dash"/>
            </a:ln>
          </p:spPr>
        </p:sp>
        <p:sp>
          <p:nvSpPr>
            <p:cNvPr id="1605" name="panel4__line_1604"/>
            <p:cNvSpPr/>
            <p:nvPr/>
          </p:nvSpPr>
          <p:spPr>
            <a:xfrm>
              <a:off x="7038573" y="6158323"/>
              <a:ext cx="28977" cy="32000"/>
            </a:xfrm>
            <a:prstGeom prst="line">
              <a:avLst/>
            </a:prstGeom>
            <a:noFill/>
            <a:ln w="19050">
              <a:solidFill>
                <a:srgbClr val="A4A9AE"/>
              </a:solidFill>
              <a:prstDash val="dash"/>
            </a:ln>
          </p:spPr>
        </p:sp>
        <p:sp>
          <p:nvSpPr>
            <p:cNvPr id="1606" name="panel4__line_1605"/>
            <p:cNvSpPr/>
            <p:nvPr/>
          </p:nvSpPr>
          <p:spPr>
            <a:xfrm>
              <a:off x="5010150" y="6027065"/>
              <a:ext cx="28977" cy="23147"/>
            </a:xfrm>
            <a:prstGeom prst="line">
              <a:avLst/>
            </a:prstGeom>
            <a:noFill/>
            <a:ln w="14288">
              <a:solidFill>
                <a:srgbClr val="0F4D92"/>
              </a:solidFill>
              <a:prstDash val="solid"/>
            </a:ln>
          </p:spPr>
        </p:sp>
        <p:sp>
          <p:nvSpPr>
            <p:cNvPr id="1607" name="panel4__line_1606"/>
            <p:cNvSpPr/>
            <p:nvPr/>
          </p:nvSpPr>
          <p:spPr>
            <a:xfrm>
              <a:off x="5039127" y="6050212"/>
              <a:ext cx="28977" cy="52700"/>
            </a:xfrm>
            <a:prstGeom prst="line">
              <a:avLst/>
            </a:prstGeom>
            <a:noFill/>
            <a:ln w="14288">
              <a:solidFill>
                <a:srgbClr val="0F4D92"/>
              </a:solidFill>
              <a:prstDash val="solid"/>
            </a:ln>
          </p:spPr>
        </p:sp>
        <p:sp>
          <p:nvSpPr>
            <p:cNvPr id="1608" name="panel4__line_1607"/>
            <p:cNvSpPr/>
            <p:nvPr/>
          </p:nvSpPr>
          <p:spPr>
            <a:xfrm>
              <a:off x="5068105" y="6102912"/>
              <a:ext cx="28977" cy="51940"/>
            </a:xfrm>
            <a:prstGeom prst="line">
              <a:avLst/>
            </a:prstGeom>
            <a:noFill/>
            <a:ln w="14288">
              <a:solidFill>
                <a:srgbClr val="0F4D92"/>
              </a:solidFill>
              <a:prstDash val="solid"/>
            </a:ln>
          </p:spPr>
        </p:sp>
        <p:sp>
          <p:nvSpPr>
            <p:cNvPr id="1609" name="panel4__line_1608"/>
            <p:cNvSpPr/>
            <p:nvPr/>
          </p:nvSpPr>
          <p:spPr>
            <a:xfrm>
              <a:off x="5097082" y="6154852"/>
              <a:ext cx="28977" cy="24410"/>
            </a:xfrm>
            <a:prstGeom prst="line">
              <a:avLst/>
            </a:prstGeom>
            <a:noFill/>
            <a:ln w="14288">
              <a:solidFill>
                <a:srgbClr val="0F4D92"/>
              </a:solidFill>
              <a:prstDash val="solid"/>
            </a:ln>
          </p:spPr>
        </p:sp>
        <p:sp>
          <p:nvSpPr>
            <p:cNvPr id="1610" name="panel4__line_1609"/>
            <p:cNvSpPr/>
            <p:nvPr/>
          </p:nvSpPr>
          <p:spPr>
            <a:xfrm flipV="1">
              <a:off x="5126060" y="6172412"/>
              <a:ext cx="28977" cy="6850"/>
            </a:xfrm>
            <a:prstGeom prst="line">
              <a:avLst/>
            </a:prstGeom>
            <a:noFill/>
            <a:ln w="14288">
              <a:solidFill>
                <a:srgbClr val="0F4D92"/>
              </a:solidFill>
              <a:prstDash val="solid"/>
            </a:ln>
          </p:spPr>
        </p:sp>
        <p:sp>
          <p:nvSpPr>
            <p:cNvPr id="1611" name="panel4__line_1610"/>
            <p:cNvSpPr/>
            <p:nvPr/>
          </p:nvSpPr>
          <p:spPr>
            <a:xfrm flipV="1">
              <a:off x="5155037" y="6153168"/>
              <a:ext cx="28977" cy="19244"/>
            </a:xfrm>
            <a:prstGeom prst="line">
              <a:avLst/>
            </a:prstGeom>
            <a:noFill/>
            <a:ln w="14288">
              <a:solidFill>
                <a:srgbClr val="0F4D92"/>
              </a:solidFill>
              <a:prstDash val="solid"/>
            </a:ln>
          </p:spPr>
        </p:sp>
        <p:sp>
          <p:nvSpPr>
            <p:cNvPr id="1612" name="panel4__line_1611"/>
            <p:cNvSpPr/>
            <p:nvPr/>
          </p:nvSpPr>
          <p:spPr>
            <a:xfrm flipV="1">
              <a:off x="5184015" y="6144202"/>
              <a:ext cx="28977" cy="8967"/>
            </a:xfrm>
            <a:prstGeom prst="line">
              <a:avLst/>
            </a:prstGeom>
            <a:noFill/>
            <a:ln w="14288">
              <a:solidFill>
                <a:srgbClr val="0F4D92"/>
              </a:solidFill>
              <a:prstDash val="solid"/>
            </a:ln>
          </p:spPr>
        </p:sp>
        <p:sp>
          <p:nvSpPr>
            <p:cNvPr id="1613" name="panel4__line_1612"/>
            <p:cNvSpPr/>
            <p:nvPr/>
          </p:nvSpPr>
          <p:spPr>
            <a:xfrm>
              <a:off x="5212992" y="6144202"/>
              <a:ext cx="28977" cy="8421"/>
            </a:xfrm>
            <a:prstGeom prst="line">
              <a:avLst/>
            </a:prstGeom>
            <a:noFill/>
            <a:ln w="14288">
              <a:solidFill>
                <a:srgbClr val="0F4D92"/>
              </a:solidFill>
              <a:prstDash val="solid"/>
            </a:ln>
          </p:spPr>
        </p:sp>
        <p:sp>
          <p:nvSpPr>
            <p:cNvPr id="1614" name="panel4__line_1613"/>
            <p:cNvSpPr/>
            <p:nvPr/>
          </p:nvSpPr>
          <p:spPr>
            <a:xfrm>
              <a:off x="5241970" y="6152623"/>
              <a:ext cx="28977" cy="14560"/>
            </a:xfrm>
            <a:prstGeom prst="line">
              <a:avLst/>
            </a:prstGeom>
            <a:noFill/>
            <a:ln w="14288">
              <a:solidFill>
                <a:srgbClr val="0F4D92"/>
              </a:solidFill>
              <a:prstDash val="solid"/>
            </a:ln>
          </p:spPr>
        </p:sp>
        <p:sp>
          <p:nvSpPr>
            <p:cNvPr id="1615" name="panel4__line_1614"/>
            <p:cNvSpPr/>
            <p:nvPr/>
          </p:nvSpPr>
          <p:spPr>
            <a:xfrm>
              <a:off x="5270947" y="6167183"/>
              <a:ext cx="28977" cy="5639"/>
            </a:xfrm>
            <a:prstGeom prst="line">
              <a:avLst/>
            </a:prstGeom>
            <a:noFill/>
            <a:ln w="14288">
              <a:solidFill>
                <a:srgbClr val="0F4D92"/>
              </a:solidFill>
              <a:prstDash val="solid"/>
            </a:ln>
          </p:spPr>
        </p:sp>
        <p:sp>
          <p:nvSpPr>
            <p:cNvPr id="1616" name="panel4__line_1615"/>
            <p:cNvSpPr/>
            <p:nvPr/>
          </p:nvSpPr>
          <p:spPr>
            <a:xfrm flipV="1">
              <a:off x="5299925" y="6166999"/>
              <a:ext cx="28977" cy="5822"/>
            </a:xfrm>
            <a:prstGeom prst="line">
              <a:avLst/>
            </a:prstGeom>
            <a:noFill/>
            <a:ln w="14288">
              <a:solidFill>
                <a:srgbClr val="0F4D92"/>
              </a:solidFill>
              <a:prstDash val="solid"/>
            </a:ln>
          </p:spPr>
        </p:sp>
        <p:sp>
          <p:nvSpPr>
            <p:cNvPr id="1617" name="panel4__line_1616"/>
            <p:cNvSpPr/>
            <p:nvPr/>
          </p:nvSpPr>
          <p:spPr>
            <a:xfrm flipV="1">
              <a:off x="5328902" y="6161402"/>
              <a:ext cx="28977" cy="5597"/>
            </a:xfrm>
            <a:prstGeom prst="line">
              <a:avLst/>
            </a:prstGeom>
            <a:noFill/>
            <a:ln w="14288">
              <a:solidFill>
                <a:srgbClr val="0F4D92"/>
              </a:solidFill>
              <a:prstDash val="solid"/>
            </a:ln>
          </p:spPr>
        </p:sp>
        <p:sp>
          <p:nvSpPr>
            <p:cNvPr id="1618" name="panel4__line_1617"/>
            <p:cNvSpPr/>
            <p:nvPr/>
          </p:nvSpPr>
          <p:spPr>
            <a:xfrm>
              <a:off x="5357880" y="6161402"/>
              <a:ext cx="28977" cy="6292"/>
            </a:xfrm>
            <a:prstGeom prst="line">
              <a:avLst/>
            </a:prstGeom>
            <a:noFill/>
            <a:ln w="14288">
              <a:solidFill>
                <a:srgbClr val="0F4D92"/>
              </a:solidFill>
              <a:prstDash val="solid"/>
            </a:ln>
          </p:spPr>
        </p:sp>
        <p:sp>
          <p:nvSpPr>
            <p:cNvPr id="1619" name="panel4__line_1618"/>
            <p:cNvSpPr/>
            <p:nvPr/>
          </p:nvSpPr>
          <p:spPr>
            <a:xfrm>
              <a:off x="5386857" y="6167695"/>
              <a:ext cx="28977" cy="14516"/>
            </a:xfrm>
            <a:prstGeom prst="line">
              <a:avLst/>
            </a:prstGeom>
            <a:noFill/>
            <a:ln w="14288">
              <a:solidFill>
                <a:srgbClr val="0F4D92"/>
              </a:solidFill>
              <a:prstDash val="solid"/>
            </a:ln>
          </p:spPr>
        </p:sp>
        <p:sp>
          <p:nvSpPr>
            <p:cNvPr id="1620" name="panel4__line_1619"/>
            <p:cNvSpPr/>
            <p:nvPr/>
          </p:nvSpPr>
          <p:spPr>
            <a:xfrm>
              <a:off x="5415835" y="6182211"/>
              <a:ext cx="28977" cy="3806"/>
            </a:xfrm>
            <a:prstGeom prst="line">
              <a:avLst/>
            </a:prstGeom>
            <a:noFill/>
            <a:ln w="14288">
              <a:solidFill>
                <a:srgbClr val="0F4D92"/>
              </a:solidFill>
              <a:prstDash val="solid"/>
            </a:ln>
          </p:spPr>
        </p:sp>
        <p:sp>
          <p:nvSpPr>
            <p:cNvPr id="1621" name="panel4__line_1620"/>
            <p:cNvSpPr/>
            <p:nvPr/>
          </p:nvSpPr>
          <p:spPr>
            <a:xfrm flipV="1">
              <a:off x="5444812" y="6161911"/>
              <a:ext cx="28977" cy="24105"/>
            </a:xfrm>
            <a:prstGeom prst="line">
              <a:avLst/>
            </a:prstGeom>
            <a:noFill/>
            <a:ln w="14288">
              <a:solidFill>
                <a:srgbClr val="0F4D92"/>
              </a:solidFill>
              <a:prstDash val="solid"/>
            </a:ln>
          </p:spPr>
        </p:sp>
        <p:sp>
          <p:nvSpPr>
            <p:cNvPr id="1622" name="panel4__line_1621"/>
            <p:cNvSpPr/>
            <p:nvPr/>
          </p:nvSpPr>
          <p:spPr>
            <a:xfrm flipV="1">
              <a:off x="5473789" y="6112940"/>
              <a:ext cx="28977" cy="48971"/>
            </a:xfrm>
            <a:prstGeom prst="line">
              <a:avLst/>
            </a:prstGeom>
            <a:noFill/>
            <a:ln w="14288">
              <a:solidFill>
                <a:srgbClr val="0F4D92"/>
              </a:solidFill>
              <a:prstDash val="solid"/>
            </a:ln>
          </p:spPr>
        </p:sp>
        <p:sp>
          <p:nvSpPr>
            <p:cNvPr id="1623" name="panel4__line_1622"/>
            <p:cNvSpPr/>
            <p:nvPr/>
          </p:nvSpPr>
          <p:spPr>
            <a:xfrm flipV="1">
              <a:off x="5502767" y="6064304"/>
              <a:ext cx="28977" cy="48636"/>
            </a:xfrm>
            <a:prstGeom prst="line">
              <a:avLst/>
            </a:prstGeom>
            <a:noFill/>
            <a:ln w="14288">
              <a:solidFill>
                <a:srgbClr val="0F4D92"/>
              </a:solidFill>
              <a:prstDash val="solid"/>
            </a:ln>
          </p:spPr>
        </p:sp>
        <p:sp>
          <p:nvSpPr>
            <p:cNvPr id="1624" name="panel4__line_1623"/>
            <p:cNvSpPr/>
            <p:nvPr/>
          </p:nvSpPr>
          <p:spPr>
            <a:xfrm flipV="1">
              <a:off x="5531744" y="6045251"/>
              <a:ext cx="28977" cy="19053"/>
            </a:xfrm>
            <a:prstGeom prst="line">
              <a:avLst/>
            </a:prstGeom>
            <a:noFill/>
            <a:ln w="14288">
              <a:solidFill>
                <a:srgbClr val="0F4D92"/>
              </a:solidFill>
              <a:prstDash val="solid"/>
            </a:ln>
          </p:spPr>
        </p:sp>
        <p:sp>
          <p:nvSpPr>
            <p:cNvPr id="1625" name="panel4__line_1624"/>
            <p:cNvSpPr/>
            <p:nvPr/>
          </p:nvSpPr>
          <p:spPr>
            <a:xfrm>
              <a:off x="5560722" y="6045251"/>
              <a:ext cx="28977" cy="20833"/>
            </a:xfrm>
            <a:prstGeom prst="line">
              <a:avLst/>
            </a:prstGeom>
            <a:noFill/>
            <a:ln w="14288">
              <a:solidFill>
                <a:srgbClr val="0F4D92"/>
              </a:solidFill>
              <a:prstDash val="solid"/>
            </a:ln>
          </p:spPr>
        </p:sp>
        <p:sp>
          <p:nvSpPr>
            <p:cNvPr id="1626" name="panel4__line_1625"/>
            <p:cNvSpPr/>
            <p:nvPr/>
          </p:nvSpPr>
          <p:spPr>
            <a:xfrm>
              <a:off x="5589699" y="6066084"/>
              <a:ext cx="28977" cy="44297"/>
            </a:xfrm>
            <a:prstGeom prst="line">
              <a:avLst/>
            </a:prstGeom>
            <a:noFill/>
            <a:ln w="14288">
              <a:solidFill>
                <a:srgbClr val="0F4D92"/>
              </a:solidFill>
              <a:prstDash val="solid"/>
            </a:ln>
          </p:spPr>
        </p:sp>
        <p:sp>
          <p:nvSpPr>
            <p:cNvPr id="1627" name="panel4__line_1626"/>
            <p:cNvSpPr/>
            <p:nvPr/>
          </p:nvSpPr>
          <p:spPr>
            <a:xfrm>
              <a:off x="5618677" y="6110380"/>
              <a:ext cx="28977" cy="38706"/>
            </a:xfrm>
            <a:prstGeom prst="line">
              <a:avLst/>
            </a:prstGeom>
            <a:noFill/>
            <a:ln w="14288">
              <a:solidFill>
                <a:srgbClr val="0F4D92"/>
              </a:solidFill>
              <a:prstDash val="solid"/>
            </a:ln>
          </p:spPr>
        </p:sp>
        <p:sp>
          <p:nvSpPr>
            <p:cNvPr id="1628" name="panel4__line_1627"/>
            <p:cNvSpPr/>
            <p:nvPr/>
          </p:nvSpPr>
          <p:spPr>
            <a:xfrm>
              <a:off x="5647654" y="6149086"/>
              <a:ext cx="28977" cy="14581"/>
            </a:xfrm>
            <a:prstGeom prst="line">
              <a:avLst/>
            </a:prstGeom>
            <a:noFill/>
            <a:ln w="14288">
              <a:solidFill>
                <a:srgbClr val="0F4D92"/>
              </a:solidFill>
              <a:prstDash val="solid"/>
            </a:ln>
          </p:spPr>
        </p:sp>
        <p:sp>
          <p:nvSpPr>
            <p:cNvPr id="1629" name="panel4__line_1628"/>
            <p:cNvSpPr/>
            <p:nvPr/>
          </p:nvSpPr>
          <p:spPr>
            <a:xfrm flipV="1">
              <a:off x="5676632" y="6157983"/>
              <a:ext cx="28977" cy="5684"/>
            </a:xfrm>
            <a:prstGeom prst="line">
              <a:avLst/>
            </a:prstGeom>
            <a:noFill/>
            <a:ln w="14288">
              <a:solidFill>
                <a:srgbClr val="0F4D92"/>
              </a:solidFill>
              <a:prstDash val="solid"/>
            </a:ln>
          </p:spPr>
        </p:sp>
        <p:sp>
          <p:nvSpPr>
            <p:cNvPr id="1630" name="panel4__line_1629"/>
            <p:cNvSpPr/>
            <p:nvPr/>
          </p:nvSpPr>
          <p:spPr>
            <a:xfrm flipV="1">
              <a:off x="5705609" y="6149688"/>
              <a:ext cx="28977" cy="8294"/>
            </a:xfrm>
            <a:prstGeom prst="line">
              <a:avLst/>
            </a:prstGeom>
            <a:noFill/>
            <a:ln w="14288">
              <a:solidFill>
                <a:srgbClr val="0F4D92"/>
              </a:solidFill>
              <a:prstDash val="solid"/>
            </a:ln>
          </p:spPr>
        </p:sp>
        <p:sp>
          <p:nvSpPr>
            <p:cNvPr id="1631" name="panel4__line_1630"/>
            <p:cNvSpPr/>
            <p:nvPr/>
          </p:nvSpPr>
          <p:spPr>
            <a:xfrm>
              <a:off x="5734587" y="6149688"/>
              <a:ext cx="28977" cy="1376"/>
            </a:xfrm>
            <a:prstGeom prst="line">
              <a:avLst/>
            </a:prstGeom>
            <a:noFill/>
            <a:ln w="14288">
              <a:solidFill>
                <a:srgbClr val="0F4D92"/>
              </a:solidFill>
              <a:prstDash val="solid"/>
            </a:ln>
          </p:spPr>
        </p:sp>
        <p:sp>
          <p:nvSpPr>
            <p:cNvPr id="1632" name="panel4__line_1631"/>
            <p:cNvSpPr/>
            <p:nvPr/>
          </p:nvSpPr>
          <p:spPr>
            <a:xfrm>
              <a:off x="5763564" y="6151064"/>
              <a:ext cx="28977" cy="7113"/>
            </a:xfrm>
            <a:prstGeom prst="line">
              <a:avLst/>
            </a:prstGeom>
            <a:noFill/>
            <a:ln w="14288">
              <a:solidFill>
                <a:srgbClr val="0F4D92"/>
              </a:solidFill>
              <a:prstDash val="solid"/>
            </a:ln>
          </p:spPr>
        </p:sp>
        <p:sp>
          <p:nvSpPr>
            <p:cNvPr id="1633" name="panel4__line_1632"/>
            <p:cNvSpPr/>
            <p:nvPr/>
          </p:nvSpPr>
          <p:spPr>
            <a:xfrm flipV="1">
              <a:off x="5792542" y="6158102"/>
              <a:ext cx="28977" cy="74"/>
            </a:xfrm>
            <a:prstGeom prst="line">
              <a:avLst/>
            </a:prstGeom>
            <a:noFill/>
            <a:ln w="14288">
              <a:solidFill>
                <a:srgbClr val="0F4D92"/>
              </a:solidFill>
              <a:prstDash val="solid"/>
            </a:ln>
          </p:spPr>
        </p:sp>
        <p:sp>
          <p:nvSpPr>
            <p:cNvPr id="1634" name="panel4__line_1633"/>
            <p:cNvSpPr/>
            <p:nvPr/>
          </p:nvSpPr>
          <p:spPr>
            <a:xfrm flipV="1">
              <a:off x="5821519" y="6145744"/>
              <a:ext cx="28977" cy="12358"/>
            </a:xfrm>
            <a:prstGeom prst="line">
              <a:avLst/>
            </a:prstGeom>
            <a:noFill/>
            <a:ln w="14288">
              <a:solidFill>
                <a:srgbClr val="0F4D92"/>
              </a:solidFill>
              <a:prstDash val="solid"/>
            </a:ln>
          </p:spPr>
        </p:sp>
        <p:sp>
          <p:nvSpPr>
            <p:cNvPr id="1635" name="panel4__line_1634"/>
            <p:cNvSpPr/>
            <p:nvPr/>
          </p:nvSpPr>
          <p:spPr>
            <a:xfrm flipV="1">
              <a:off x="5850496" y="6132291"/>
              <a:ext cx="28977" cy="13453"/>
            </a:xfrm>
            <a:prstGeom prst="line">
              <a:avLst/>
            </a:prstGeom>
            <a:noFill/>
            <a:ln w="14288">
              <a:solidFill>
                <a:srgbClr val="0F4D92"/>
              </a:solidFill>
              <a:prstDash val="solid"/>
            </a:ln>
          </p:spPr>
        </p:sp>
        <p:sp>
          <p:nvSpPr>
            <p:cNvPr id="1636" name="panel4__line_1635"/>
            <p:cNvSpPr/>
            <p:nvPr/>
          </p:nvSpPr>
          <p:spPr>
            <a:xfrm>
              <a:off x="5879474" y="6132291"/>
              <a:ext cx="28977" cy="3408"/>
            </a:xfrm>
            <a:prstGeom prst="line">
              <a:avLst/>
            </a:prstGeom>
            <a:noFill/>
            <a:ln w="14288">
              <a:solidFill>
                <a:srgbClr val="0F4D92"/>
              </a:solidFill>
              <a:prstDash val="solid"/>
            </a:ln>
          </p:spPr>
        </p:sp>
        <p:sp>
          <p:nvSpPr>
            <p:cNvPr id="1637" name="panel4__line_1636"/>
            <p:cNvSpPr/>
            <p:nvPr/>
          </p:nvSpPr>
          <p:spPr>
            <a:xfrm>
              <a:off x="5908451" y="6135698"/>
              <a:ext cx="28977" cy="25991"/>
            </a:xfrm>
            <a:prstGeom prst="line">
              <a:avLst/>
            </a:prstGeom>
            <a:noFill/>
            <a:ln w="14288">
              <a:solidFill>
                <a:srgbClr val="0F4D92"/>
              </a:solidFill>
              <a:prstDash val="solid"/>
            </a:ln>
          </p:spPr>
        </p:sp>
        <p:sp>
          <p:nvSpPr>
            <p:cNvPr id="1638" name="panel4__line_1637"/>
            <p:cNvSpPr/>
            <p:nvPr/>
          </p:nvSpPr>
          <p:spPr>
            <a:xfrm>
              <a:off x="5937429" y="6161689"/>
              <a:ext cx="28977" cy="32350"/>
            </a:xfrm>
            <a:prstGeom prst="line">
              <a:avLst/>
            </a:prstGeom>
            <a:noFill/>
            <a:ln w="14288">
              <a:solidFill>
                <a:srgbClr val="0F4D92"/>
              </a:solidFill>
              <a:prstDash val="solid"/>
            </a:ln>
          </p:spPr>
        </p:sp>
        <p:sp>
          <p:nvSpPr>
            <p:cNvPr id="1639" name="panel4__line_1638"/>
            <p:cNvSpPr/>
            <p:nvPr/>
          </p:nvSpPr>
          <p:spPr>
            <a:xfrm>
              <a:off x="5966406" y="6194039"/>
              <a:ext cx="28977" cy="11050"/>
            </a:xfrm>
            <a:prstGeom prst="line">
              <a:avLst/>
            </a:prstGeom>
            <a:noFill/>
            <a:ln w="14288">
              <a:solidFill>
                <a:srgbClr val="0F4D92"/>
              </a:solidFill>
              <a:prstDash val="solid"/>
            </a:ln>
          </p:spPr>
        </p:sp>
        <p:sp>
          <p:nvSpPr>
            <p:cNvPr id="1640" name="panel4__line_1639"/>
            <p:cNvSpPr/>
            <p:nvPr/>
          </p:nvSpPr>
          <p:spPr>
            <a:xfrm flipV="1">
              <a:off x="5995384" y="6178542"/>
              <a:ext cx="28977" cy="26547"/>
            </a:xfrm>
            <a:prstGeom prst="line">
              <a:avLst/>
            </a:prstGeom>
            <a:noFill/>
            <a:ln w="14288">
              <a:solidFill>
                <a:srgbClr val="0F4D92"/>
              </a:solidFill>
              <a:prstDash val="solid"/>
            </a:ln>
          </p:spPr>
        </p:sp>
        <p:sp>
          <p:nvSpPr>
            <p:cNvPr id="1641" name="panel4__line_1640"/>
            <p:cNvSpPr/>
            <p:nvPr/>
          </p:nvSpPr>
          <p:spPr>
            <a:xfrm flipV="1">
              <a:off x="6024361" y="6124453"/>
              <a:ext cx="28977" cy="54089"/>
            </a:xfrm>
            <a:prstGeom prst="line">
              <a:avLst/>
            </a:prstGeom>
            <a:noFill/>
            <a:ln w="14288">
              <a:solidFill>
                <a:srgbClr val="0F4D92"/>
              </a:solidFill>
              <a:prstDash val="solid"/>
            </a:ln>
          </p:spPr>
        </p:sp>
        <p:sp>
          <p:nvSpPr>
            <p:cNvPr id="1642" name="panel4__line_1641"/>
            <p:cNvSpPr/>
            <p:nvPr/>
          </p:nvSpPr>
          <p:spPr>
            <a:xfrm flipV="1">
              <a:off x="6053339" y="6072625"/>
              <a:ext cx="28977" cy="51828"/>
            </a:xfrm>
            <a:prstGeom prst="line">
              <a:avLst/>
            </a:prstGeom>
            <a:noFill/>
            <a:ln w="14288">
              <a:solidFill>
                <a:srgbClr val="0F4D92"/>
              </a:solidFill>
              <a:prstDash val="solid"/>
            </a:ln>
          </p:spPr>
        </p:sp>
        <p:sp>
          <p:nvSpPr>
            <p:cNvPr id="1643" name="panel4__line_1642"/>
            <p:cNvSpPr/>
            <p:nvPr/>
          </p:nvSpPr>
          <p:spPr>
            <a:xfrm flipV="1">
              <a:off x="6082316" y="6049820"/>
              <a:ext cx="28977" cy="22805"/>
            </a:xfrm>
            <a:prstGeom prst="line">
              <a:avLst/>
            </a:prstGeom>
            <a:noFill/>
            <a:ln w="14288">
              <a:solidFill>
                <a:srgbClr val="0F4D92"/>
              </a:solidFill>
              <a:prstDash val="solid"/>
            </a:ln>
          </p:spPr>
        </p:sp>
        <p:sp>
          <p:nvSpPr>
            <p:cNvPr id="1644" name="panel4__line_1643"/>
            <p:cNvSpPr/>
            <p:nvPr/>
          </p:nvSpPr>
          <p:spPr>
            <a:xfrm>
              <a:off x="6111294" y="6049820"/>
              <a:ext cx="28977" cy="10759"/>
            </a:xfrm>
            <a:prstGeom prst="line">
              <a:avLst/>
            </a:prstGeom>
            <a:noFill/>
            <a:ln w="14288">
              <a:solidFill>
                <a:srgbClr val="0F4D92"/>
              </a:solidFill>
              <a:prstDash val="solid"/>
            </a:ln>
          </p:spPr>
        </p:sp>
        <p:sp>
          <p:nvSpPr>
            <p:cNvPr id="1645" name="panel4__line_1644"/>
            <p:cNvSpPr/>
            <p:nvPr/>
          </p:nvSpPr>
          <p:spPr>
            <a:xfrm>
              <a:off x="6140271" y="6060579"/>
              <a:ext cx="28977" cy="27117"/>
            </a:xfrm>
            <a:prstGeom prst="line">
              <a:avLst/>
            </a:prstGeom>
            <a:noFill/>
            <a:ln w="14288">
              <a:solidFill>
                <a:srgbClr val="0F4D92"/>
              </a:solidFill>
              <a:prstDash val="solid"/>
            </a:ln>
          </p:spPr>
        </p:sp>
        <p:sp>
          <p:nvSpPr>
            <p:cNvPr id="1646" name="panel4__line_1645"/>
            <p:cNvSpPr/>
            <p:nvPr/>
          </p:nvSpPr>
          <p:spPr>
            <a:xfrm>
              <a:off x="6169249" y="6087696"/>
              <a:ext cx="28977" cy="22580"/>
            </a:xfrm>
            <a:prstGeom prst="line">
              <a:avLst/>
            </a:prstGeom>
            <a:noFill/>
            <a:ln w="14288">
              <a:solidFill>
                <a:srgbClr val="0F4D92"/>
              </a:solidFill>
              <a:prstDash val="solid"/>
            </a:ln>
          </p:spPr>
        </p:sp>
        <p:sp>
          <p:nvSpPr>
            <p:cNvPr id="1647" name="panel4__line_1646"/>
            <p:cNvSpPr/>
            <p:nvPr/>
          </p:nvSpPr>
          <p:spPr>
            <a:xfrm>
              <a:off x="6198226" y="6110276"/>
              <a:ext cx="28977" cy="11432"/>
            </a:xfrm>
            <a:prstGeom prst="line">
              <a:avLst/>
            </a:prstGeom>
            <a:noFill/>
            <a:ln w="14288">
              <a:solidFill>
                <a:srgbClr val="0F4D92"/>
              </a:solidFill>
              <a:prstDash val="solid"/>
            </a:ln>
          </p:spPr>
        </p:sp>
        <p:sp>
          <p:nvSpPr>
            <p:cNvPr id="1648" name="panel4__line_1647"/>
            <p:cNvSpPr/>
            <p:nvPr/>
          </p:nvSpPr>
          <p:spPr>
            <a:xfrm>
              <a:off x="6227204" y="6121708"/>
              <a:ext cx="28977" cy="9576"/>
            </a:xfrm>
            <a:prstGeom prst="line">
              <a:avLst/>
            </a:prstGeom>
            <a:noFill/>
            <a:ln w="14288">
              <a:solidFill>
                <a:srgbClr val="0F4D92"/>
              </a:solidFill>
              <a:prstDash val="solid"/>
            </a:ln>
          </p:spPr>
        </p:sp>
        <p:sp>
          <p:nvSpPr>
            <p:cNvPr id="1649" name="panel4__line_1648"/>
            <p:cNvSpPr/>
            <p:nvPr/>
          </p:nvSpPr>
          <p:spPr>
            <a:xfrm>
              <a:off x="6256181" y="6131284"/>
              <a:ext cx="28977" cy="18406"/>
            </a:xfrm>
            <a:prstGeom prst="line">
              <a:avLst/>
            </a:prstGeom>
            <a:noFill/>
            <a:ln w="14288">
              <a:solidFill>
                <a:srgbClr val="0F4D92"/>
              </a:solidFill>
              <a:prstDash val="solid"/>
            </a:ln>
          </p:spPr>
        </p:sp>
        <p:sp>
          <p:nvSpPr>
            <p:cNvPr id="1650" name="panel4__line_1649"/>
            <p:cNvSpPr/>
            <p:nvPr/>
          </p:nvSpPr>
          <p:spPr>
            <a:xfrm>
              <a:off x="6285158" y="6149689"/>
              <a:ext cx="28977" cy="24502"/>
            </a:xfrm>
            <a:prstGeom prst="line">
              <a:avLst/>
            </a:prstGeom>
            <a:noFill/>
            <a:ln w="14288">
              <a:solidFill>
                <a:srgbClr val="0F4D92"/>
              </a:solidFill>
              <a:prstDash val="solid"/>
            </a:ln>
          </p:spPr>
        </p:sp>
        <p:sp>
          <p:nvSpPr>
            <p:cNvPr id="1651" name="panel4__line_1650"/>
            <p:cNvSpPr/>
            <p:nvPr/>
          </p:nvSpPr>
          <p:spPr>
            <a:xfrm>
              <a:off x="6314136" y="6174191"/>
              <a:ext cx="28977" cy="14936"/>
            </a:xfrm>
            <a:prstGeom prst="line">
              <a:avLst/>
            </a:prstGeom>
            <a:noFill/>
            <a:ln w="14288">
              <a:solidFill>
                <a:srgbClr val="0F4D92"/>
              </a:solidFill>
              <a:prstDash val="solid"/>
            </a:ln>
          </p:spPr>
        </p:sp>
        <p:sp>
          <p:nvSpPr>
            <p:cNvPr id="1652" name="panel4__line_1651"/>
            <p:cNvSpPr/>
            <p:nvPr/>
          </p:nvSpPr>
          <p:spPr>
            <a:xfrm flipV="1">
              <a:off x="6343113" y="6181697"/>
              <a:ext cx="28977" cy="7431"/>
            </a:xfrm>
            <a:prstGeom prst="line">
              <a:avLst/>
            </a:prstGeom>
            <a:noFill/>
            <a:ln w="14288">
              <a:solidFill>
                <a:srgbClr val="0F4D92"/>
              </a:solidFill>
              <a:prstDash val="solid"/>
            </a:ln>
          </p:spPr>
        </p:sp>
        <p:sp>
          <p:nvSpPr>
            <p:cNvPr id="1653" name="panel4__line_1652"/>
            <p:cNvSpPr/>
            <p:nvPr/>
          </p:nvSpPr>
          <p:spPr>
            <a:xfrm flipV="1">
              <a:off x="6372091" y="6157291"/>
              <a:ext cx="28977" cy="24406"/>
            </a:xfrm>
            <a:prstGeom prst="line">
              <a:avLst/>
            </a:prstGeom>
            <a:noFill/>
            <a:ln w="14288">
              <a:solidFill>
                <a:srgbClr val="0F4D92"/>
              </a:solidFill>
              <a:prstDash val="solid"/>
            </a:ln>
          </p:spPr>
        </p:sp>
        <p:sp>
          <p:nvSpPr>
            <p:cNvPr id="1654" name="panel4__line_1653"/>
            <p:cNvSpPr/>
            <p:nvPr/>
          </p:nvSpPr>
          <p:spPr>
            <a:xfrm flipV="1">
              <a:off x="6401068" y="6138171"/>
              <a:ext cx="28977" cy="19120"/>
            </a:xfrm>
            <a:prstGeom prst="line">
              <a:avLst/>
            </a:prstGeom>
            <a:noFill/>
            <a:ln w="14288">
              <a:solidFill>
                <a:srgbClr val="0F4D92"/>
              </a:solidFill>
              <a:prstDash val="solid"/>
            </a:ln>
          </p:spPr>
        </p:sp>
        <p:sp>
          <p:nvSpPr>
            <p:cNvPr id="1655" name="panel4__line_1654"/>
            <p:cNvSpPr/>
            <p:nvPr/>
          </p:nvSpPr>
          <p:spPr>
            <a:xfrm>
              <a:off x="6430046" y="6138171"/>
              <a:ext cx="28977" cy="6738"/>
            </a:xfrm>
            <a:prstGeom prst="line">
              <a:avLst/>
            </a:prstGeom>
            <a:noFill/>
            <a:ln w="14288">
              <a:solidFill>
                <a:srgbClr val="0F4D92"/>
              </a:solidFill>
              <a:prstDash val="solid"/>
            </a:ln>
          </p:spPr>
        </p:sp>
        <p:sp>
          <p:nvSpPr>
            <p:cNvPr id="1656" name="panel4__line_1655"/>
            <p:cNvSpPr/>
            <p:nvPr/>
          </p:nvSpPr>
          <p:spPr>
            <a:xfrm>
              <a:off x="6459023" y="6144908"/>
              <a:ext cx="28977" cy="32045"/>
            </a:xfrm>
            <a:prstGeom prst="line">
              <a:avLst/>
            </a:prstGeom>
            <a:noFill/>
            <a:ln w="14288">
              <a:solidFill>
                <a:srgbClr val="0F4D92"/>
              </a:solidFill>
              <a:prstDash val="solid"/>
            </a:ln>
          </p:spPr>
        </p:sp>
        <p:sp>
          <p:nvSpPr>
            <p:cNvPr id="1657" name="panel4__line_1656"/>
            <p:cNvSpPr/>
            <p:nvPr/>
          </p:nvSpPr>
          <p:spPr>
            <a:xfrm>
              <a:off x="6488001" y="6176953"/>
              <a:ext cx="28977" cy="33655"/>
            </a:xfrm>
            <a:prstGeom prst="line">
              <a:avLst/>
            </a:prstGeom>
            <a:noFill/>
            <a:ln w="14288">
              <a:solidFill>
                <a:srgbClr val="0F4D92"/>
              </a:solidFill>
              <a:prstDash val="solid"/>
            </a:ln>
          </p:spPr>
        </p:sp>
        <p:sp>
          <p:nvSpPr>
            <p:cNvPr id="1658" name="panel4__line_1657"/>
            <p:cNvSpPr/>
            <p:nvPr/>
          </p:nvSpPr>
          <p:spPr>
            <a:xfrm>
              <a:off x="6516978" y="6210609"/>
              <a:ext cx="28977" cy="6748"/>
            </a:xfrm>
            <a:prstGeom prst="line">
              <a:avLst/>
            </a:prstGeom>
            <a:noFill/>
            <a:ln w="14288">
              <a:solidFill>
                <a:srgbClr val="0F4D92"/>
              </a:solidFill>
              <a:prstDash val="solid"/>
            </a:ln>
          </p:spPr>
        </p:sp>
        <p:sp>
          <p:nvSpPr>
            <p:cNvPr id="1659" name="panel4__line_1658"/>
            <p:cNvSpPr/>
            <p:nvPr/>
          </p:nvSpPr>
          <p:spPr>
            <a:xfrm flipV="1">
              <a:off x="6545956" y="6186929"/>
              <a:ext cx="28977" cy="30427"/>
            </a:xfrm>
            <a:prstGeom prst="line">
              <a:avLst/>
            </a:prstGeom>
            <a:noFill/>
            <a:ln w="14288">
              <a:solidFill>
                <a:srgbClr val="0F4D92"/>
              </a:solidFill>
              <a:prstDash val="solid"/>
            </a:ln>
          </p:spPr>
        </p:sp>
        <p:sp>
          <p:nvSpPr>
            <p:cNvPr id="1660" name="panel4__line_1659"/>
            <p:cNvSpPr/>
            <p:nvPr/>
          </p:nvSpPr>
          <p:spPr>
            <a:xfrm flipV="1">
              <a:off x="6574933" y="6135073"/>
              <a:ext cx="28977" cy="51856"/>
            </a:xfrm>
            <a:prstGeom prst="line">
              <a:avLst/>
            </a:prstGeom>
            <a:noFill/>
            <a:ln w="14288">
              <a:solidFill>
                <a:srgbClr val="0F4D92"/>
              </a:solidFill>
              <a:prstDash val="solid"/>
            </a:ln>
          </p:spPr>
        </p:sp>
        <p:sp>
          <p:nvSpPr>
            <p:cNvPr id="1661" name="panel4__line_1660"/>
            <p:cNvSpPr/>
            <p:nvPr/>
          </p:nvSpPr>
          <p:spPr>
            <a:xfrm flipV="1">
              <a:off x="6603911" y="6089787"/>
              <a:ext cx="28977" cy="45287"/>
            </a:xfrm>
            <a:prstGeom prst="line">
              <a:avLst/>
            </a:prstGeom>
            <a:noFill/>
            <a:ln w="14288">
              <a:solidFill>
                <a:srgbClr val="0F4D92"/>
              </a:solidFill>
              <a:prstDash val="solid"/>
            </a:ln>
          </p:spPr>
        </p:sp>
        <p:sp>
          <p:nvSpPr>
            <p:cNvPr id="1662" name="panel4__line_1661"/>
            <p:cNvSpPr/>
            <p:nvPr/>
          </p:nvSpPr>
          <p:spPr>
            <a:xfrm flipV="1">
              <a:off x="6632888" y="6069043"/>
              <a:ext cx="28977" cy="20744"/>
            </a:xfrm>
            <a:prstGeom prst="line">
              <a:avLst/>
            </a:prstGeom>
            <a:noFill/>
            <a:ln w="14288">
              <a:solidFill>
                <a:srgbClr val="0F4D92"/>
              </a:solidFill>
              <a:prstDash val="solid"/>
            </a:ln>
          </p:spPr>
        </p:sp>
        <p:sp>
          <p:nvSpPr>
            <p:cNvPr id="1663" name="panel4__line_1662"/>
            <p:cNvSpPr/>
            <p:nvPr/>
          </p:nvSpPr>
          <p:spPr>
            <a:xfrm>
              <a:off x="6661865" y="6069043"/>
              <a:ext cx="28977" cy="835"/>
            </a:xfrm>
            <a:prstGeom prst="line">
              <a:avLst/>
            </a:prstGeom>
            <a:noFill/>
            <a:ln w="14288">
              <a:solidFill>
                <a:srgbClr val="0F4D92"/>
              </a:solidFill>
              <a:prstDash val="solid"/>
            </a:ln>
          </p:spPr>
        </p:sp>
        <p:sp>
          <p:nvSpPr>
            <p:cNvPr id="1664" name="panel4__line_1663"/>
            <p:cNvSpPr/>
            <p:nvPr/>
          </p:nvSpPr>
          <p:spPr>
            <a:xfrm>
              <a:off x="6690843" y="6069878"/>
              <a:ext cx="28977" cy="7273"/>
            </a:xfrm>
            <a:prstGeom prst="line">
              <a:avLst/>
            </a:prstGeom>
            <a:noFill/>
            <a:ln w="14288">
              <a:solidFill>
                <a:srgbClr val="0F4D92"/>
              </a:solidFill>
              <a:prstDash val="solid"/>
            </a:ln>
          </p:spPr>
        </p:sp>
        <p:sp>
          <p:nvSpPr>
            <p:cNvPr id="1665" name="panel4__line_1664"/>
            <p:cNvSpPr/>
            <p:nvPr/>
          </p:nvSpPr>
          <p:spPr>
            <a:xfrm>
              <a:off x="6719820" y="6077151"/>
              <a:ext cx="28977" cy="4455"/>
            </a:xfrm>
            <a:prstGeom prst="line">
              <a:avLst/>
            </a:prstGeom>
            <a:noFill/>
            <a:ln w="14288">
              <a:solidFill>
                <a:srgbClr val="0F4D92"/>
              </a:solidFill>
              <a:prstDash val="solid"/>
            </a:ln>
          </p:spPr>
        </p:sp>
        <p:sp>
          <p:nvSpPr>
            <p:cNvPr id="1666" name="panel4__line_1665"/>
            <p:cNvSpPr/>
            <p:nvPr/>
          </p:nvSpPr>
          <p:spPr>
            <a:xfrm>
              <a:off x="6748798" y="6081606"/>
              <a:ext cx="28977" cy="7194"/>
            </a:xfrm>
            <a:prstGeom prst="line">
              <a:avLst/>
            </a:prstGeom>
            <a:noFill/>
            <a:ln w="14288">
              <a:solidFill>
                <a:srgbClr val="0F4D92"/>
              </a:solidFill>
              <a:prstDash val="solid"/>
            </a:ln>
          </p:spPr>
        </p:sp>
        <p:sp>
          <p:nvSpPr>
            <p:cNvPr id="1667" name="panel4__line_1666"/>
            <p:cNvSpPr/>
            <p:nvPr/>
          </p:nvSpPr>
          <p:spPr>
            <a:xfrm>
              <a:off x="6777775" y="6088799"/>
              <a:ext cx="28977" cy="21599"/>
            </a:xfrm>
            <a:prstGeom prst="line">
              <a:avLst/>
            </a:prstGeom>
            <a:noFill/>
            <a:ln w="14288">
              <a:solidFill>
                <a:srgbClr val="0F4D92"/>
              </a:solidFill>
              <a:prstDash val="solid"/>
            </a:ln>
          </p:spPr>
        </p:sp>
        <p:sp>
          <p:nvSpPr>
            <p:cNvPr id="1668" name="panel4__line_1667"/>
            <p:cNvSpPr/>
            <p:nvPr/>
          </p:nvSpPr>
          <p:spPr>
            <a:xfrm>
              <a:off x="6806753" y="6110399"/>
              <a:ext cx="28977" cy="36954"/>
            </a:xfrm>
            <a:prstGeom prst="line">
              <a:avLst/>
            </a:prstGeom>
            <a:noFill/>
            <a:ln w="14288">
              <a:solidFill>
                <a:srgbClr val="0F4D92"/>
              </a:solidFill>
              <a:prstDash val="solid"/>
            </a:ln>
          </p:spPr>
        </p:sp>
        <p:sp>
          <p:nvSpPr>
            <p:cNvPr id="1669" name="panel4__line_1668"/>
            <p:cNvSpPr/>
            <p:nvPr/>
          </p:nvSpPr>
          <p:spPr>
            <a:xfrm>
              <a:off x="6835730" y="6147353"/>
              <a:ext cx="28977" cy="35620"/>
            </a:xfrm>
            <a:prstGeom prst="line">
              <a:avLst/>
            </a:prstGeom>
            <a:noFill/>
            <a:ln w="14288">
              <a:solidFill>
                <a:srgbClr val="0F4D92"/>
              </a:solidFill>
              <a:prstDash val="solid"/>
            </a:ln>
          </p:spPr>
        </p:sp>
        <p:sp>
          <p:nvSpPr>
            <p:cNvPr id="1670" name="panel4__line_1669"/>
            <p:cNvSpPr/>
            <p:nvPr/>
          </p:nvSpPr>
          <p:spPr>
            <a:xfrm>
              <a:off x="6864708" y="6182973"/>
              <a:ext cx="28977" cy="11584"/>
            </a:xfrm>
            <a:prstGeom prst="line">
              <a:avLst/>
            </a:prstGeom>
            <a:noFill/>
            <a:ln w="14288">
              <a:solidFill>
                <a:srgbClr val="0F4D92"/>
              </a:solidFill>
              <a:prstDash val="solid"/>
            </a:ln>
          </p:spPr>
        </p:sp>
        <p:sp>
          <p:nvSpPr>
            <p:cNvPr id="1671" name="panel4__line_1670"/>
            <p:cNvSpPr/>
            <p:nvPr/>
          </p:nvSpPr>
          <p:spPr>
            <a:xfrm flipV="1">
              <a:off x="6893685" y="6173855"/>
              <a:ext cx="28977" cy="20703"/>
            </a:xfrm>
            <a:prstGeom prst="line">
              <a:avLst/>
            </a:prstGeom>
            <a:noFill/>
            <a:ln w="14288">
              <a:solidFill>
                <a:srgbClr val="0F4D92"/>
              </a:solidFill>
              <a:prstDash val="solid"/>
            </a:ln>
          </p:spPr>
        </p:sp>
        <p:sp>
          <p:nvSpPr>
            <p:cNvPr id="1672" name="panel4__line_1671"/>
            <p:cNvSpPr/>
            <p:nvPr/>
          </p:nvSpPr>
          <p:spPr>
            <a:xfrm flipV="1">
              <a:off x="6922663" y="6137020"/>
              <a:ext cx="28977" cy="36835"/>
            </a:xfrm>
            <a:prstGeom prst="line">
              <a:avLst/>
            </a:prstGeom>
            <a:noFill/>
            <a:ln w="14288">
              <a:solidFill>
                <a:srgbClr val="0F4D92"/>
              </a:solidFill>
              <a:prstDash val="solid"/>
            </a:ln>
          </p:spPr>
        </p:sp>
        <p:sp>
          <p:nvSpPr>
            <p:cNvPr id="1673" name="panel4__line_1672"/>
            <p:cNvSpPr/>
            <p:nvPr/>
          </p:nvSpPr>
          <p:spPr>
            <a:xfrm flipV="1">
              <a:off x="6951640" y="6113468"/>
              <a:ext cx="28977" cy="23552"/>
            </a:xfrm>
            <a:prstGeom prst="line">
              <a:avLst/>
            </a:prstGeom>
            <a:noFill/>
            <a:ln w="14288">
              <a:solidFill>
                <a:srgbClr val="0F4D92"/>
              </a:solidFill>
              <a:prstDash val="solid"/>
            </a:ln>
          </p:spPr>
        </p:sp>
        <p:sp>
          <p:nvSpPr>
            <p:cNvPr id="1674" name="panel4__line_1673"/>
            <p:cNvSpPr/>
            <p:nvPr/>
          </p:nvSpPr>
          <p:spPr>
            <a:xfrm>
              <a:off x="6980618" y="6113468"/>
              <a:ext cx="28977" cy="8840"/>
            </a:xfrm>
            <a:prstGeom prst="line">
              <a:avLst/>
            </a:prstGeom>
            <a:noFill/>
            <a:ln w="14288">
              <a:solidFill>
                <a:srgbClr val="0F4D92"/>
              </a:solidFill>
              <a:prstDash val="solid"/>
            </a:ln>
          </p:spPr>
        </p:sp>
        <p:sp>
          <p:nvSpPr>
            <p:cNvPr id="1675" name="panel4__line_1674"/>
            <p:cNvSpPr/>
            <p:nvPr/>
          </p:nvSpPr>
          <p:spPr>
            <a:xfrm>
              <a:off x="7009595" y="6122308"/>
              <a:ext cx="28977" cy="34534"/>
            </a:xfrm>
            <a:prstGeom prst="line">
              <a:avLst/>
            </a:prstGeom>
            <a:noFill/>
            <a:ln w="14288">
              <a:solidFill>
                <a:srgbClr val="0F4D92"/>
              </a:solidFill>
              <a:prstDash val="solid"/>
            </a:ln>
          </p:spPr>
        </p:sp>
        <p:sp>
          <p:nvSpPr>
            <p:cNvPr id="1676" name="panel4__line_1675"/>
            <p:cNvSpPr/>
            <p:nvPr/>
          </p:nvSpPr>
          <p:spPr>
            <a:xfrm>
              <a:off x="7038573" y="6156841"/>
              <a:ext cx="28977" cy="33880"/>
            </a:xfrm>
            <a:prstGeom prst="line">
              <a:avLst/>
            </a:prstGeom>
            <a:noFill/>
            <a:ln w="14288">
              <a:solidFill>
                <a:srgbClr val="0F4D92"/>
              </a:solidFill>
              <a:prstDash val="solid"/>
            </a:ln>
          </p:spPr>
        </p:sp>
        <p:sp>
          <p:nvSpPr>
            <p:cNvPr id="1677" name="panel4__text_1676"/>
            <p:cNvSpPr/>
            <p:nvPr/>
          </p:nvSpPr>
          <p:spPr>
            <a:xfrm>
              <a:off x="314325" y="6429375"/>
              <a:ext cx="428625" cy="257175"/>
            </a:xfrm>
            <a:prstGeom prst="rect">
              <a:avLst/>
            </a:prstGeom>
            <a:noFill/>
            <a:ln/>
          </p:spPr>
          <p:txBody>
            <a:bodyPr wrap="none" lIns="0" tIns="0" rIns="0" bIns="0" rtlCol="0" anchor="ctr"/>
            <a:lstStyle/>
            <a:p>
              <a:pPr algn="l" indent="0" marL="0">
                <a:buNone/>
              </a:pPr>
              <a:r>
                <a:rPr lang="en-US" sz="1350" dirty="0">
                  <a:solidFill>
                    <a:srgbClr val="242B32"/>
                  </a:solidFill>
                  <a:latin typeface="Times New Roman" pitchFamily="34" charset="0"/>
                  <a:ea typeface="Times New Roman" pitchFamily="34" charset="-122"/>
                  <a:cs typeface="Times New Roman" pitchFamily="34" charset="-120"/>
                </a:rPr>
                <a:t>ch </a:t>
              </a:r>
              <a:pPr algn="l" indent="0" marL="0">
                <a:buNone/>
              </a:pPr>
              <a:r>
                <a:rPr lang="en-US" sz="1350" dirty="0">
                  <a:solidFill>
                    <a:srgbClr val="242B32"/>
                  </a:solidFill>
                  <a:latin typeface="Times New Roman" pitchFamily="34" charset="0"/>
                  <a:ea typeface="Times New Roman" pitchFamily="34" charset="-122"/>
                  <a:cs typeface="Times New Roman" pitchFamily="34" charset="-120"/>
                </a:rPr>
                <a:t>2</a:t>
              </a:r>
              <a:endParaRPr lang="en-US" sz="1350" dirty="0"/>
            </a:p>
          </p:txBody>
        </p:sp>
        <p:sp>
          <p:nvSpPr>
            <p:cNvPr id="1678" name="panel4__rect_1677"/>
            <p:cNvSpPr/>
            <p:nvPr/>
          </p:nvSpPr>
          <p:spPr>
            <a:xfrm>
              <a:off x="828675" y="6400800"/>
              <a:ext cx="981075" cy="342900"/>
            </a:xfrm>
            <a:prstGeom prst="rect">
              <a:avLst>
                <a:gd name="adj" fmla="val 26667"/>
              </a:avLst>
            </a:prstGeom>
            <a:solidFill>
              <a:srgbClr val="F8FAFB"/>
            </a:solidFill>
            <a:ln w="6191">
              <a:solidFill>
                <a:srgbClr val="D3DADF"/>
              </a:solidFill>
              <a:prstDash val="solid"/>
            </a:ln>
          </p:spPr>
        </p:sp>
        <p:sp>
          <p:nvSpPr>
            <p:cNvPr id="1679" name="panel4__line_1678"/>
            <p:cNvSpPr/>
            <p:nvPr/>
          </p:nvSpPr>
          <p:spPr>
            <a:xfrm>
              <a:off x="866775" y="6472150"/>
              <a:ext cx="12745" cy="5200"/>
            </a:xfrm>
            <a:prstGeom prst="line">
              <a:avLst/>
            </a:prstGeom>
            <a:noFill/>
            <a:ln w="13335">
              <a:solidFill>
                <a:srgbClr val="42949E"/>
              </a:solidFill>
              <a:prstDash val="solid"/>
            </a:ln>
          </p:spPr>
        </p:sp>
        <p:sp>
          <p:nvSpPr>
            <p:cNvPr id="1680" name="panel4__line_1679"/>
            <p:cNvSpPr/>
            <p:nvPr/>
          </p:nvSpPr>
          <p:spPr>
            <a:xfrm>
              <a:off x="879520" y="6477350"/>
              <a:ext cx="12745" cy="14990"/>
            </a:xfrm>
            <a:prstGeom prst="line">
              <a:avLst/>
            </a:prstGeom>
            <a:noFill/>
            <a:ln w="13335">
              <a:solidFill>
                <a:srgbClr val="42949E"/>
              </a:solidFill>
              <a:prstDash val="solid"/>
            </a:ln>
          </p:spPr>
        </p:sp>
        <p:sp>
          <p:nvSpPr>
            <p:cNvPr id="1681" name="panel4__line_1680"/>
            <p:cNvSpPr/>
            <p:nvPr/>
          </p:nvSpPr>
          <p:spPr>
            <a:xfrm>
              <a:off x="892264" y="6492340"/>
              <a:ext cx="12745" cy="23034"/>
            </a:xfrm>
            <a:prstGeom prst="line">
              <a:avLst/>
            </a:prstGeom>
            <a:noFill/>
            <a:ln w="13335">
              <a:solidFill>
                <a:srgbClr val="42949E"/>
              </a:solidFill>
              <a:prstDash val="solid"/>
            </a:ln>
          </p:spPr>
        </p:sp>
        <p:sp>
          <p:nvSpPr>
            <p:cNvPr id="1682" name="panel4__line_1681"/>
            <p:cNvSpPr/>
            <p:nvPr/>
          </p:nvSpPr>
          <p:spPr>
            <a:xfrm>
              <a:off x="905009" y="6515374"/>
              <a:ext cx="12745" cy="28419"/>
            </a:xfrm>
            <a:prstGeom prst="line">
              <a:avLst/>
            </a:prstGeom>
            <a:noFill/>
            <a:ln w="13335">
              <a:solidFill>
                <a:srgbClr val="42949E"/>
              </a:solidFill>
              <a:prstDash val="solid"/>
            </a:ln>
          </p:spPr>
        </p:sp>
        <p:sp>
          <p:nvSpPr>
            <p:cNvPr id="1683" name="panel4__line_1682"/>
            <p:cNvSpPr/>
            <p:nvPr/>
          </p:nvSpPr>
          <p:spPr>
            <a:xfrm>
              <a:off x="917754" y="6543793"/>
              <a:ext cx="12745" cy="30579"/>
            </a:xfrm>
            <a:prstGeom prst="line">
              <a:avLst/>
            </a:prstGeom>
            <a:noFill/>
            <a:ln w="13335">
              <a:solidFill>
                <a:srgbClr val="42949E"/>
              </a:solidFill>
              <a:prstDash val="solid"/>
            </a:ln>
          </p:spPr>
        </p:sp>
        <p:sp>
          <p:nvSpPr>
            <p:cNvPr id="1684" name="panel4__line_1683"/>
            <p:cNvSpPr/>
            <p:nvPr/>
          </p:nvSpPr>
          <p:spPr>
            <a:xfrm>
              <a:off x="930499" y="6574372"/>
              <a:ext cx="12745" cy="29355"/>
            </a:xfrm>
            <a:prstGeom prst="line">
              <a:avLst/>
            </a:prstGeom>
            <a:noFill/>
            <a:ln w="13335">
              <a:solidFill>
                <a:srgbClr val="42949E"/>
              </a:solidFill>
              <a:prstDash val="solid"/>
            </a:ln>
          </p:spPr>
        </p:sp>
        <p:sp>
          <p:nvSpPr>
            <p:cNvPr id="1685" name="panel4__line_1684"/>
            <p:cNvSpPr/>
            <p:nvPr/>
          </p:nvSpPr>
          <p:spPr>
            <a:xfrm>
              <a:off x="943243" y="6603728"/>
              <a:ext cx="12745" cy="25003"/>
            </a:xfrm>
            <a:prstGeom prst="line">
              <a:avLst/>
            </a:prstGeom>
            <a:noFill/>
            <a:ln w="13335">
              <a:solidFill>
                <a:srgbClr val="42949E"/>
              </a:solidFill>
              <a:prstDash val="solid"/>
            </a:ln>
          </p:spPr>
        </p:sp>
        <p:sp>
          <p:nvSpPr>
            <p:cNvPr id="1686" name="panel4__line_1685"/>
            <p:cNvSpPr/>
            <p:nvPr/>
          </p:nvSpPr>
          <p:spPr>
            <a:xfrm>
              <a:off x="955988" y="6628730"/>
              <a:ext cx="12745" cy="18146"/>
            </a:xfrm>
            <a:prstGeom prst="line">
              <a:avLst/>
            </a:prstGeom>
            <a:noFill/>
            <a:ln w="13335">
              <a:solidFill>
                <a:srgbClr val="42949E"/>
              </a:solidFill>
              <a:prstDash val="solid"/>
            </a:ln>
          </p:spPr>
        </p:sp>
        <p:sp>
          <p:nvSpPr>
            <p:cNvPr id="1687" name="panel4__line_1686"/>
            <p:cNvSpPr/>
            <p:nvPr/>
          </p:nvSpPr>
          <p:spPr>
            <a:xfrm>
              <a:off x="968733" y="6646877"/>
              <a:ext cx="12745" cy="9678"/>
            </a:xfrm>
            <a:prstGeom prst="line">
              <a:avLst/>
            </a:prstGeom>
            <a:noFill/>
            <a:ln w="13335">
              <a:solidFill>
                <a:srgbClr val="42949E"/>
              </a:solidFill>
              <a:prstDash val="solid"/>
            </a:ln>
          </p:spPr>
        </p:sp>
        <p:sp>
          <p:nvSpPr>
            <p:cNvPr id="1688" name="panel4__line_1687"/>
            <p:cNvSpPr/>
            <p:nvPr/>
          </p:nvSpPr>
          <p:spPr>
            <a:xfrm>
              <a:off x="981477" y="6656555"/>
              <a:ext cx="12745" cy="635"/>
            </a:xfrm>
            <a:prstGeom prst="line">
              <a:avLst/>
            </a:prstGeom>
            <a:noFill/>
            <a:ln w="13335">
              <a:solidFill>
                <a:srgbClr val="42949E"/>
              </a:solidFill>
              <a:prstDash val="solid"/>
            </a:ln>
          </p:spPr>
        </p:sp>
        <p:sp>
          <p:nvSpPr>
            <p:cNvPr id="1689" name="panel4__line_1688"/>
            <p:cNvSpPr/>
            <p:nvPr/>
          </p:nvSpPr>
          <p:spPr>
            <a:xfrm flipV="1">
              <a:off x="994222" y="6649243"/>
              <a:ext cx="12745" cy="7947"/>
            </a:xfrm>
            <a:prstGeom prst="line">
              <a:avLst/>
            </a:prstGeom>
            <a:noFill/>
            <a:ln w="13335">
              <a:solidFill>
                <a:srgbClr val="42949E"/>
              </a:solidFill>
              <a:prstDash val="solid"/>
            </a:ln>
          </p:spPr>
        </p:sp>
        <p:sp>
          <p:nvSpPr>
            <p:cNvPr id="1690" name="panel4__line_1689"/>
            <p:cNvSpPr/>
            <p:nvPr/>
          </p:nvSpPr>
          <p:spPr>
            <a:xfrm flipV="1">
              <a:off x="1006967" y="6634086"/>
              <a:ext cx="12745" cy="15157"/>
            </a:xfrm>
            <a:prstGeom prst="line">
              <a:avLst/>
            </a:prstGeom>
            <a:noFill/>
            <a:ln w="13335">
              <a:solidFill>
                <a:srgbClr val="42949E"/>
              </a:solidFill>
              <a:prstDash val="solid"/>
            </a:ln>
          </p:spPr>
        </p:sp>
        <p:sp>
          <p:nvSpPr>
            <p:cNvPr id="1691" name="panel4__line_1690"/>
            <p:cNvSpPr/>
            <p:nvPr/>
          </p:nvSpPr>
          <p:spPr>
            <a:xfrm flipV="1">
              <a:off x="1019712" y="6613771"/>
              <a:ext cx="12745" cy="20315"/>
            </a:xfrm>
            <a:prstGeom prst="line">
              <a:avLst/>
            </a:prstGeom>
            <a:noFill/>
            <a:ln w="13335">
              <a:solidFill>
                <a:srgbClr val="42949E"/>
              </a:solidFill>
              <a:prstDash val="solid"/>
            </a:ln>
          </p:spPr>
        </p:sp>
        <p:sp>
          <p:nvSpPr>
            <p:cNvPr id="1692" name="panel4__line_1691"/>
            <p:cNvSpPr/>
            <p:nvPr/>
          </p:nvSpPr>
          <p:spPr>
            <a:xfrm flipV="1">
              <a:off x="1032456" y="6590740"/>
              <a:ext cx="12745" cy="23031"/>
            </a:xfrm>
            <a:prstGeom prst="line">
              <a:avLst/>
            </a:prstGeom>
            <a:noFill/>
            <a:ln w="13335">
              <a:solidFill>
                <a:srgbClr val="42949E"/>
              </a:solidFill>
              <a:prstDash val="solid"/>
            </a:ln>
          </p:spPr>
        </p:sp>
        <p:sp>
          <p:nvSpPr>
            <p:cNvPr id="1693" name="panel4__line_1692"/>
            <p:cNvSpPr/>
            <p:nvPr/>
          </p:nvSpPr>
          <p:spPr>
            <a:xfrm flipV="1">
              <a:off x="1045201" y="6567515"/>
              <a:ext cx="12745" cy="23225"/>
            </a:xfrm>
            <a:prstGeom prst="line">
              <a:avLst/>
            </a:prstGeom>
            <a:noFill/>
            <a:ln w="13335">
              <a:solidFill>
                <a:srgbClr val="42949E"/>
              </a:solidFill>
              <a:prstDash val="solid"/>
            </a:ln>
          </p:spPr>
        </p:sp>
        <p:sp>
          <p:nvSpPr>
            <p:cNvPr id="1694" name="panel4__line_1693"/>
            <p:cNvSpPr/>
            <p:nvPr/>
          </p:nvSpPr>
          <p:spPr>
            <a:xfrm flipV="1">
              <a:off x="1057946" y="6546417"/>
              <a:ext cx="12745" cy="21098"/>
            </a:xfrm>
            <a:prstGeom prst="line">
              <a:avLst/>
            </a:prstGeom>
            <a:noFill/>
            <a:ln w="13335">
              <a:solidFill>
                <a:srgbClr val="42949E"/>
              </a:solidFill>
              <a:prstDash val="solid"/>
            </a:ln>
          </p:spPr>
        </p:sp>
        <p:sp>
          <p:nvSpPr>
            <p:cNvPr id="1695" name="panel4__line_1694"/>
            <p:cNvSpPr/>
            <p:nvPr/>
          </p:nvSpPr>
          <p:spPr>
            <a:xfrm flipV="1">
              <a:off x="1070690" y="6529341"/>
              <a:ext cx="12745" cy="17076"/>
            </a:xfrm>
            <a:prstGeom prst="line">
              <a:avLst/>
            </a:prstGeom>
            <a:noFill/>
            <a:ln w="13335">
              <a:solidFill>
                <a:srgbClr val="42949E"/>
              </a:solidFill>
              <a:prstDash val="solid"/>
            </a:ln>
          </p:spPr>
        </p:sp>
        <p:sp>
          <p:nvSpPr>
            <p:cNvPr id="1696" name="panel4__line_1695"/>
            <p:cNvSpPr/>
            <p:nvPr/>
          </p:nvSpPr>
          <p:spPr>
            <a:xfrm flipV="1">
              <a:off x="1083435" y="6517611"/>
              <a:ext cx="12745" cy="11730"/>
            </a:xfrm>
            <a:prstGeom prst="line">
              <a:avLst/>
            </a:prstGeom>
            <a:noFill/>
            <a:ln w="13335">
              <a:solidFill>
                <a:srgbClr val="42949E"/>
              </a:solidFill>
              <a:prstDash val="solid"/>
            </a:ln>
          </p:spPr>
        </p:sp>
        <p:sp>
          <p:nvSpPr>
            <p:cNvPr id="1697" name="panel4__line_1696"/>
            <p:cNvSpPr/>
            <p:nvPr/>
          </p:nvSpPr>
          <p:spPr>
            <a:xfrm flipV="1">
              <a:off x="1096180" y="6511923"/>
              <a:ext cx="12745" cy="5688"/>
            </a:xfrm>
            <a:prstGeom prst="line">
              <a:avLst/>
            </a:prstGeom>
            <a:noFill/>
            <a:ln w="13335">
              <a:solidFill>
                <a:srgbClr val="42949E"/>
              </a:solidFill>
              <a:prstDash val="solid"/>
            </a:ln>
          </p:spPr>
        </p:sp>
        <p:sp>
          <p:nvSpPr>
            <p:cNvPr id="1698" name="panel4__line_1697"/>
            <p:cNvSpPr/>
            <p:nvPr/>
          </p:nvSpPr>
          <p:spPr>
            <a:xfrm>
              <a:off x="1108925" y="6511923"/>
              <a:ext cx="12745" cy="440"/>
            </a:xfrm>
            <a:prstGeom prst="line">
              <a:avLst/>
            </a:prstGeom>
            <a:noFill/>
            <a:ln w="13335">
              <a:solidFill>
                <a:srgbClr val="42949E"/>
              </a:solidFill>
              <a:prstDash val="solid"/>
            </a:ln>
          </p:spPr>
        </p:sp>
        <p:sp>
          <p:nvSpPr>
            <p:cNvPr id="1699" name="panel4__line_1698"/>
            <p:cNvSpPr/>
            <p:nvPr/>
          </p:nvSpPr>
          <p:spPr>
            <a:xfrm>
              <a:off x="1121669" y="6512363"/>
              <a:ext cx="12745" cy="6117"/>
            </a:xfrm>
            <a:prstGeom prst="line">
              <a:avLst/>
            </a:prstGeom>
            <a:noFill/>
            <a:ln w="13335">
              <a:solidFill>
                <a:srgbClr val="42949E"/>
              </a:solidFill>
              <a:prstDash val="solid"/>
            </a:ln>
          </p:spPr>
        </p:sp>
        <p:sp>
          <p:nvSpPr>
            <p:cNvPr id="1700" name="panel4__line_1699"/>
            <p:cNvSpPr/>
            <p:nvPr/>
          </p:nvSpPr>
          <p:spPr>
            <a:xfrm>
              <a:off x="1134414" y="6518480"/>
              <a:ext cx="12745" cy="10920"/>
            </a:xfrm>
            <a:prstGeom prst="line">
              <a:avLst/>
            </a:prstGeom>
            <a:noFill/>
            <a:ln w="13335">
              <a:solidFill>
                <a:srgbClr val="42949E"/>
              </a:solidFill>
              <a:prstDash val="solid"/>
            </a:ln>
          </p:spPr>
        </p:sp>
        <p:sp>
          <p:nvSpPr>
            <p:cNvPr id="1701" name="panel4__line_1700"/>
            <p:cNvSpPr/>
            <p:nvPr/>
          </p:nvSpPr>
          <p:spPr>
            <a:xfrm>
              <a:off x="1147159" y="6529400"/>
              <a:ext cx="12745" cy="14545"/>
            </a:xfrm>
            <a:prstGeom prst="line">
              <a:avLst/>
            </a:prstGeom>
            <a:noFill/>
            <a:ln w="13335">
              <a:solidFill>
                <a:srgbClr val="42949E"/>
              </a:solidFill>
              <a:prstDash val="solid"/>
            </a:ln>
          </p:spPr>
        </p:sp>
        <p:sp>
          <p:nvSpPr>
            <p:cNvPr id="1702" name="panel4__line_1701"/>
            <p:cNvSpPr/>
            <p:nvPr/>
          </p:nvSpPr>
          <p:spPr>
            <a:xfrm>
              <a:off x="1159904" y="6543946"/>
              <a:ext cx="12745" cy="16806"/>
            </a:xfrm>
            <a:prstGeom prst="line">
              <a:avLst/>
            </a:prstGeom>
            <a:noFill/>
            <a:ln w="13335">
              <a:solidFill>
                <a:srgbClr val="42949E"/>
              </a:solidFill>
              <a:prstDash val="solid"/>
            </a:ln>
          </p:spPr>
        </p:sp>
        <p:sp>
          <p:nvSpPr>
            <p:cNvPr id="1703" name="panel4__line_1702"/>
            <p:cNvSpPr/>
            <p:nvPr/>
          </p:nvSpPr>
          <p:spPr>
            <a:xfrm>
              <a:off x="1172648" y="6560752"/>
              <a:ext cx="12745" cy="17614"/>
            </a:xfrm>
            <a:prstGeom prst="line">
              <a:avLst/>
            </a:prstGeom>
            <a:noFill/>
            <a:ln w="13335">
              <a:solidFill>
                <a:srgbClr val="42949E"/>
              </a:solidFill>
              <a:prstDash val="solid"/>
            </a:ln>
          </p:spPr>
        </p:sp>
        <p:sp>
          <p:nvSpPr>
            <p:cNvPr id="1704" name="panel4__line_1703"/>
            <p:cNvSpPr/>
            <p:nvPr/>
          </p:nvSpPr>
          <p:spPr>
            <a:xfrm>
              <a:off x="1185393" y="6578365"/>
              <a:ext cx="12745" cy="16958"/>
            </a:xfrm>
            <a:prstGeom prst="line">
              <a:avLst/>
            </a:prstGeom>
            <a:noFill/>
            <a:ln w="13335">
              <a:solidFill>
                <a:srgbClr val="42949E"/>
              </a:solidFill>
              <a:prstDash val="solid"/>
            </a:ln>
          </p:spPr>
        </p:sp>
        <p:sp>
          <p:nvSpPr>
            <p:cNvPr id="1705" name="panel4__line_1704"/>
            <p:cNvSpPr/>
            <p:nvPr/>
          </p:nvSpPr>
          <p:spPr>
            <a:xfrm>
              <a:off x="1198138" y="6595323"/>
              <a:ext cx="12745" cy="14896"/>
            </a:xfrm>
            <a:prstGeom prst="line">
              <a:avLst/>
            </a:prstGeom>
            <a:noFill/>
            <a:ln w="13335">
              <a:solidFill>
                <a:srgbClr val="42949E"/>
              </a:solidFill>
              <a:prstDash val="solid"/>
            </a:ln>
          </p:spPr>
        </p:sp>
        <p:sp>
          <p:nvSpPr>
            <p:cNvPr id="1706" name="panel4__line_1705"/>
            <p:cNvSpPr/>
            <p:nvPr/>
          </p:nvSpPr>
          <p:spPr>
            <a:xfrm>
              <a:off x="1210882" y="6610220"/>
              <a:ext cx="12745" cy="11548"/>
            </a:xfrm>
            <a:prstGeom prst="line">
              <a:avLst/>
            </a:prstGeom>
            <a:noFill/>
            <a:ln w="13335">
              <a:solidFill>
                <a:srgbClr val="42949E"/>
              </a:solidFill>
              <a:prstDash val="solid"/>
            </a:ln>
          </p:spPr>
        </p:sp>
        <p:sp>
          <p:nvSpPr>
            <p:cNvPr id="1707" name="panel4__line_1706"/>
            <p:cNvSpPr/>
            <p:nvPr/>
          </p:nvSpPr>
          <p:spPr>
            <a:xfrm>
              <a:off x="1223627" y="6621768"/>
              <a:ext cx="12745" cy="7104"/>
            </a:xfrm>
            <a:prstGeom prst="line">
              <a:avLst/>
            </a:prstGeom>
            <a:noFill/>
            <a:ln w="13335">
              <a:solidFill>
                <a:srgbClr val="42949E"/>
              </a:solidFill>
              <a:prstDash val="solid"/>
            </a:ln>
          </p:spPr>
        </p:sp>
        <p:sp>
          <p:nvSpPr>
            <p:cNvPr id="1708" name="panel4__line_1707"/>
            <p:cNvSpPr/>
            <p:nvPr/>
          </p:nvSpPr>
          <p:spPr>
            <a:xfrm>
              <a:off x="1236372" y="6628872"/>
              <a:ext cx="12745" cy="1833"/>
            </a:xfrm>
            <a:prstGeom prst="line">
              <a:avLst/>
            </a:prstGeom>
            <a:noFill/>
            <a:ln w="13335">
              <a:solidFill>
                <a:srgbClr val="42949E"/>
              </a:solidFill>
              <a:prstDash val="solid"/>
            </a:ln>
          </p:spPr>
        </p:sp>
        <p:sp>
          <p:nvSpPr>
            <p:cNvPr id="1709" name="panel4__line_1708"/>
            <p:cNvSpPr/>
            <p:nvPr/>
          </p:nvSpPr>
          <p:spPr>
            <a:xfrm flipV="1">
              <a:off x="1249117" y="6626801"/>
              <a:ext cx="12745" cy="3904"/>
            </a:xfrm>
            <a:prstGeom prst="line">
              <a:avLst/>
            </a:prstGeom>
            <a:noFill/>
            <a:ln w="13335">
              <a:solidFill>
                <a:srgbClr val="42949E"/>
              </a:solidFill>
              <a:prstDash val="solid"/>
            </a:ln>
          </p:spPr>
        </p:sp>
        <p:sp>
          <p:nvSpPr>
            <p:cNvPr id="1710" name="panel4__line_1709"/>
            <p:cNvSpPr/>
            <p:nvPr/>
          </p:nvSpPr>
          <p:spPr>
            <a:xfrm flipV="1">
              <a:off x="1261861" y="6617145"/>
              <a:ext cx="12745" cy="9656"/>
            </a:xfrm>
            <a:prstGeom prst="line">
              <a:avLst/>
            </a:prstGeom>
            <a:noFill/>
            <a:ln w="13335">
              <a:solidFill>
                <a:srgbClr val="42949E"/>
              </a:solidFill>
              <a:prstDash val="solid"/>
            </a:ln>
          </p:spPr>
        </p:sp>
        <p:sp>
          <p:nvSpPr>
            <p:cNvPr id="1711" name="panel4__line_1710"/>
            <p:cNvSpPr/>
            <p:nvPr/>
          </p:nvSpPr>
          <p:spPr>
            <a:xfrm flipV="1">
              <a:off x="1274606" y="6602247"/>
              <a:ext cx="12745" cy="14898"/>
            </a:xfrm>
            <a:prstGeom prst="line">
              <a:avLst/>
            </a:prstGeom>
            <a:noFill/>
            <a:ln w="13335">
              <a:solidFill>
                <a:srgbClr val="42949E"/>
              </a:solidFill>
              <a:prstDash val="solid"/>
            </a:ln>
          </p:spPr>
        </p:sp>
        <p:sp>
          <p:nvSpPr>
            <p:cNvPr id="1712" name="panel4__line_1711"/>
            <p:cNvSpPr/>
            <p:nvPr/>
          </p:nvSpPr>
          <p:spPr>
            <a:xfrm flipV="1">
              <a:off x="1287351" y="6583173"/>
              <a:ext cx="12745" cy="19074"/>
            </a:xfrm>
            <a:prstGeom prst="line">
              <a:avLst/>
            </a:prstGeom>
            <a:noFill/>
            <a:ln w="13335">
              <a:solidFill>
                <a:srgbClr val="42949E"/>
              </a:solidFill>
              <a:prstDash val="solid"/>
            </a:ln>
          </p:spPr>
        </p:sp>
        <p:sp>
          <p:nvSpPr>
            <p:cNvPr id="1713" name="panel4__line_1712"/>
            <p:cNvSpPr/>
            <p:nvPr/>
          </p:nvSpPr>
          <p:spPr>
            <a:xfrm flipV="1">
              <a:off x="1300095" y="6561526"/>
              <a:ext cx="12745" cy="21647"/>
            </a:xfrm>
            <a:prstGeom prst="line">
              <a:avLst/>
            </a:prstGeom>
            <a:noFill/>
            <a:ln w="13335">
              <a:solidFill>
                <a:srgbClr val="42949E"/>
              </a:solidFill>
              <a:prstDash val="solid"/>
            </a:ln>
          </p:spPr>
        </p:sp>
        <p:sp>
          <p:nvSpPr>
            <p:cNvPr id="1714" name="panel4__line_1713"/>
            <p:cNvSpPr/>
            <p:nvPr/>
          </p:nvSpPr>
          <p:spPr>
            <a:xfrm flipV="1">
              <a:off x="1312840" y="6539349"/>
              <a:ext cx="12745" cy="22177"/>
            </a:xfrm>
            <a:prstGeom prst="line">
              <a:avLst/>
            </a:prstGeom>
            <a:noFill/>
            <a:ln w="13335">
              <a:solidFill>
                <a:srgbClr val="42949E"/>
              </a:solidFill>
              <a:prstDash val="solid"/>
            </a:ln>
          </p:spPr>
        </p:sp>
        <p:sp>
          <p:nvSpPr>
            <p:cNvPr id="1715" name="panel4__line_1714"/>
            <p:cNvSpPr/>
            <p:nvPr/>
          </p:nvSpPr>
          <p:spPr>
            <a:xfrm flipV="1">
              <a:off x="1325585" y="6518955"/>
              <a:ext cx="12745" cy="20395"/>
            </a:xfrm>
            <a:prstGeom prst="line">
              <a:avLst/>
            </a:prstGeom>
            <a:noFill/>
            <a:ln w="13335">
              <a:solidFill>
                <a:srgbClr val="42949E"/>
              </a:solidFill>
              <a:prstDash val="solid"/>
            </a:ln>
          </p:spPr>
        </p:sp>
        <p:sp>
          <p:nvSpPr>
            <p:cNvPr id="1716" name="panel4__line_1715"/>
            <p:cNvSpPr/>
            <p:nvPr/>
          </p:nvSpPr>
          <p:spPr>
            <a:xfrm flipV="1">
              <a:off x="1338330" y="6502688"/>
              <a:ext cx="12745" cy="16267"/>
            </a:xfrm>
            <a:prstGeom prst="line">
              <a:avLst/>
            </a:prstGeom>
            <a:noFill/>
            <a:ln w="13335">
              <a:solidFill>
                <a:srgbClr val="42949E"/>
              </a:solidFill>
              <a:prstDash val="solid"/>
            </a:ln>
          </p:spPr>
        </p:sp>
        <p:sp>
          <p:nvSpPr>
            <p:cNvPr id="1717" name="panel4__line_1716"/>
            <p:cNvSpPr/>
            <p:nvPr/>
          </p:nvSpPr>
          <p:spPr>
            <a:xfrm flipV="1">
              <a:off x="1351074" y="6492652"/>
              <a:ext cx="12745" cy="10036"/>
            </a:xfrm>
            <a:prstGeom prst="line">
              <a:avLst/>
            </a:prstGeom>
            <a:noFill/>
            <a:ln w="13335">
              <a:solidFill>
                <a:srgbClr val="42949E"/>
              </a:solidFill>
              <a:prstDash val="solid"/>
            </a:ln>
          </p:spPr>
        </p:sp>
        <p:sp>
          <p:nvSpPr>
            <p:cNvPr id="1718" name="panel4__line_1717"/>
            <p:cNvSpPr/>
            <p:nvPr/>
          </p:nvSpPr>
          <p:spPr>
            <a:xfrm flipV="1">
              <a:off x="1363819" y="6490423"/>
              <a:ext cx="12745" cy="2229"/>
            </a:xfrm>
            <a:prstGeom prst="line">
              <a:avLst/>
            </a:prstGeom>
            <a:noFill/>
            <a:ln w="13335">
              <a:solidFill>
                <a:srgbClr val="42949E"/>
              </a:solidFill>
              <a:prstDash val="solid"/>
            </a:ln>
          </p:spPr>
        </p:sp>
        <p:sp>
          <p:nvSpPr>
            <p:cNvPr id="1719" name="panel4__line_1718"/>
            <p:cNvSpPr/>
            <p:nvPr/>
          </p:nvSpPr>
          <p:spPr>
            <a:xfrm>
              <a:off x="1376564" y="6490423"/>
              <a:ext cx="12745" cy="6379"/>
            </a:xfrm>
            <a:prstGeom prst="line">
              <a:avLst/>
            </a:prstGeom>
            <a:noFill/>
            <a:ln w="13335">
              <a:solidFill>
                <a:srgbClr val="42949E"/>
              </a:solidFill>
              <a:prstDash val="solid"/>
            </a:ln>
          </p:spPr>
        </p:sp>
        <p:sp>
          <p:nvSpPr>
            <p:cNvPr id="1720" name="panel4__line_1719"/>
            <p:cNvSpPr/>
            <p:nvPr/>
          </p:nvSpPr>
          <p:spPr>
            <a:xfrm>
              <a:off x="1389308" y="6496801"/>
              <a:ext cx="12745" cy="14843"/>
            </a:xfrm>
            <a:prstGeom prst="line">
              <a:avLst/>
            </a:prstGeom>
            <a:noFill/>
            <a:ln w="13335">
              <a:solidFill>
                <a:srgbClr val="42949E"/>
              </a:solidFill>
              <a:prstDash val="solid"/>
            </a:ln>
          </p:spPr>
        </p:sp>
        <p:sp>
          <p:nvSpPr>
            <p:cNvPr id="1721" name="panel4__line_1720"/>
            <p:cNvSpPr/>
            <p:nvPr/>
          </p:nvSpPr>
          <p:spPr>
            <a:xfrm>
              <a:off x="1402053" y="6511644"/>
              <a:ext cx="12745" cy="22158"/>
            </a:xfrm>
            <a:prstGeom prst="line">
              <a:avLst/>
            </a:prstGeom>
            <a:noFill/>
            <a:ln w="13335">
              <a:solidFill>
                <a:srgbClr val="42949E"/>
              </a:solidFill>
              <a:prstDash val="solid"/>
            </a:ln>
          </p:spPr>
        </p:sp>
        <p:sp>
          <p:nvSpPr>
            <p:cNvPr id="1722" name="panel4__line_1721"/>
            <p:cNvSpPr/>
            <p:nvPr/>
          </p:nvSpPr>
          <p:spPr>
            <a:xfrm>
              <a:off x="1414798" y="6533802"/>
              <a:ext cx="12745" cy="27387"/>
            </a:xfrm>
            <a:prstGeom prst="line">
              <a:avLst/>
            </a:prstGeom>
            <a:noFill/>
            <a:ln w="13335">
              <a:solidFill>
                <a:srgbClr val="42949E"/>
              </a:solidFill>
              <a:prstDash val="solid"/>
            </a:ln>
          </p:spPr>
        </p:sp>
        <p:sp>
          <p:nvSpPr>
            <p:cNvPr id="1723" name="panel4__line_1722"/>
            <p:cNvSpPr/>
            <p:nvPr/>
          </p:nvSpPr>
          <p:spPr>
            <a:xfrm>
              <a:off x="1427543" y="6561190"/>
              <a:ext cx="12745" cy="29797"/>
            </a:xfrm>
            <a:prstGeom prst="line">
              <a:avLst/>
            </a:prstGeom>
            <a:noFill/>
            <a:ln w="13335">
              <a:solidFill>
                <a:srgbClr val="42949E"/>
              </a:solidFill>
              <a:prstDash val="solid"/>
            </a:ln>
          </p:spPr>
        </p:sp>
        <p:sp>
          <p:nvSpPr>
            <p:cNvPr id="1724" name="panel4__line_1723"/>
            <p:cNvSpPr/>
            <p:nvPr/>
          </p:nvSpPr>
          <p:spPr>
            <a:xfrm>
              <a:off x="1440287" y="6590987"/>
              <a:ext cx="12745" cy="28966"/>
            </a:xfrm>
            <a:prstGeom prst="line">
              <a:avLst/>
            </a:prstGeom>
            <a:noFill/>
            <a:ln w="13335">
              <a:solidFill>
                <a:srgbClr val="42949E"/>
              </a:solidFill>
              <a:prstDash val="solid"/>
            </a:ln>
          </p:spPr>
        </p:sp>
        <p:sp>
          <p:nvSpPr>
            <p:cNvPr id="1725" name="panel4__line_1724"/>
            <p:cNvSpPr/>
            <p:nvPr/>
          </p:nvSpPr>
          <p:spPr>
            <a:xfrm>
              <a:off x="1453032" y="6619953"/>
              <a:ext cx="12745" cy="24860"/>
            </a:xfrm>
            <a:prstGeom prst="line">
              <a:avLst/>
            </a:prstGeom>
            <a:noFill/>
            <a:ln w="13335">
              <a:solidFill>
                <a:srgbClr val="42949E"/>
              </a:solidFill>
              <a:prstDash val="solid"/>
            </a:ln>
          </p:spPr>
        </p:sp>
        <p:sp>
          <p:nvSpPr>
            <p:cNvPr id="1726" name="panel4__line_1725"/>
            <p:cNvSpPr/>
            <p:nvPr/>
          </p:nvSpPr>
          <p:spPr>
            <a:xfrm>
              <a:off x="1465777" y="6644814"/>
              <a:ext cx="12745" cy="17856"/>
            </a:xfrm>
            <a:prstGeom prst="line">
              <a:avLst/>
            </a:prstGeom>
            <a:noFill/>
            <a:ln w="13335">
              <a:solidFill>
                <a:srgbClr val="42949E"/>
              </a:solidFill>
              <a:prstDash val="solid"/>
            </a:ln>
          </p:spPr>
        </p:sp>
        <p:sp>
          <p:nvSpPr>
            <p:cNvPr id="1727" name="panel4__line_1726"/>
            <p:cNvSpPr/>
            <p:nvPr/>
          </p:nvSpPr>
          <p:spPr>
            <a:xfrm>
              <a:off x="1478521" y="6662670"/>
              <a:ext cx="12745" cy="8706"/>
            </a:xfrm>
            <a:prstGeom prst="line">
              <a:avLst/>
            </a:prstGeom>
            <a:noFill/>
            <a:ln w="13335">
              <a:solidFill>
                <a:srgbClr val="42949E"/>
              </a:solidFill>
              <a:prstDash val="solid"/>
            </a:ln>
          </p:spPr>
        </p:sp>
        <p:sp>
          <p:nvSpPr>
            <p:cNvPr id="1728" name="panel4__line_1727"/>
            <p:cNvSpPr/>
            <p:nvPr/>
          </p:nvSpPr>
          <p:spPr>
            <a:xfrm flipV="1">
              <a:off x="1491266" y="6669825"/>
              <a:ext cx="12745" cy="1551"/>
            </a:xfrm>
            <a:prstGeom prst="line">
              <a:avLst/>
            </a:prstGeom>
            <a:noFill/>
            <a:ln w="13335">
              <a:solidFill>
                <a:srgbClr val="42949E"/>
              </a:solidFill>
              <a:prstDash val="solid"/>
            </a:ln>
          </p:spPr>
        </p:sp>
        <p:sp>
          <p:nvSpPr>
            <p:cNvPr id="1729" name="panel4__line_1728"/>
            <p:cNvSpPr/>
            <p:nvPr/>
          </p:nvSpPr>
          <p:spPr>
            <a:xfrm flipV="1">
              <a:off x="1504011" y="6658104"/>
              <a:ext cx="12745" cy="11721"/>
            </a:xfrm>
            <a:prstGeom prst="line">
              <a:avLst/>
            </a:prstGeom>
            <a:noFill/>
            <a:ln w="13335">
              <a:solidFill>
                <a:srgbClr val="42949E"/>
              </a:solidFill>
              <a:prstDash val="solid"/>
            </a:ln>
          </p:spPr>
        </p:sp>
        <p:sp>
          <p:nvSpPr>
            <p:cNvPr id="1730" name="panel4__line_1729"/>
            <p:cNvSpPr/>
            <p:nvPr/>
          </p:nvSpPr>
          <p:spPr>
            <a:xfrm flipV="1">
              <a:off x="1516756" y="6637495"/>
              <a:ext cx="12745" cy="20609"/>
            </a:xfrm>
            <a:prstGeom prst="line">
              <a:avLst/>
            </a:prstGeom>
            <a:noFill/>
            <a:ln w="13335">
              <a:solidFill>
                <a:srgbClr val="42949E"/>
              </a:solidFill>
              <a:prstDash val="solid"/>
            </a:ln>
          </p:spPr>
        </p:sp>
        <p:sp>
          <p:nvSpPr>
            <p:cNvPr id="1731" name="panel4__line_1730"/>
            <p:cNvSpPr/>
            <p:nvPr/>
          </p:nvSpPr>
          <p:spPr>
            <a:xfrm flipV="1">
              <a:off x="1529500" y="6610317"/>
              <a:ext cx="12745" cy="27178"/>
            </a:xfrm>
            <a:prstGeom prst="line">
              <a:avLst/>
            </a:prstGeom>
            <a:noFill/>
            <a:ln w="13335">
              <a:solidFill>
                <a:srgbClr val="42949E"/>
              </a:solidFill>
              <a:prstDash val="solid"/>
            </a:ln>
          </p:spPr>
        </p:sp>
        <p:sp>
          <p:nvSpPr>
            <p:cNvPr id="1732" name="panel4__line_1731"/>
            <p:cNvSpPr/>
            <p:nvPr/>
          </p:nvSpPr>
          <p:spPr>
            <a:xfrm flipV="1">
              <a:off x="1542245" y="6579635"/>
              <a:ext cx="12745" cy="30682"/>
            </a:xfrm>
            <a:prstGeom prst="line">
              <a:avLst/>
            </a:prstGeom>
            <a:noFill/>
            <a:ln w="13335">
              <a:solidFill>
                <a:srgbClr val="42949E"/>
              </a:solidFill>
              <a:prstDash val="solid"/>
            </a:ln>
          </p:spPr>
        </p:sp>
        <p:sp>
          <p:nvSpPr>
            <p:cNvPr id="1733" name="panel4__line_1732"/>
            <p:cNvSpPr/>
            <p:nvPr/>
          </p:nvSpPr>
          <p:spPr>
            <a:xfrm flipV="1">
              <a:off x="1554990" y="6548871"/>
              <a:ext cx="12745" cy="30764"/>
            </a:xfrm>
            <a:prstGeom prst="line">
              <a:avLst/>
            </a:prstGeom>
            <a:noFill/>
            <a:ln w="13335">
              <a:solidFill>
                <a:srgbClr val="42949E"/>
              </a:solidFill>
              <a:prstDash val="solid"/>
            </a:ln>
          </p:spPr>
        </p:sp>
        <p:sp>
          <p:nvSpPr>
            <p:cNvPr id="1734" name="panel4__line_1733"/>
            <p:cNvSpPr/>
            <p:nvPr/>
          </p:nvSpPr>
          <p:spPr>
            <a:xfrm flipV="1">
              <a:off x="1567735" y="6521378"/>
              <a:ext cx="12745" cy="27493"/>
            </a:xfrm>
            <a:prstGeom prst="line">
              <a:avLst/>
            </a:prstGeom>
            <a:noFill/>
            <a:ln w="13335">
              <a:solidFill>
                <a:srgbClr val="42949E"/>
              </a:solidFill>
              <a:prstDash val="solid"/>
            </a:ln>
          </p:spPr>
        </p:sp>
        <p:sp>
          <p:nvSpPr>
            <p:cNvPr id="1735" name="panel4__line_1734"/>
            <p:cNvSpPr/>
            <p:nvPr/>
          </p:nvSpPr>
          <p:spPr>
            <a:xfrm flipV="1">
              <a:off x="1580479" y="6500035"/>
              <a:ext cx="12745" cy="21343"/>
            </a:xfrm>
            <a:prstGeom prst="line">
              <a:avLst/>
            </a:prstGeom>
            <a:noFill/>
            <a:ln w="13335">
              <a:solidFill>
                <a:srgbClr val="42949E"/>
              </a:solidFill>
              <a:prstDash val="solid"/>
            </a:ln>
          </p:spPr>
        </p:sp>
        <p:sp>
          <p:nvSpPr>
            <p:cNvPr id="1736" name="panel4__line_1735"/>
            <p:cNvSpPr/>
            <p:nvPr/>
          </p:nvSpPr>
          <p:spPr>
            <a:xfrm flipV="1">
              <a:off x="1593224" y="6486912"/>
              <a:ext cx="12745" cy="13123"/>
            </a:xfrm>
            <a:prstGeom prst="line">
              <a:avLst/>
            </a:prstGeom>
            <a:noFill/>
            <a:ln w="13335">
              <a:solidFill>
                <a:srgbClr val="42949E"/>
              </a:solidFill>
              <a:prstDash val="solid"/>
            </a:ln>
          </p:spPr>
        </p:sp>
        <p:sp>
          <p:nvSpPr>
            <p:cNvPr id="1737" name="panel4__line_1736"/>
            <p:cNvSpPr/>
            <p:nvPr/>
          </p:nvSpPr>
          <p:spPr>
            <a:xfrm flipV="1">
              <a:off x="1605969" y="6483060"/>
              <a:ext cx="12745" cy="3853"/>
            </a:xfrm>
            <a:prstGeom prst="line">
              <a:avLst/>
            </a:prstGeom>
            <a:noFill/>
            <a:ln w="13335">
              <a:solidFill>
                <a:srgbClr val="42949E"/>
              </a:solidFill>
              <a:prstDash val="solid"/>
            </a:ln>
          </p:spPr>
        </p:sp>
        <p:sp>
          <p:nvSpPr>
            <p:cNvPr id="1738" name="panel4__line_1737"/>
            <p:cNvSpPr/>
            <p:nvPr/>
          </p:nvSpPr>
          <p:spPr>
            <a:xfrm>
              <a:off x="1618713" y="6483060"/>
              <a:ext cx="12745" cy="5370"/>
            </a:xfrm>
            <a:prstGeom prst="line">
              <a:avLst/>
            </a:prstGeom>
            <a:noFill/>
            <a:ln w="13335">
              <a:solidFill>
                <a:srgbClr val="42949E"/>
              </a:solidFill>
              <a:prstDash val="solid"/>
            </a:ln>
          </p:spPr>
        </p:sp>
        <p:sp>
          <p:nvSpPr>
            <p:cNvPr id="1739" name="panel4__line_1738"/>
            <p:cNvSpPr/>
            <p:nvPr/>
          </p:nvSpPr>
          <p:spPr>
            <a:xfrm>
              <a:off x="1631458" y="6488430"/>
              <a:ext cx="12745" cy="13520"/>
            </a:xfrm>
            <a:prstGeom prst="line">
              <a:avLst/>
            </a:prstGeom>
            <a:noFill/>
            <a:ln w="13335">
              <a:solidFill>
                <a:srgbClr val="42949E"/>
              </a:solidFill>
              <a:prstDash val="solid"/>
            </a:ln>
          </p:spPr>
        </p:sp>
        <p:sp>
          <p:nvSpPr>
            <p:cNvPr id="1740" name="panel4__line_1739"/>
            <p:cNvSpPr/>
            <p:nvPr/>
          </p:nvSpPr>
          <p:spPr>
            <a:xfrm>
              <a:off x="1644203" y="6501950"/>
              <a:ext cx="12745" cy="19761"/>
            </a:xfrm>
            <a:prstGeom prst="line">
              <a:avLst/>
            </a:prstGeom>
            <a:noFill/>
            <a:ln w="13335">
              <a:solidFill>
                <a:srgbClr val="42949E"/>
              </a:solidFill>
              <a:prstDash val="solid"/>
            </a:ln>
          </p:spPr>
        </p:sp>
        <p:sp>
          <p:nvSpPr>
            <p:cNvPr id="1741" name="panel4__line_1740"/>
            <p:cNvSpPr/>
            <p:nvPr/>
          </p:nvSpPr>
          <p:spPr>
            <a:xfrm>
              <a:off x="1656948" y="6521711"/>
              <a:ext cx="12745" cy="23543"/>
            </a:xfrm>
            <a:prstGeom prst="line">
              <a:avLst/>
            </a:prstGeom>
            <a:noFill/>
            <a:ln w="13335">
              <a:solidFill>
                <a:srgbClr val="42949E"/>
              </a:solidFill>
              <a:prstDash val="solid"/>
            </a:ln>
          </p:spPr>
        </p:sp>
        <p:sp>
          <p:nvSpPr>
            <p:cNvPr id="1742" name="panel4__line_1741"/>
            <p:cNvSpPr/>
            <p:nvPr/>
          </p:nvSpPr>
          <p:spPr>
            <a:xfrm>
              <a:off x="1669692" y="6545254"/>
              <a:ext cx="12745" cy="24641"/>
            </a:xfrm>
            <a:prstGeom prst="line">
              <a:avLst/>
            </a:prstGeom>
            <a:noFill/>
            <a:ln w="13335">
              <a:solidFill>
                <a:srgbClr val="42949E"/>
              </a:solidFill>
              <a:prstDash val="solid"/>
            </a:ln>
          </p:spPr>
        </p:sp>
        <p:sp>
          <p:nvSpPr>
            <p:cNvPr id="1743" name="panel4__line_1742"/>
            <p:cNvSpPr/>
            <p:nvPr/>
          </p:nvSpPr>
          <p:spPr>
            <a:xfrm>
              <a:off x="1682437" y="6569895"/>
              <a:ext cx="12745" cy="23152"/>
            </a:xfrm>
            <a:prstGeom prst="line">
              <a:avLst/>
            </a:prstGeom>
            <a:noFill/>
            <a:ln w="13335">
              <a:solidFill>
                <a:srgbClr val="42949E"/>
              </a:solidFill>
              <a:prstDash val="solid"/>
            </a:ln>
          </p:spPr>
        </p:sp>
        <p:sp>
          <p:nvSpPr>
            <p:cNvPr id="1744" name="panel4__line_1743"/>
            <p:cNvSpPr/>
            <p:nvPr/>
          </p:nvSpPr>
          <p:spPr>
            <a:xfrm>
              <a:off x="1695182" y="6593046"/>
              <a:ext cx="12745" cy="19450"/>
            </a:xfrm>
            <a:prstGeom prst="line">
              <a:avLst/>
            </a:prstGeom>
            <a:noFill/>
            <a:ln w="13335">
              <a:solidFill>
                <a:srgbClr val="42949E"/>
              </a:solidFill>
              <a:prstDash val="solid"/>
            </a:ln>
          </p:spPr>
        </p:sp>
        <p:sp>
          <p:nvSpPr>
            <p:cNvPr id="1745" name="panel4__line_1744"/>
            <p:cNvSpPr/>
            <p:nvPr/>
          </p:nvSpPr>
          <p:spPr>
            <a:xfrm>
              <a:off x="1707926" y="6612496"/>
              <a:ext cx="12745" cy="14109"/>
            </a:xfrm>
            <a:prstGeom prst="line">
              <a:avLst/>
            </a:prstGeom>
            <a:noFill/>
            <a:ln w="13335">
              <a:solidFill>
                <a:srgbClr val="42949E"/>
              </a:solidFill>
              <a:prstDash val="solid"/>
            </a:ln>
          </p:spPr>
        </p:sp>
        <p:sp>
          <p:nvSpPr>
            <p:cNvPr id="1746" name="panel4__line_1745"/>
            <p:cNvSpPr/>
            <p:nvPr/>
          </p:nvSpPr>
          <p:spPr>
            <a:xfrm>
              <a:off x="1720671" y="6626605"/>
              <a:ext cx="12745" cy="7811"/>
            </a:xfrm>
            <a:prstGeom prst="line">
              <a:avLst/>
            </a:prstGeom>
            <a:noFill/>
            <a:ln w="13335">
              <a:solidFill>
                <a:srgbClr val="42949E"/>
              </a:solidFill>
              <a:prstDash val="solid"/>
            </a:ln>
          </p:spPr>
        </p:sp>
        <p:sp>
          <p:nvSpPr>
            <p:cNvPr id="1747" name="panel4__line_1746"/>
            <p:cNvSpPr/>
            <p:nvPr/>
          </p:nvSpPr>
          <p:spPr>
            <a:xfrm>
              <a:off x="1733416" y="6634416"/>
              <a:ext cx="12745" cy="1253"/>
            </a:xfrm>
            <a:prstGeom prst="line">
              <a:avLst/>
            </a:prstGeom>
            <a:noFill/>
            <a:ln w="13335">
              <a:solidFill>
                <a:srgbClr val="42949E"/>
              </a:solidFill>
              <a:prstDash val="solid"/>
            </a:ln>
          </p:spPr>
        </p:sp>
        <p:sp>
          <p:nvSpPr>
            <p:cNvPr id="1748" name="panel4__line_1747"/>
            <p:cNvSpPr/>
            <p:nvPr/>
          </p:nvSpPr>
          <p:spPr>
            <a:xfrm flipV="1">
              <a:off x="1746161" y="6630736"/>
              <a:ext cx="12745" cy="4933"/>
            </a:xfrm>
            <a:prstGeom prst="line">
              <a:avLst/>
            </a:prstGeom>
            <a:noFill/>
            <a:ln w="13335">
              <a:solidFill>
                <a:srgbClr val="42949E"/>
              </a:solidFill>
              <a:prstDash val="solid"/>
            </a:ln>
          </p:spPr>
        </p:sp>
        <p:sp>
          <p:nvSpPr>
            <p:cNvPr id="1749" name="panel4__line_1748"/>
            <p:cNvSpPr/>
            <p:nvPr/>
          </p:nvSpPr>
          <p:spPr>
            <a:xfrm flipV="1">
              <a:off x="1758905" y="6620504"/>
              <a:ext cx="12745" cy="10232"/>
            </a:xfrm>
            <a:prstGeom prst="line">
              <a:avLst/>
            </a:prstGeom>
            <a:noFill/>
            <a:ln w="13335">
              <a:solidFill>
                <a:srgbClr val="42949E"/>
              </a:solidFill>
              <a:prstDash val="solid"/>
            </a:ln>
          </p:spPr>
        </p:sp>
        <p:sp>
          <p:nvSpPr>
            <p:cNvPr id="1750" name="panel4__rect_1749"/>
            <p:cNvSpPr/>
            <p:nvPr/>
          </p:nvSpPr>
          <p:spPr>
            <a:xfrm>
              <a:off x="2028825" y="6400800"/>
              <a:ext cx="981075" cy="342900"/>
            </a:xfrm>
            <a:prstGeom prst="rect">
              <a:avLst>
                <a:gd name="adj" fmla="val 26667"/>
              </a:avLst>
            </a:prstGeom>
            <a:solidFill>
              <a:srgbClr val="F8FAFB"/>
            </a:solidFill>
            <a:ln w="6191">
              <a:solidFill>
                <a:srgbClr val="D3DADF"/>
              </a:solidFill>
              <a:prstDash val="solid"/>
            </a:ln>
          </p:spPr>
        </p:sp>
        <p:sp>
          <p:nvSpPr>
            <p:cNvPr id="1751" name="panel4__line_1750"/>
            <p:cNvSpPr/>
            <p:nvPr/>
          </p:nvSpPr>
          <p:spPr>
            <a:xfrm>
              <a:off x="2066925" y="6572250"/>
              <a:ext cx="12745" cy="0"/>
            </a:xfrm>
            <a:prstGeom prst="line">
              <a:avLst/>
            </a:prstGeom>
            <a:noFill/>
            <a:ln w="13335">
              <a:solidFill>
                <a:srgbClr val="9A4D8E"/>
              </a:solidFill>
              <a:prstDash val="solid"/>
            </a:ln>
          </p:spPr>
        </p:sp>
        <p:sp>
          <p:nvSpPr>
            <p:cNvPr id="1752" name="panel4__line_1751"/>
            <p:cNvSpPr/>
            <p:nvPr/>
          </p:nvSpPr>
          <p:spPr>
            <a:xfrm>
              <a:off x="2079670" y="6572250"/>
              <a:ext cx="12745" cy="0"/>
            </a:xfrm>
            <a:prstGeom prst="line">
              <a:avLst/>
            </a:prstGeom>
            <a:noFill/>
            <a:ln w="13335">
              <a:solidFill>
                <a:srgbClr val="9A4D8E"/>
              </a:solidFill>
              <a:prstDash val="solid"/>
            </a:ln>
          </p:spPr>
        </p:sp>
        <p:sp>
          <p:nvSpPr>
            <p:cNvPr id="1753" name="panel4__line_1752"/>
            <p:cNvSpPr/>
            <p:nvPr/>
          </p:nvSpPr>
          <p:spPr>
            <a:xfrm>
              <a:off x="2092414" y="6572250"/>
              <a:ext cx="12745" cy="0"/>
            </a:xfrm>
            <a:prstGeom prst="line">
              <a:avLst/>
            </a:prstGeom>
            <a:noFill/>
            <a:ln w="13335">
              <a:solidFill>
                <a:srgbClr val="9A4D8E"/>
              </a:solidFill>
              <a:prstDash val="solid"/>
            </a:ln>
          </p:spPr>
        </p:sp>
        <p:sp>
          <p:nvSpPr>
            <p:cNvPr id="1754" name="panel4__line_1753"/>
            <p:cNvSpPr/>
            <p:nvPr/>
          </p:nvSpPr>
          <p:spPr>
            <a:xfrm>
              <a:off x="2105159" y="6572250"/>
              <a:ext cx="12745" cy="0"/>
            </a:xfrm>
            <a:prstGeom prst="line">
              <a:avLst/>
            </a:prstGeom>
            <a:noFill/>
            <a:ln w="13335">
              <a:solidFill>
                <a:srgbClr val="9A4D8E"/>
              </a:solidFill>
              <a:prstDash val="solid"/>
            </a:ln>
          </p:spPr>
        </p:sp>
        <p:sp>
          <p:nvSpPr>
            <p:cNvPr id="1755" name="panel4__line_1754"/>
            <p:cNvSpPr/>
            <p:nvPr/>
          </p:nvSpPr>
          <p:spPr>
            <a:xfrm>
              <a:off x="2117904" y="6572250"/>
              <a:ext cx="12745" cy="0"/>
            </a:xfrm>
            <a:prstGeom prst="line">
              <a:avLst/>
            </a:prstGeom>
            <a:noFill/>
            <a:ln w="13335">
              <a:solidFill>
                <a:srgbClr val="9A4D8E"/>
              </a:solidFill>
              <a:prstDash val="solid"/>
            </a:ln>
          </p:spPr>
        </p:sp>
        <p:sp>
          <p:nvSpPr>
            <p:cNvPr id="1756" name="panel4__line_1755"/>
            <p:cNvSpPr/>
            <p:nvPr/>
          </p:nvSpPr>
          <p:spPr>
            <a:xfrm>
              <a:off x="2130649" y="6572250"/>
              <a:ext cx="12745" cy="0"/>
            </a:xfrm>
            <a:prstGeom prst="line">
              <a:avLst/>
            </a:prstGeom>
            <a:noFill/>
            <a:ln w="13335">
              <a:solidFill>
                <a:srgbClr val="9A4D8E"/>
              </a:solidFill>
              <a:prstDash val="solid"/>
            </a:ln>
          </p:spPr>
        </p:sp>
        <p:sp>
          <p:nvSpPr>
            <p:cNvPr id="1757" name="panel4__line_1756"/>
            <p:cNvSpPr/>
            <p:nvPr/>
          </p:nvSpPr>
          <p:spPr>
            <a:xfrm>
              <a:off x="2143393" y="6572250"/>
              <a:ext cx="12745" cy="0"/>
            </a:xfrm>
            <a:prstGeom prst="line">
              <a:avLst/>
            </a:prstGeom>
            <a:noFill/>
            <a:ln w="13335">
              <a:solidFill>
                <a:srgbClr val="9A4D8E"/>
              </a:solidFill>
              <a:prstDash val="solid"/>
            </a:ln>
          </p:spPr>
        </p:sp>
        <p:sp>
          <p:nvSpPr>
            <p:cNvPr id="1758" name="panel4__line_1757"/>
            <p:cNvSpPr/>
            <p:nvPr/>
          </p:nvSpPr>
          <p:spPr>
            <a:xfrm>
              <a:off x="2156138" y="6572250"/>
              <a:ext cx="12745" cy="0"/>
            </a:xfrm>
            <a:prstGeom prst="line">
              <a:avLst/>
            </a:prstGeom>
            <a:noFill/>
            <a:ln w="13335">
              <a:solidFill>
                <a:srgbClr val="9A4D8E"/>
              </a:solidFill>
              <a:prstDash val="solid"/>
            </a:ln>
          </p:spPr>
        </p:sp>
        <p:sp>
          <p:nvSpPr>
            <p:cNvPr id="1759" name="panel4__line_1758"/>
            <p:cNvSpPr/>
            <p:nvPr/>
          </p:nvSpPr>
          <p:spPr>
            <a:xfrm>
              <a:off x="2168883" y="6572250"/>
              <a:ext cx="12745" cy="0"/>
            </a:xfrm>
            <a:prstGeom prst="line">
              <a:avLst/>
            </a:prstGeom>
            <a:noFill/>
            <a:ln w="13335">
              <a:solidFill>
                <a:srgbClr val="9A4D8E"/>
              </a:solidFill>
              <a:prstDash val="solid"/>
            </a:ln>
          </p:spPr>
        </p:sp>
        <p:sp>
          <p:nvSpPr>
            <p:cNvPr id="1760" name="panel4__line_1759"/>
            <p:cNvSpPr/>
            <p:nvPr/>
          </p:nvSpPr>
          <p:spPr>
            <a:xfrm>
              <a:off x="2181627" y="6572250"/>
              <a:ext cx="12745" cy="0"/>
            </a:xfrm>
            <a:prstGeom prst="line">
              <a:avLst/>
            </a:prstGeom>
            <a:noFill/>
            <a:ln w="13335">
              <a:solidFill>
                <a:srgbClr val="9A4D8E"/>
              </a:solidFill>
              <a:prstDash val="solid"/>
            </a:ln>
          </p:spPr>
        </p:sp>
        <p:sp>
          <p:nvSpPr>
            <p:cNvPr id="1761" name="panel4__line_1760"/>
            <p:cNvSpPr/>
            <p:nvPr/>
          </p:nvSpPr>
          <p:spPr>
            <a:xfrm>
              <a:off x="2194372" y="6572250"/>
              <a:ext cx="12745" cy="0"/>
            </a:xfrm>
            <a:prstGeom prst="line">
              <a:avLst/>
            </a:prstGeom>
            <a:noFill/>
            <a:ln w="13335">
              <a:solidFill>
                <a:srgbClr val="9A4D8E"/>
              </a:solidFill>
              <a:prstDash val="solid"/>
            </a:ln>
          </p:spPr>
        </p:sp>
        <p:sp>
          <p:nvSpPr>
            <p:cNvPr id="1762" name="panel4__line_1761"/>
            <p:cNvSpPr/>
            <p:nvPr/>
          </p:nvSpPr>
          <p:spPr>
            <a:xfrm>
              <a:off x="2207117" y="6572250"/>
              <a:ext cx="12745" cy="0"/>
            </a:xfrm>
            <a:prstGeom prst="line">
              <a:avLst/>
            </a:prstGeom>
            <a:noFill/>
            <a:ln w="13335">
              <a:solidFill>
                <a:srgbClr val="9A4D8E"/>
              </a:solidFill>
              <a:prstDash val="solid"/>
            </a:ln>
          </p:spPr>
        </p:sp>
        <p:sp>
          <p:nvSpPr>
            <p:cNvPr id="1763" name="panel4__line_1762"/>
            <p:cNvSpPr/>
            <p:nvPr/>
          </p:nvSpPr>
          <p:spPr>
            <a:xfrm>
              <a:off x="2219862" y="6572250"/>
              <a:ext cx="12745" cy="0"/>
            </a:xfrm>
            <a:prstGeom prst="line">
              <a:avLst/>
            </a:prstGeom>
            <a:noFill/>
            <a:ln w="13335">
              <a:solidFill>
                <a:srgbClr val="9A4D8E"/>
              </a:solidFill>
              <a:prstDash val="solid"/>
            </a:ln>
          </p:spPr>
        </p:sp>
        <p:sp>
          <p:nvSpPr>
            <p:cNvPr id="1764" name="panel4__line_1763"/>
            <p:cNvSpPr/>
            <p:nvPr/>
          </p:nvSpPr>
          <p:spPr>
            <a:xfrm>
              <a:off x="2232606" y="6572250"/>
              <a:ext cx="12745" cy="0"/>
            </a:xfrm>
            <a:prstGeom prst="line">
              <a:avLst/>
            </a:prstGeom>
            <a:noFill/>
            <a:ln w="13335">
              <a:solidFill>
                <a:srgbClr val="9A4D8E"/>
              </a:solidFill>
              <a:prstDash val="solid"/>
            </a:ln>
          </p:spPr>
        </p:sp>
        <p:sp>
          <p:nvSpPr>
            <p:cNvPr id="1765" name="panel4__line_1764"/>
            <p:cNvSpPr/>
            <p:nvPr/>
          </p:nvSpPr>
          <p:spPr>
            <a:xfrm>
              <a:off x="2245351" y="6572250"/>
              <a:ext cx="12745" cy="0"/>
            </a:xfrm>
            <a:prstGeom prst="line">
              <a:avLst/>
            </a:prstGeom>
            <a:noFill/>
            <a:ln w="13335">
              <a:solidFill>
                <a:srgbClr val="9A4D8E"/>
              </a:solidFill>
              <a:prstDash val="solid"/>
            </a:ln>
          </p:spPr>
        </p:sp>
        <p:sp>
          <p:nvSpPr>
            <p:cNvPr id="1766" name="panel4__line_1765"/>
            <p:cNvSpPr/>
            <p:nvPr/>
          </p:nvSpPr>
          <p:spPr>
            <a:xfrm>
              <a:off x="2258096" y="6572250"/>
              <a:ext cx="12745" cy="0"/>
            </a:xfrm>
            <a:prstGeom prst="line">
              <a:avLst/>
            </a:prstGeom>
            <a:noFill/>
            <a:ln w="13335">
              <a:solidFill>
                <a:srgbClr val="9A4D8E"/>
              </a:solidFill>
              <a:prstDash val="solid"/>
            </a:ln>
          </p:spPr>
        </p:sp>
        <p:sp>
          <p:nvSpPr>
            <p:cNvPr id="1767" name="panel4__line_1766"/>
            <p:cNvSpPr/>
            <p:nvPr/>
          </p:nvSpPr>
          <p:spPr>
            <a:xfrm>
              <a:off x="2270840" y="6572250"/>
              <a:ext cx="12745" cy="0"/>
            </a:xfrm>
            <a:prstGeom prst="line">
              <a:avLst/>
            </a:prstGeom>
            <a:noFill/>
            <a:ln w="13335">
              <a:solidFill>
                <a:srgbClr val="9A4D8E"/>
              </a:solidFill>
              <a:prstDash val="solid"/>
            </a:ln>
          </p:spPr>
        </p:sp>
        <p:sp>
          <p:nvSpPr>
            <p:cNvPr id="1768" name="panel4__line_1767"/>
            <p:cNvSpPr/>
            <p:nvPr/>
          </p:nvSpPr>
          <p:spPr>
            <a:xfrm>
              <a:off x="2283585" y="6572250"/>
              <a:ext cx="12745" cy="0"/>
            </a:xfrm>
            <a:prstGeom prst="line">
              <a:avLst/>
            </a:prstGeom>
            <a:noFill/>
            <a:ln w="13335">
              <a:solidFill>
                <a:srgbClr val="9A4D8E"/>
              </a:solidFill>
              <a:prstDash val="solid"/>
            </a:ln>
          </p:spPr>
        </p:sp>
        <p:sp>
          <p:nvSpPr>
            <p:cNvPr id="1769" name="panel4__line_1768"/>
            <p:cNvSpPr/>
            <p:nvPr/>
          </p:nvSpPr>
          <p:spPr>
            <a:xfrm>
              <a:off x="2296330" y="6572250"/>
              <a:ext cx="12745" cy="0"/>
            </a:xfrm>
            <a:prstGeom prst="line">
              <a:avLst/>
            </a:prstGeom>
            <a:noFill/>
            <a:ln w="13335">
              <a:solidFill>
                <a:srgbClr val="9A4D8E"/>
              </a:solidFill>
              <a:prstDash val="solid"/>
            </a:ln>
          </p:spPr>
        </p:sp>
        <p:sp>
          <p:nvSpPr>
            <p:cNvPr id="1770" name="panel4__line_1769"/>
            <p:cNvSpPr/>
            <p:nvPr/>
          </p:nvSpPr>
          <p:spPr>
            <a:xfrm>
              <a:off x="2309075" y="6572250"/>
              <a:ext cx="12745" cy="0"/>
            </a:xfrm>
            <a:prstGeom prst="line">
              <a:avLst/>
            </a:prstGeom>
            <a:noFill/>
            <a:ln w="13335">
              <a:solidFill>
                <a:srgbClr val="9A4D8E"/>
              </a:solidFill>
              <a:prstDash val="solid"/>
            </a:ln>
          </p:spPr>
        </p:sp>
        <p:sp>
          <p:nvSpPr>
            <p:cNvPr id="1771" name="panel4__line_1770"/>
            <p:cNvSpPr/>
            <p:nvPr/>
          </p:nvSpPr>
          <p:spPr>
            <a:xfrm>
              <a:off x="2321819" y="6572250"/>
              <a:ext cx="12745" cy="0"/>
            </a:xfrm>
            <a:prstGeom prst="line">
              <a:avLst/>
            </a:prstGeom>
            <a:noFill/>
            <a:ln w="13335">
              <a:solidFill>
                <a:srgbClr val="9A4D8E"/>
              </a:solidFill>
              <a:prstDash val="solid"/>
            </a:ln>
          </p:spPr>
        </p:sp>
        <p:sp>
          <p:nvSpPr>
            <p:cNvPr id="1772" name="panel4__line_1771"/>
            <p:cNvSpPr/>
            <p:nvPr/>
          </p:nvSpPr>
          <p:spPr>
            <a:xfrm>
              <a:off x="2334564" y="6572250"/>
              <a:ext cx="12745" cy="0"/>
            </a:xfrm>
            <a:prstGeom prst="line">
              <a:avLst/>
            </a:prstGeom>
            <a:noFill/>
            <a:ln w="13335">
              <a:solidFill>
                <a:srgbClr val="9A4D8E"/>
              </a:solidFill>
              <a:prstDash val="solid"/>
            </a:ln>
          </p:spPr>
        </p:sp>
        <p:sp>
          <p:nvSpPr>
            <p:cNvPr id="1773" name="panel4__line_1772"/>
            <p:cNvSpPr/>
            <p:nvPr/>
          </p:nvSpPr>
          <p:spPr>
            <a:xfrm>
              <a:off x="2347309" y="6572250"/>
              <a:ext cx="12745" cy="0"/>
            </a:xfrm>
            <a:prstGeom prst="line">
              <a:avLst/>
            </a:prstGeom>
            <a:noFill/>
            <a:ln w="13335">
              <a:solidFill>
                <a:srgbClr val="9A4D8E"/>
              </a:solidFill>
              <a:prstDash val="solid"/>
            </a:ln>
          </p:spPr>
        </p:sp>
        <p:sp>
          <p:nvSpPr>
            <p:cNvPr id="1774" name="panel4__line_1773"/>
            <p:cNvSpPr/>
            <p:nvPr/>
          </p:nvSpPr>
          <p:spPr>
            <a:xfrm>
              <a:off x="2360054" y="6572250"/>
              <a:ext cx="12745" cy="0"/>
            </a:xfrm>
            <a:prstGeom prst="line">
              <a:avLst/>
            </a:prstGeom>
            <a:noFill/>
            <a:ln w="13335">
              <a:solidFill>
                <a:srgbClr val="9A4D8E"/>
              </a:solidFill>
              <a:prstDash val="solid"/>
            </a:ln>
          </p:spPr>
        </p:sp>
        <p:sp>
          <p:nvSpPr>
            <p:cNvPr id="1775" name="panel4__line_1774"/>
            <p:cNvSpPr/>
            <p:nvPr/>
          </p:nvSpPr>
          <p:spPr>
            <a:xfrm>
              <a:off x="2372798" y="6572250"/>
              <a:ext cx="12745" cy="0"/>
            </a:xfrm>
            <a:prstGeom prst="line">
              <a:avLst/>
            </a:prstGeom>
            <a:noFill/>
            <a:ln w="13335">
              <a:solidFill>
                <a:srgbClr val="9A4D8E"/>
              </a:solidFill>
              <a:prstDash val="solid"/>
            </a:ln>
          </p:spPr>
        </p:sp>
        <p:sp>
          <p:nvSpPr>
            <p:cNvPr id="1776" name="panel4__line_1775"/>
            <p:cNvSpPr/>
            <p:nvPr/>
          </p:nvSpPr>
          <p:spPr>
            <a:xfrm>
              <a:off x="2385543" y="6572250"/>
              <a:ext cx="12745" cy="0"/>
            </a:xfrm>
            <a:prstGeom prst="line">
              <a:avLst/>
            </a:prstGeom>
            <a:noFill/>
            <a:ln w="13335">
              <a:solidFill>
                <a:srgbClr val="9A4D8E"/>
              </a:solidFill>
              <a:prstDash val="solid"/>
            </a:ln>
          </p:spPr>
        </p:sp>
        <p:sp>
          <p:nvSpPr>
            <p:cNvPr id="1777" name="panel4__line_1776"/>
            <p:cNvSpPr/>
            <p:nvPr/>
          </p:nvSpPr>
          <p:spPr>
            <a:xfrm>
              <a:off x="2398288" y="6572250"/>
              <a:ext cx="12745" cy="0"/>
            </a:xfrm>
            <a:prstGeom prst="line">
              <a:avLst/>
            </a:prstGeom>
            <a:noFill/>
            <a:ln w="13335">
              <a:solidFill>
                <a:srgbClr val="9A4D8E"/>
              </a:solidFill>
              <a:prstDash val="solid"/>
            </a:ln>
          </p:spPr>
        </p:sp>
        <p:sp>
          <p:nvSpPr>
            <p:cNvPr id="1778" name="panel4__line_1777"/>
            <p:cNvSpPr/>
            <p:nvPr/>
          </p:nvSpPr>
          <p:spPr>
            <a:xfrm>
              <a:off x="2411032" y="6572250"/>
              <a:ext cx="12745" cy="0"/>
            </a:xfrm>
            <a:prstGeom prst="line">
              <a:avLst/>
            </a:prstGeom>
            <a:noFill/>
            <a:ln w="13335">
              <a:solidFill>
                <a:srgbClr val="9A4D8E"/>
              </a:solidFill>
              <a:prstDash val="solid"/>
            </a:ln>
          </p:spPr>
        </p:sp>
        <p:sp>
          <p:nvSpPr>
            <p:cNvPr id="1779" name="panel4__line_1778"/>
            <p:cNvSpPr/>
            <p:nvPr/>
          </p:nvSpPr>
          <p:spPr>
            <a:xfrm>
              <a:off x="2423777" y="6572250"/>
              <a:ext cx="12745" cy="0"/>
            </a:xfrm>
            <a:prstGeom prst="line">
              <a:avLst/>
            </a:prstGeom>
            <a:noFill/>
            <a:ln w="13335">
              <a:solidFill>
                <a:srgbClr val="9A4D8E"/>
              </a:solidFill>
              <a:prstDash val="solid"/>
            </a:ln>
          </p:spPr>
        </p:sp>
        <p:sp>
          <p:nvSpPr>
            <p:cNvPr id="1780" name="panel4__line_1779"/>
            <p:cNvSpPr/>
            <p:nvPr/>
          </p:nvSpPr>
          <p:spPr>
            <a:xfrm>
              <a:off x="2436522" y="6572250"/>
              <a:ext cx="12745" cy="0"/>
            </a:xfrm>
            <a:prstGeom prst="line">
              <a:avLst/>
            </a:prstGeom>
            <a:noFill/>
            <a:ln w="13335">
              <a:solidFill>
                <a:srgbClr val="9A4D8E"/>
              </a:solidFill>
              <a:prstDash val="solid"/>
            </a:ln>
          </p:spPr>
        </p:sp>
        <p:sp>
          <p:nvSpPr>
            <p:cNvPr id="1781" name="panel4__line_1780"/>
            <p:cNvSpPr/>
            <p:nvPr/>
          </p:nvSpPr>
          <p:spPr>
            <a:xfrm>
              <a:off x="2449267" y="6572250"/>
              <a:ext cx="12745" cy="0"/>
            </a:xfrm>
            <a:prstGeom prst="line">
              <a:avLst/>
            </a:prstGeom>
            <a:noFill/>
            <a:ln w="13335">
              <a:solidFill>
                <a:srgbClr val="9A4D8E"/>
              </a:solidFill>
              <a:prstDash val="solid"/>
            </a:ln>
          </p:spPr>
        </p:sp>
        <p:sp>
          <p:nvSpPr>
            <p:cNvPr id="1782" name="panel4__line_1781"/>
            <p:cNvSpPr/>
            <p:nvPr/>
          </p:nvSpPr>
          <p:spPr>
            <a:xfrm>
              <a:off x="2462011" y="6572250"/>
              <a:ext cx="12745" cy="0"/>
            </a:xfrm>
            <a:prstGeom prst="line">
              <a:avLst/>
            </a:prstGeom>
            <a:noFill/>
            <a:ln w="13335">
              <a:solidFill>
                <a:srgbClr val="9A4D8E"/>
              </a:solidFill>
              <a:prstDash val="solid"/>
            </a:ln>
          </p:spPr>
        </p:sp>
        <p:sp>
          <p:nvSpPr>
            <p:cNvPr id="1783" name="panel4__line_1782"/>
            <p:cNvSpPr/>
            <p:nvPr/>
          </p:nvSpPr>
          <p:spPr>
            <a:xfrm>
              <a:off x="2474756" y="6572250"/>
              <a:ext cx="12745" cy="0"/>
            </a:xfrm>
            <a:prstGeom prst="line">
              <a:avLst/>
            </a:prstGeom>
            <a:noFill/>
            <a:ln w="13335">
              <a:solidFill>
                <a:srgbClr val="9A4D8E"/>
              </a:solidFill>
              <a:prstDash val="solid"/>
            </a:ln>
          </p:spPr>
        </p:sp>
        <p:sp>
          <p:nvSpPr>
            <p:cNvPr id="1784" name="panel4__line_1783"/>
            <p:cNvSpPr/>
            <p:nvPr/>
          </p:nvSpPr>
          <p:spPr>
            <a:xfrm>
              <a:off x="2487501" y="6572250"/>
              <a:ext cx="12745" cy="0"/>
            </a:xfrm>
            <a:prstGeom prst="line">
              <a:avLst/>
            </a:prstGeom>
            <a:noFill/>
            <a:ln w="13335">
              <a:solidFill>
                <a:srgbClr val="9A4D8E"/>
              </a:solidFill>
              <a:prstDash val="solid"/>
            </a:ln>
          </p:spPr>
        </p:sp>
        <p:sp>
          <p:nvSpPr>
            <p:cNvPr id="1785" name="panel4__line_1784"/>
            <p:cNvSpPr/>
            <p:nvPr/>
          </p:nvSpPr>
          <p:spPr>
            <a:xfrm>
              <a:off x="2500245" y="6572250"/>
              <a:ext cx="12745" cy="0"/>
            </a:xfrm>
            <a:prstGeom prst="line">
              <a:avLst/>
            </a:prstGeom>
            <a:noFill/>
            <a:ln w="13335">
              <a:solidFill>
                <a:srgbClr val="9A4D8E"/>
              </a:solidFill>
              <a:prstDash val="solid"/>
            </a:ln>
          </p:spPr>
        </p:sp>
        <p:sp>
          <p:nvSpPr>
            <p:cNvPr id="1786" name="panel4__line_1785"/>
            <p:cNvSpPr/>
            <p:nvPr/>
          </p:nvSpPr>
          <p:spPr>
            <a:xfrm>
              <a:off x="2512990" y="6572250"/>
              <a:ext cx="12745" cy="0"/>
            </a:xfrm>
            <a:prstGeom prst="line">
              <a:avLst/>
            </a:prstGeom>
            <a:noFill/>
            <a:ln w="13335">
              <a:solidFill>
                <a:srgbClr val="9A4D8E"/>
              </a:solidFill>
              <a:prstDash val="solid"/>
            </a:ln>
          </p:spPr>
        </p:sp>
        <p:sp>
          <p:nvSpPr>
            <p:cNvPr id="1787" name="panel4__line_1786"/>
            <p:cNvSpPr/>
            <p:nvPr/>
          </p:nvSpPr>
          <p:spPr>
            <a:xfrm>
              <a:off x="2525735" y="6572250"/>
              <a:ext cx="12745" cy="0"/>
            </a:xfrm>
            <a:prstGeom prst="line">
              <a:avLst/>
            </a:prstGeom>
            <a:noFill/>
            <a:ln w="13335">
              <a:solidFill>
                <a:srgbClr val="9A4D8E"/>
              </a:solidFill>
              <a:prstDash val="solid"/>
            </a:ln>
          </p:spPr>
        </p:sp>
        <p:sp>
          <p:nvSpPr>
            <p:cNvPr id="1788" name="panel4__line_1787"/>
            <p:cNvSpPr/>
            <p:nvPr/>
          </p:nvSpPr>
          <p:spPr>
            <a:xfrm>
              <a:off x="2538480" y="6572250"/>
              <a:ext cx="12745" cy="0"/>
            </a:xfrm>
            <a:prstGeom prst="line">
              <a:avLst/>
            </a:prstGeom>
            <a:noFill/>
            <a:ln w="13335">
              <a:solidFill>
                <a:srgbClr val="9A4D8E"/>
              </a:solidFill>
              <a:prstDash val="solid"/>
            </a:ln>
          </p:spPr>
        </p:sp>
        <p:sp>
          <p:nvSpPr>
            <p:cNvPr id="1789" name="panel4__line_1788"/>
            <p:cNvSpPr/>
            <p:nvPr/>
          </p:nvSpPr>
          <p:spPr>
            <a:xfrm>
              <a:off x="2551224" y="6572250"/>
              <a:ext cx="12745" cy="0"/>
            </a:xfrm>
            <a:prstGeom prst="line">
              <a:avLst/>
            </a:prstGeom>
            <a:noFill/>
            <a:ln w="13335">
              <a:solidFill>
                <a:srgbClr val="9A4D8E"/>
              </a:solidFill>
              <a:prstDash val="solid"/>
            </a:ln>
          </p:spPr>
        </p:sp>
        <p:sp>
          <p:nvSpPr>
            <p:cNvPr id="1790" name="panel4__line_1789"/>
            <p:cNvSpPr/>
            <p:nvPr/>
          </p:nvSpPr>
          <p:spPr>
            <a:xfrm>
              <a:off x="2563969" y="6572250"/>
              <a:ext cx="12745" cy="0"/>
            </a:xfrm>
            <a:prstGeom prst="line">
              <a:avLst/>
            </a:prstGeom>
            <a:noFill/>
            <a:ln w="13335">
              <a:solidFill>
                <a:srgbClr val="9A4D8E"/>
              </a:solidFill>
              <a:prstDash val="solid"/>
            </a:ln>
          </p:spPr>
        </p:sp>
        <p:sp>
          <p:nvSpPr>
            <p:cNvPr id="1791" name="panel4__line_1790"/>
            <p:cNvSpPr/>
            <p:nvPr/>
          </p:nvSpPr>
          <p:spPr>
            <a:xfrm>
              <a:off x="2576714" y="6572250"/>
              <a:ext cx="12745" cy="0"/>
            </a:xfrm>
            <a:prstGeom prst="line">
              <a:avLst/>
            </a:prstGeom>
            <a:noFill/>
            <a:ln w="13335">
              <a:solidFill>
                <a:srgbClr val="9A4D8E"/>
              </a:solidFill>
              <a:prstDash val="solid"/>
            </a:ln>
          </p:spPr>
        </p:sp>
        <p:sp>
          <p:nvSpPr>
            <p:cNvPr id="1792" name="panel4__line_1791"/>
            <p:cNvSpPr/>
            <p:nvPr/>
          </p:nvSpPr>
          <p:spPr>
            <a:xfrm>
              <a:off x="2589458" y="6572250"/>
              <a:ext cx="12745" cy="0"/>
            </a:xfrm>
            <a:prstGeom prst="line">
              <a:avLst/>
            </a:prstGeom>
            <a:noFill/>
            <a:ln w="13335">
              <a:solidFill>
                <a:srgbClr val="9A4D8E"/>
              </a:solidFill>
              <a:prstDash val="solid"/>
            </a:ln>
          </p:spPr>
        </p:sp>
        <p:sp>
          <p:nvSpPr>
            <p:cNvPr id="1793" name="panel4__line_1792"/>
            <p:cNvSpPr/>
            <p:nvPr/>
          </p:nvSpPr>
          <p:spPr>
            <a:xfrm>
              <a:off x="2602203" y="6572250"/>
              <a:ext cx="12745" cy="0"/>
            </a:xfrm>
            <a:prstGeom prst="line">
              <a:avLst/>
            </a:prstGeom>
            <a:noFill/>
            <a:ln w="13335">
              <a:solidFill>
                <a:srgbClr val="9A4D8E"/>
              </a:solidFill>
              <a:prstDash val="solid"/>
            </a:ln>
          </p:spPr>
        </p:sp>
        <p:sp>
          <p:nvSpPr>
            <p:cNvPr id="1794" name="panel4__line_1793"/>
            <p:cNvSpPr/>
            <p:nvPr/>
          </p:nvSpPr>
          <p:spPr>
            <a:xfrm>
              <a:off x="2614948" y="6572250"/>
              <a:ext cx="12745" cy="0"/>
            </a:xfrm>
            <a:prstGeom prst="line">
              <a:avLst/>
            </a:prstGeom>
            <a:noFill/>
            <a:ln w="13335">
              <a:solidFill>
                <a:srgbClr val="9A4D8E"/>
              </a:solidFill>
              <a:prstDash val="solid"/>
            </a:ln>
          </p:spPr>
        </p:sp>
        <p:sp>
          <p:nvSpPr>
            <p:cNvPr id="1795" name="panel4__line_1794"/>
            <p:cNvSpPr/>
            <p:nvPr/>
          </p:nvSpPr>
          <p:spPr>
            <a:xfrm>
              <a:off x="2627693" y="6572250"/>
              <a:ext cx="12745" cy="0"/>
            </a:xfrm>
            <a:prstGeom prst="line">
              <a:avLst/>
            </a:prstGeom>
            <a:noFill/>
            <a:ln w="13335">
              <a:solidFill>
                <a:srgbClr val="9A4D8E"/>
              </a:solidFill>
              <a:prstDash val="solid"/>
            </a:ln>
          </p:spPr>
        </p:sp>
        <p:sp>
          <p:nvSpPr>
            <p:cNvPr id="1796" name="panel4__line_1795"/>
            <p:cNvSpPr/>
            <p:nvPr/>
          </p:nvSpPr>
          <p:spPr>
            <a:xfrm>
              <a:off x="2640437" y="6572250"/>
              <a:ext cx="12745" cy="0"/>
            </a:xfrm>
            <a:prstGeom prst="line">
              <a:avLst/>
            </a:prstGeom>
            <a:noFill/>
            <a:ln w="13335">
              <a:solidFill>
                <a:srgbClr val="9A4D8E"/>
              </a:solidFill>
              <a:prstDash val="solid"/>
            </a:ln>
          </p:spPr>
        </p:sp>
        <p:sp>
          <p:nvSpPr>
            <p:cNvPr id="1797" name="panel4__line_1796"/>
            <p:cNvSpPr/>
            <p:nvPr/>
          </p:nvSpPr>
          <p:spPr>
            <a:xfrm>
              <a:off x="2653182" y="6572250"/>
              <a:ext cx="12745" cy="0"/>
            </a:xfrm>
            <a:prstGeom prst="line">
              <a:avLst/>
            </a:prstGeom>
            <a:noFill/>
            <a:ln w="13335">
              <a:solidFill>
                <a:srgbClr val="9A4D8E"/>
              </a:solidFill>
              <a:prstDash val="solid"/>
            </a:ln>
          </p:spPr>
        </p:sp>
        <p:sp>
          <p:nvSpPr>
            <p:cNvPr id="1798" name="panel4__line_1797"/>
            <p:cNvSpPr/>
            <p:nvPr/>
          </p:nvSpPr>
          <p:spPr>
            <a:xfrm>
              <a:off x="2665927" y="6572250"/>
              <a:ext cx="12745" cy="0"/>
            </a:xfrm>
            <a:prstGeom prst="line">
              <a:avLst/>
            </a:prstGeom>
            <a:noFill/>
            <a:ln w="13335">
              <a:solidFill>
                <a:srgbClr val="9A4D8E"/>
              </a:solidFill>
              <a:prstDash val="solid"/>
            </a:ln>
          </p:spPr>
        </p:sp>
        <p:sp>
          <p:nvSpPr>
            <p:cNvPr id="1799" name="panel4__line_1798"/>
            <p:cNvSpPr/>
            <p:nvPr/>
          </p:nvSpPr>
          <p:spPr>
            <a:xfrm>
              <a:off x="2678671" y="6572250"/>
              <a:ext cx="12745" cy="0"/>
            </a:xfrm>
            <a:prstGeom prst="line">
              <a:avLst/>
            </a:prstGeom>
            <a:noFill/>
            <a:ln w="13335">
              <a:solidFill>
                <a:srgbClr val="9A4D8E"/>
              </a:solidFill>
              <a:prstDash val="solid"/>
            </a:ln>
          </p:spPr>
        </p:sp>
        <p:sp>
          <p:nvSpPr>
            <p:cNvPr id="1800" name="panel4__line_1799"/>
            <p:cNvSpPr/>
            <p:nvPr/>
          </p:nvSpPr>
          <p:spPr>
            <a:xfrm>
              <a:off x="2691416" y="6572250"/>
              <a:ext cx="12745" cy="0"/>
            </a:xfrm>
            <a:prstGeom prst="line">
              <a:avLst/>
            </a:prstGeom>
            <a:noFill/>
            <a:ln w="13335">
              <a:solidFill>
                <a:srgbClr val="9A4D8E"/>
              </a:solidFill>
              <a:prstDash val="solid"/>
            </a:ln>
          </p:spPr>
        </p:sp>
        <p:sp>
          <p:nvSpPr>
            <p:cNvPr id="1801" name="panel4__line_1800"/>
            <p:cNvSpPr/>
            <p:nvPr/>
          </p:nvSpPr>
          <p:spPr>
            <a:xfrm>
              <a:off x="2704161" y="6572250"/>
              <a:ext cx="12745" cy="0"/>
            </a:xfrm>
            <a:prstGeom prst="line">
              <a:avLst/>
            </a:prstGeom>
            <a:noFill/>
            <a:ln w="13335">
              <a:solidFill>
                <a:srgbClr val="9A4D8E"/>
              </a:solidFill>
              <a:prstDash val="solid"/>
            </a:ln>
          </p:spPr>
        </p:sp>
        <p:sp>
          <p:nvSpPr>
            <p:cNvPr id="1802" name="panel4__line_1801"/>
            <p:cNvSpPr/>
            <p:nvPr/>
          </p:nvSpPr>
          <p:spPr>
            <a:xfrm>
              <a:off x="2716906" y="6572250"/>
              <a:ext cx="12745" cy="0"/>
            </a:xfrm>
            <a:prstGeom prst="line">
              <a:avLst/>
            </a:prstGeom>
            <a:noFill/>
            <a:ln w="13335">
              <a:solidFill>
                <a:srgbClr val="9A4D8E"/>
              </a:solidFill>
              <a:prstDash val="solid"/>
            </a:ln>
          </p:spPr>
        </p:sp>
        <p:sp>
          <p:nvSpPr>
            <p:cNvPr id="1803" name="panel4__line_1802"/>
            <p:cNvSpPr/>
            <p:nvPr/>
          </p:nvSpPr>
          <p:spPr>
            <a:xfrm>
              <a:off x="2729650" y="6572250"/>
              <a:ext cx="12745" cy="0"/>
            </a:xfrm>
            <a:prstGeom prst="line">
              <a:avLst/>
            </a:prstGeom>
            <a:noFill/>
            <a:ln w="13335">
              <a:solidFill>
                <a:srgbClr val="9A4D8E"/>
              </a:solidFill>
              <a:prstDash val="solid"/>
            </a:ln>
          </p:spPr>
        </p:sp>
        <p:sp>
          <p:nvSpPr>
            <p:cNvPr id="1804" name="panel4__line_1803"/>
            <p:cNvSpPr/>
            <p:nvPr/>
          </p:nvSpPr>
          <p:spPr>
            <a:xfrm>
              <a:off x="2742395" y="6572250"/>
              <a:ext cx="12745" cy="0"/>
            </a:xfrm>
            <a:prstGeom prst="line">
              <a:avLst/>
            </a:prstGeom>
            <a:noFill/>
            <a:ln w="13335">
              <a:solidFill>
                <a:srgbClr val="9A4D8E"/>
              </a:solidFill>
              <a:prstDash val="solid"/>
            </a:ln>
          </p:spPr>
        </p:sp>
        <p:sp>
          <p:nvSpPr>
            <p:cNvPr id="1805" name="panel4__line_1804"/>
            <p:cNvSpPr/>
            <p:nvPr/>
          </p:nvSpPr>
          <p:spPr>
            <a:xfrm>
              <a:off x="2755140" y="6572250"/>
              <a:ext cx="12745" cy="0"/>
            </a:xfrm>
            <a:prstGeom prst="line">
              <a:avLst/>
            </a:prstGeom>
            <a:noFill/>
            <a:ln w="13335">
              <a:solidFill>
                <a:srgbClr val="9A4D8E"/>
              </a:solidFill>
              <a:prstDash val="solid"/>
            </a:ln>
          </p:spPr>
        </p:sp>
        <p:sp>
          <p:nvSpPr>
            <p:cNvPr id="1806" name="panel4__line_1805"/>
            <p:cNvSpPr/>
            <p:nvPr/>
          </p:nvSpPr>
          <p:spPr>
            <a:xfrm>
              <a:off x="2767885" y="6572250"/>
              <a:ext cx="12745" cy="0"/>
            </a:xfrm>
            <a:prstGeom prst="line">
              <a:avLst/>
            </a:prstGeom>
            <a:noFill/>
            <a:ln w="13335">
              <a:solidFill>
                <a:srgbClr val="9A4D8E"/>
              </a:solidFill>
              <a:prstDash val="solid"/>
            </a:ln>
          </p:spPr>
        </p:sp>
        <p:sp>
          <p:nvSpPr>
            <p:cNvPr id="1807" name="panel4__line_1806"/>
            <p:cNvSpPr/>
            <p:nvPr/>
          </p:nvSpPr>
          <p:spPr>
            <a:xfrm>
              <a:off x="2780629" y="6572250"/>
              <a:ext cx="12745" cy="0"/>
            </a:xfrm>
            <a:prstGeom prst="line">
              <a:avLst/>
            </a:prstGeom>
            <a:noFill/>
            <a:ln w="13335">
              <a:solidFill>
                <a:srgbClr val="9A4D8E"/>
              </a:solidFill>
              <a:prstDash val="solid"/>
            </a:ln>
          </p:spPr>
        </p:sp>
        <p:sp>
          <p:nvSpPr>
            <p:cNvPr id="1808" name="panel4__line_1807"/>
            <p:cNvSpPr/>
            <p:nvPr/>
          </p:nvSpPr>
          <p:spPr>
            <a:xfrm>
              <a:off x="2793374" y="6572250"/>
              <a:ext cx="12745" cy="0"/>
            </a:xfrm>
            <a:prstGeom prst="line">
              <a:avLst/>
            </a:prstGeom>
            <a:noFill/>
            <a:ln w="13335">
              <a:solidFill>
                <a:srgbClr val="9A4D8E"/>
              </a:solidFill>
              <a:prstDash val="solid"/>
            </a:ln>
          </p:spPr>
        </p:sp>
        <p:sp>
          <p:nvSpPr>
            <p:cNvPr id="1809" name="panel4__line_1808"/>
            <p:cNvSpPr/>
            <p:nvPr/>
          </p:nvSpPr>
          <p:spPr>
            <a:xfrm>
              <a:off x="2806119" y="6572250"/>
              <a:ext cx="12745" cy="0"/>
            </a:xfrm>
            <a:prstGeom prst="line">
              <a:avLst/>
            </a:prstGeom>
            <a:noFill/>
            <a:ln w="13335">
              <a:solidFill>
                <a:srgbClr val="9A4D8E"/>
              </a:solidFill>
              <a:prstDash val="solid"/>
            </a:ln>
          </p:spPr>
        </p:sp>
        <p:sp>
          <p:nvSpPr>
            <p:cNvPr id="1810" name="panel4__line_1809"/>
            <p:cNvSpPr/>
            <p:nvPr/>
          </p:nvSpPr>
          <p:spPr>
            <a:xfrm>
              <a:off x="2818863" y="6572250"/>
              <a:ext cx="12745" cy="0"/>
            </a:xfrm>
            <a:prstGeom prst="line">
              <a:avLst/>
            </a:prstGeom>
            <a:noFill/>
            <a:ln w="13335">
              <a:solidFill>
                <a:srgbClr val="9A4D8E"/>
              </a:solidFill>
              <a:prstDash val="solid"/>
            </a:ln>
          </p:spPr>
        </p:sp>
        <p:sp>
          <p:nvSpPr>
            <p:cNvPr id="1811" name="panel4__line_1810"/>
            <p:cNvSpPr/>
            <p:nvPr/>
          </p:nvSpPr>
          <p:spPr>
            <a:xfrm>
              <a:off x="2831608" y="6572250"/>
              <a:ext cx="12745" cy="0"/>
            </a:xfrm>
            <a:prstGeom prst="line">
              <a:avLst/>
            </a:prstGeom>
            <a:noFill/>
            <a:ln w="13335">
              <a:solidFill>
                <a:srgbClr val="9A4D8E"/>
              </a:solidFill>
              <a:prstDash val="solid"/>
            </a:ln>
          </p:spPr>
        </p:sp>
        <p:sp>
          <p:nvSpPr>
            <p:cNvPr id="1812" name="panel4__line_1811"/>
            <p:cNvSpPr/>
            <p:nvPr/>
          </p:nvSpPr>
          <p:spPr>
            <a:xfrm>
              <a:off x="2844353" y="6572250"/>
              <a:ext cx="12745" cy="0"/>
            </a:xfrm>
            <a:prstGeom prst="line">
              <a:avLst/>
            </a:prstGeom>
            <a:noFill/>
            <a:ln w="13335">
              <a:solidFill>
                <a:srgbClr val="9A4D8E"/>
              </a:solidFill>
              <a:prstDash val="solid"/>
            </a:ln>
          </p:spPr>
        </p:sp>
        <p:sp>
          <p:nvSpPr>
            <p:cNvPr id="1813" name="panel4__line_1812"/>
            <p:cNvSpPr/>
            <p:nvPr/>
          </p:nvSpPr>
          <p:spPr>
            <a:xfrm>
              <a:off x="2857098" y="6572250"/>
              <a:ext cx="12745" cy="0"/>
            </a:xfrm>
            <a:prstGeom prst="line">
              <a:avLst/>
            </a:prstGeom>
            <a:noFill/>
            <a:ln w="13335">
              <a:solidFill>
                <a:srgbClr val="9A4D8E"/>
              </a:solidFill>
              <a:prstDash val="solid"/>
            </a:ln>
          </p:spPr>
        </p:sp>
        <p:sp>
          <p:nvSpPr>
            <p:cNvPr id="1814" name="panel4__line_1813"/>
            <p:cNvSpPr/>
            <p:nvPr/>
          </p:nvSpPr>
          <p:spPr>
            <a:xfrm>
              <a:off x="2869842" y="6572250"/>
              <a:ext cx="12745" cy="0"/>
            </a:xfrm>
            <a:prstGeom prst="line">
              <a:avLst/>
            </a:prstGeom>
            <a:noFill/>
            <a:ln w="13335">
              <a:solidFill>
                <a:srgbClr val="9A4D8E"/>
              </a:solidFill>
              <a:prstDash val="solid"/>
            </a:ln>
          </p:spPr>
        </p:sp>
        <p:sp>
          <p:nvSpPr>
            <p:cNvPr id="1815" name="panel4__line_1814"/>
            <p:cNvSpPr/>
            <p:nvPr/>
          </p:nvSpPr>
          <p:spPr>
            <a:xfrm>
              <a:off x="2882587" y="6572250"/>
              <a:ext cx="12745" cy="0"/>
            </a:xfrm>
            <a:prstGeom prst="line">
              <a:avLst/>
            </a:prstGeom>
            <a:noFill/>
            <a:ln w="13335">
              <a:solidFill>
                <a:srgbClr val="9A4D8E"/>
              </a:solidFill>
              <a:prstDash val="solid"/>
            </a:ln>
          </p:spPr>
        </p:sp>
        <p:sp>
          <p:nvSpPr>
            <p:cNvPr id="1816" name="panel4__line_1815"/>
            <p:cNvSpPr/>
            <p:nvPr/>
          </p:nvSpPr>
          <p:spPr>
            <a:xfrm>
              <a:off x="2895332" y="6572250"/>
              <a:ext cx="12745" cy="0"/>
            </a:xfrm>
            <a:prstGeom prst="line">
              <a:avLst/>
            </a:prstGeom>
            <a:noFill/>
            <a:ln w="13335">
              <a:solidFill>
                <a:srgbClr val="9A4D8E"/>
              </a:solidFill>
              <a:prstDash val="solid"/>
            </a:ln>
          </p:spPr>
        </p:sp>
        <p:sp>
          <p:nvSpPr>
            <p:cNvPr id="1817" name="panel4__line_1816"/>
            <p:cNvSpPr/>
            <p:nvPr/>
          </p:nvSpPr>
          <p:spPr>
            <a:xfrm>
              <a:off x="2908076" y="6572250"/>
              <a:ext cx="12745" cy="0"/>
            </a:xfrm>
            <a:prstGeom prst="line">
              <a:avLst/>
            </a:prstGeom>
            <a:noFill/>
            <a:ln w="13335">
              <a:solidFill>
                <a:srgbClr val="9A4D8E"/>
              </a:solidFill>
              <a:prstDash val="solid"/>
            </a:ln>
          </p:spPr>
        </p:sp>
        <p:sp>
          <p:nvSpPr>
            <p:cNvPr id="1818" name="panel4__line_1817"/>
            <p:cNvSpPr/>
            <p:nvPr/>
          </p:nvSpPr>
          <p:spPr>
            <a:xfrm>
              <a:off x="2920821" y="6572250"/>
              <a:ext cx="12745" cy="0"/>
            </a:xfrm>
            <a:prstGeom prst="line">
              <a:avLst/>
            </a:prstGeom>
            <a:noFill/>
            <a:ln w="13335">
              <a:solidFill>
                <a:srgbClr val="9A4D8E"/>
              </a:solidFill>
              <a:prstDash val="solid"/>
            </a:ln>
          </p:spPr>
        </p:sp>
        <p:sp>
          <p:nvSpPr>
            <p:cNvPr id="1819" name="panel4__line_1818"/>
            <p:cNvSpPr/>
            <p:nvPr/>
          </p:nvSpPr>
          <p:spPr>
            <a:xfrm>
              <a:off x="2933566" y="6572250"/>
              <a:ext cx="12745" cy="0"/>
            </a:xfrm>
            <a:prstGeom prst="line">
              <a:avLst/>
            </a:prstGeom>
            <a:noFill/>
            <a:ln w="13335">
              <a:solidFill>
                <a:srgbClr val="9A4D8E"/>
              </a:solidFill>
              <a:prstDash val="solid"/>
            </a:ln>
          </p:spPr>
        </p:sp>
        <p:sp>
          <p:nvSpPr>
            <p:cNvPr id="1820" name="panel4__line_1819"/>
            <p:cNvSpPr/>
            <p:nvPr/>
          </p:nvSpPr>
          <p:spPr>
            <a:xfrm>
              <a:off x="2946311" y="6572250"/>
              <a:ext cx="12745" cy="0"/>
            </a:xfrm>
            <a:prstGeom prst="line">
              <a:avLst/>
            </a:prstGeom>
            <a:noFill/>
            <a:ln w="13335">
              <a:solidFill>
                <a:srgbClr val="9A4D8E"/>
              </a:solidFill>
              <a:prstDash val="solid"/>
            </a:ln>
          </p:spPr>
        </p:sp>
        <p:sp>
          <p:nvSpPr>
            <p:cNvPr id="1821" name="panel4__line_1820"/>
            <p:cNvSpPr/>
            <p:nvPr/>
          </p:nvSpPr>
          <p:spPr>
            <a:xfrm>
              <a:off x="2959055" y="6572250"/>
              <a:ext cx="12745" cy="0"/>
            </a:xfrm>
            <a:prstGeom prst="line">
              <a:avLst/>
            </a:prstGeom>
            <a:noFill/>
            <a:ln w="13335">
              <a:solidFill>
                <a:srgbClr val="9A4D8E"/>
              </a:solidFill>
              <a:prstDash val="solid"/>
            </a:ln>
          </p:spPr>
        </p:sp>
        <p:sp>
          <p:nvSpPr>
            <p:cNvPr id="1822" name="panel4__rect_1821"/>
            <p:cNvSpPr/>
            <p:nvPr/>
          </p:nvSpPr>
          <p:spPr>
            <a:xfrm>
              <a:off x="3228975" y="6400800"/>
              <a:ext cx="981075" cy="342900"/>
            </a:xfrm>
            <a:prstGeom prst="rect">
              <a:avLst>
                <a:gd name="adj" fmla="val 26667"/>
              </a:avLst>
            </a:prstGeom>
            <a:solidFill>
              <a:srgbClr val="F8FAFB"/>
            </a:solidFill>
            <a:ln w="6191">
              <a:solidFill>
                <a:srgbClr val="D3DADF"/>
              </a:solidFill>
              <a:prstDash val="solid"/>
            </a:ln>
          </p:spPr>
        </p:sp>
        <p:sp>
          <p:nvSpPr>
            <p:cNvPr id="1823" name="panel4__line_1822"/>
            <p:cNvSpPr/>
            <p:nvPr/>
          </p:nvSpPr>
          <p:spPr>
            <a:xfrm>
              <a:off x="3267075" y="6531557"/>
              <a:ext cx="12745" cy="8605"/>
            </a:xfrm>
            <a:prstGeom prst="line">
              <a:avLst/>
            </a:prstGeom>
            <a:noFill/>
            <a:ln w="13335">
              <a:solidFill>
                <a:srgbClr val="C88931"/>
              </a:solidFill>
              <a:prstDash val="solid"/>
            </a:ln>
          </p:spPr>
        </p:sp>
        <p:sp>
          <p:nvSpPr>
            <p:cNvPr id="1824" name="panel4__line_1823"/>
            <p:cNvSpPr/>
            <p:nvPr/>
          </p:nvSpPr>
          <p:spPr>
            <a:xfrm>
              <a:off x="3279820" y="6540162"/>
              <a:ext cx="12745" cy="39068"/>
            </a:xfrm>
            <a:prstGeom prst="line">
              <a:avLst/>
            </a:prstGeom>
            <a:noFill/>
            <a:ln w="13335">
              <a:solidFill>
                <a:srgbClr val="C88931"/>
              </a:solidFill>
              <a:prstDash val="solid"/>
            </a:ln>
          </p:spPr>
        </p:sp>
        <p:sp>
          <p:nvSpPr>
            <p:cNvPr id="1825" name="panel4__line_1824"/>
            <p:cNvSpPr/>
            <p:nvPr/>
          </p:nvSpPr>
          <p:spPr>
            <a:xfrm>
              <a:off x="3292564" y="6579230"/>
              <a:ext cx="12745" cy="32442"/>
            </a:xfrm>
            <a:prstGeom prst="line">
              <a:avLst/>
            </a:prstGeom>
            <a:noFill/>
            <a:ln w="13335">
              <a:solidFill>
                <a:srgbClr val="C88931"/>
              </a:solidFill>
              <a:prstDash val="solid"/>
            </a:ln>
          </p:spPr>
        </p:sp>
        <p:sp>
          <p:nvSpPr>
            <p:cNvPr id="1826" name="panel4__line_1825"/>
            <p:cNvSpPr/>
            <p:nvPr/>
          </p:nvSpPr>
          <p:spPr>
            <a:xfrm flipV="1">
              <a:off x="3305309" y="6606689"/>
              <a:ext cx="12745" cy="4983"/>
            </a:xfrm>
            <a:prstGeom prst="line">
              <a:avLst/>
            </a:prstGeom>
            <a:noFill/>
            <a:ln w="13335">
              <a:solidFill>
                <a:srgbClr val="C88931"/>
              </a:solidFill>
              <a:prstDash val="solid"/>
            </a:ln>
          </p:spPr>
        </p:sp>
        <p:sp>
          <p:nvSpPr>
            <p:cNvPr id="1827" name="panel4__line_1826"/>
            <p:cNvSpPr/>
            <p:nvPr/>
          </p:nvSpPr>
          <p:spPr>
            <a:xfrm flipV="1">
              <a:off x="3318054" y="6569011"/>
              <a:ext cx="12745" cy="37677"/>
            </a:xfrm>
            <a:prstGeom prst="line">
              <a:avLst/>
            </a:prstGeom>
            <a:noFill/>
            <a:ln w="13335">
              <a:solidFill>
                <a:srgbClr val="C88931"/>
              </a:solidFill>
              <a:prstDash val="solid"/>
            </a:ln>
          </p:spPr>
        </p:sp>
        <p:sp>
          <p:nvSpPr>
            <p:cNvPr id="1828" name="panel4__line_1827"/>
            <p:cNvSpPr/>
            <p:nvPr/>
          </p:nvSpPr>
          <p:spPr>
            <a:xfrm flipV="1">
              <a:off x="3330799" y="6534409"/>
              <a:ext cx="12745" cy="34603"/>
            </a:xfrm>
            <a:prstGeom prst="line">
              <a:avLst/>
            </a:prstGeom>
            <a:noFill/>
            <a:ln w="13335">
              <a:solidFill>
                <a:srgbClr val="C88931"/>
              </a:solidFill>
              <a:prstDash val="solid"/>
            </a:ln>
          </p:spPr>
        </p:sp>
        <p:sp>
          <p:nvSpPr>
            <p:cNvPr id="1829" name="panel4__line_1828"/>
            <p:cNvSpPr/>
            <p:nvPr/>
          </p:nvSpPr>
          <p:spPr>
            <a:xfrm>
              <a:off x="3343543" y="6534409"/>
              <a:ext cx="12745" cy="1322"/>
            </a:xfrm>
            <a:prstGeom prst="line">
              <a:avLst/>
            </a:prstGeom>
            <a:noFill/>
            <a:ln w="13335">
              <a:solidFill>
                <a:srgbClr val="C88931"/>
              </a:solidFill>
              <a:prstDash val="solid"/>
            </a:ln>
          </p:spPr>
        </p:sp>
        <p:sp>
          <p:nvSpPr>
            <p:cNvPr id="1830" name="panel4__line_1829"/>
            <p:cNvSpPr/>
            <p:nvPr/>
          </p:nvSpPr>
          <p:spPr>
            <a:xfrm>
              <a:off x="3356288" y="6535731"/>
              <a:ext cx="12745" cy="35992"/>
            </a:xfrm>
            <a:prstGeom prst="line">
              <a:avLst/>
            </a:prstGeom>
            <a:noFill/>
            <a:ln w="13335">
              <a:solidFill>
                <a:srgbClr val="C88931"/>
              </a:solidFill>
              <a:prstDash val="solid"/>
            </a:ln>
          </p:spPr>
        </p:sp>
        <p:sp>
          <p:nvSpPr>
            <p:cNvPr id="1831" name="panel4__line_1830"/>
            <p:cNvSpPr/>
            <p:nvPr/>
          </p:nvSpPr>
          <p:spPr>
            <a:xfrm>
              <a:off x="3369033" y="6571722"/>
              <a:ext cx="12745" cy="36493"/>
            </a:xfrm>
            <a:prstGeom prst="line">
              <a:avLst/>
            </a:prstGeom>
            <a:noFill/>
            <a:ln w="13335">
              <a:solidFill>
                <a:srgbClr val="C88931"/>
              </a:solidFill>
              <a:prstDash val="solid"/>
            </a:ln>
          </p:spPr>
        </p:sp>
        <p:sp>
          <p:nvSpPr>
            <p:cNvPr id="1832" name="panel4__line_1831"/>
            <p:cNvSpPr/>
            <p:nvPr/>
          </p:nvSpPr>
          <p:spPr>
            <a:xfrm>
              <a:off x="3381777" y="6608215"/>
              <a:ext cx="12745" cy="2349"/>
            </a:xfrm>
            <a:prstGeom prst="line">
              <a:avLst/>
            </a:prstGeom>
            <a:noFill/>
            <a:ln w="13335">
              <a:solidFill>
                <a:srgbClr val="C88931"/>
              </a:solidFill>
              <a:prstDash val="solid"/>
            </a:ln>
          </p:spPr>
        </p:sp>
        <p:sp>
          <p:nvSpPr>
            <p:cNvPr id="1833" name="panel4__line_1832"/>
            <p:cNvSpPr/>
            <p:nvPr/>
          </p:nvSpPr>
          <p:spPr>
            <a:xfrm flipV="1">
              <a:off x="3394522" y="6576540"/>
              <a:ext cx="12745" cy="34024"/>
            </a:xfrm>
            <a:prstGeom prst="line">
              <a:avLst/>
            </a:prstGeom>
            <a:noFill/>
            <a:ln w="13335">
              <a:solidFill>
                <a:srgbClr val="C88931"/>
              </a:solidFill>
              <a:prstDash val="solid"/>
            </a:ln>
          </p:spPr>
        </p:sp>
        <p:sp>
          <p:nvSpPr>
            <p:cNvPr id="1834" name="panel4__line_1833"/>
            <p:cNvSpPr/>
            <p:nvPr/>
          </p:nvSpPr>
          <p:spPr>
            <a:xfrm flipV="1">
              <a:off x="3407267" y="6538443"/>
              <a:ext cx="12745" cy="38097"/>
            </a:xfrm>
            <a:prstGeom prst="line">
              <a:avLst/>
            </a:prstGeom>
            <a:noFill/>
            <a:ln w="13335">
              <a:solidFill>
                <a:srgbClr val="C88931"/>
              </a:solidFill>
              <a:prstDash val="solid"/>
            </a:ln>
          </p:spPr>
        </p:sp>
        <p:sp>
          <p:nvSpPr>
            <p:cNvPr id="1835" name="panel4__line_1834"/>
            <p:cNvSpPr/>
            <p:nvPr/>
          </p:nvSpPr>
          <p:spPr>
            <a:xfrm flipV="1">
              <a:off x="3420012" y="6532441"/>
              <a:ext cx="12745" cy="6002"/>
            </a:xfrm>
            <a:prstGeom prst="line">
              <a:avLst/>
            </a:prstGeom>
            <a:noFill/>
            <a:ln w="13335">
              <a:solidFill>
                <a:srgbClr val="C88931"/>
              </a:solidFill>
              <a:prstDash val="solid"/>
            </a:ln>
          </p:spPr>
        </p:sp>
        <p:sp>
          <p:nvSpPr>
            <p:cNvPr id="1836" name="panel4__line_1835"/>
            <p:cNvSpPr/>
            <p:nvPr/>
          </p:nvSpPr>
          <p:spPr>
            <a:xfrm>
              <a:off x="3432756" y="6532441"/>
              <a:ext cx="12745" cy="31791"/>
            </a:xfrm>
            <a:prstGeom prst="line">
              <a:avLst/>
            </a:prstGeom>
            <a:noFill/>
            <a:ln w="13335">
              <a:solidFill>
                <a:srgbClr val="C88931"/>
              </a:solidFill>
              <a:prstDash val="solid"/>
            </a:ln>
          </p:spPr>
        </p:sp>
        <p:sp>
          <p:nvSpPr>
            <p:cNvPr id="1837" name="panel4__line_1836"/>
            <p:cNvSpPr/>
            <p:nvPr/>
          </p:nvSpPr>
          <p:spPr>
            <a:xfrm>
              <a:off x="3445501" y="6564231"/>
              <a:ext cx="12745" cy="39403"/>
            </a:xfrm>
            <a:prstGeom prst="line">
              <a:avLst/>
            </a:prstGeom>
            <a:noFill/>
            <a:ln w="13335">
              <a:solidFill>
                <a:srgbClr val="C88931"/>
              </a:solidFill>
              <a:prstDash val="solid"/>
            </a:ln>
          </p:spPr>
        </p:sp>
        <p:sp>
          <p:nvSpPr>
            <p:cNvPr id="1838" name="panel4__line_1837"/>
            <p:cNvSpPr/>
            <p:nvPr/>
          </p:nvSpPr>
          <p:spPr>
            <a:xfrm>
              <a:off x="3458246" y="6603634"/>
              <a:ext cx="12745" cy="9608"/>
            </a:xfrm>
            <a:prstGeom prst="line">
              <a:avLst/>
            </a:prstGeom>
            <a:noFill/>
            <a:ln w="13335">
              <a:solidFill>
                <a:srgbClr val="C88931"/>
              </a:solidFill>
              <a:prstDash val="solid"/>
            </a:ln>
          </p:spPr>
        </p:sp>
        <p:sp>
          <p:nvSpPr>
            <p:cNvPr id="1839" name="panel4__line_1838"/>
            <p:cNvSpPr/>
            <p:nvPr/>
          </p:nvSpPr>
          <p:spPr>
            <a:xfrm flipV="1">
              <a:off x="3470990" y="6583935"/>
              <a:ext cx="12745" cy="29308"/>
            </a:xfrm>
            <a:prstGeom prst="line">
              <a:avLst/>
            </a:prstGeom>
            <a:noFill/>
            <a:ln w="13335">
              <a:solidFill>
                <a:srgbClr val="C88931"/>
              </a:solidFill>
              <a:prstDash val="solid"/>
            </a:ln>
          </p:spPr>
        </p:sp>
        <p:sp>
          <p:nvSpPr>
            <p:cNvPr id="1840" name="panel4__line_1839"/>
            <p:cNvSpPr/>
            <p:nvPr/>
          </p:nvSpPr>
          <p:spPr>
            <a:xfrm flipV="1">
              <a:off x="3483735" y="6543534"/>
              <a:ext cx="12745" cy="40401"/>
            </a:xfrm>
            <a:prstGeom prst="line">
              <a:avLst/>
            </a:prstGeom>
            <a:noFill/>
            <a:ln w="13335">
              <a:solidFill>
                <a:srgbClr val="C88931"/>
              </a:solidFill>
              <a:prstDash val="solid"/>
            </a:ln>
          </p:spPr>
        </p:sp>
        <p:sp>
          <p:nvSpPr>
            <p:cNvPr id="1841" name="panel4__line_1840"/>
            <p:cNvSpPr/>
            <p:nvPr/>
          </p:nvSpPr>
          <p:spPr>
            <a:xfrm flipV="1">
              <a:off x="3496480" y="6530395"/>
              <a:ext cx="12745" cy="13139"/>
            </a:xfrm>
            <a:prstGeom prst="line">
              <a:avLst/>
            </a:prstGeom>
            <a:noFill/>
            <a:ln w="13335">
              <a:solidFill>
                <a:srgbClr val="C88931"/>
              </a:solidFill>
              <a:prstDash val="solid"/>
            </a:ln>
          </p:spPr>
        </p:sp>
        <p:sp>
          <p:nvSpPr>
            <p:cNvPr id="1842" name="panel4__line_1841"/>
            <p:cNvSpPr/>
            <p:nvPr/>
          </p:nvSpPr>
          <p:spPr>
            <a:xfrm>
              <a:off x="3509225" y="6530395"/>
              <a:ext cx="12745" cy="26596"/>
            </a:xfrm>
            <a:prstGeom prst="line">
              <a:avLst/>
            </a:prstGeom>
            <a:noFill/>
            <a:ln w="13335">
              <a:solidFill>
                <a:srgbClr val="C88931"/>
              </a:solidFill>
              <a:prstDash val="solid"/>
            </a:ln>
          </p:spPr>
        </p:sp>
        <p:sp>
          <p:nvSpPr>
            <p:cNvPr id="1843" name="panel4__line_1842"/>
            <p:cNvSpPr/>
            <p:nvPr/>
          </p:nvSpPr>
          <p:spPr>
            <a:xfrm>
              <a:off x="3521969" y="6556991"/>
              <a:ext cx="12745" cy="41082"/>
            </a:xfrm>
            <a:prstGeom prst="line">
              <a:avLst/>
            </a:prstGeom>
            <a:noFill/>
            <a:ln w="13335">
              <a:solidFill>
                <a:srgbClr val="C88931"/>
              </a:solidFill>
              <a:prstDash val="solid"/>
            </a:ln>
          </p:spPr>
        </p:sp>
        <p:sp>
          <p:nvSpPr>
            <p:cNvPr id="1844" name="panel4__line_1843"/>
            <p:cNvSpPr/>
            <p:nvPr/>
          </p:nvSpPr>
          <p:spPr>
            <a:xfrm>
              <a:off x="3534714" y="6598073"/>
              <a:ext cx="12745" cy="16567"/>
            </a:xfrm>
            <a:prstGeom prst="line">
              <a:avLst/>
            </a:prstGeom>
            <a:noFill/>
            <a:ln w="13335">
              <a:solidFill>
                <a:srgbClr val="C88931"/>
              </a:solidFill>
              <a:prstDash val="solid"/>
            </a:ln>
          </p:spPr>
        </p:sp>
        <p:sp>
          <p:nvSpPr>
            <p:cNvPr id="1845" name="panel4__line_1844"/>
            <p:cNvSpPr/>
            <p:nvPr/>
          </p:nvSpPr>
          <p:spPr>
            <a:xfrm flipV="1">
              <a:off x="3547459" y="6590964"/>
              <a:ext cx="12745" cy="23676"/>
            </a:xfrm>
            <a:prstGeom prst="line">
              <a:avLst/>
            </a:prstGeom>
            <a:noFill/>
            <a:ln w="13335">
              <a:solidFill>
                <a:srgbClr val="C88931"/>
              </a:solidFill>
              <a:prstDash val="solid"/>
            </a:ln>
          </p:spPr>
        </p:sp>
        <p:sp>
          <p:nvSpPr>
            <p:cNvPr id="1846" name="panel4__line_1845"/>
            <p:cNvSpPr/>
            <p:nvPr/>
          </p:nvSpPr>
          <p:spPr>
            <a:xfrm flipV="1">
              <a:off x="3560204" y="6549522"/>
              <a:ext cx="12745" cy="41443"/>
            </a:xfrm>
            <a:prstGeom prst="line">
              <a:avLst/>
            </a:prstGeom>
            <a:noFill/>
            <a:ln w="13335">
              <a:solidFill>
                <a:srgbClr val="C88931"/>
              </a:solidFill>
              <a:prstDash val="solid"/>
            </a:ln>
          </p:spPr>
        </p:sp>
        <p:sp>
          <p:nvSpPr>
            <p:cNvPr id="1847" name="panel4__line_1846"/>
            <p:cNvSpPr/>
            <p:nvPr/>
          </p:nvSpPr>
          <p:spPr>
            <a:xfrm flipV="1">
              <a:off x="3572948" y="6529656"/>
              <a:ext cx="12745" cy="19865"/>
            </a:xfrm>
            <a:prstGeom prst="line">
              <a:avLst/>
            </a:prstGeom>
            <a:noFill/>
            <a:ln w="13335">
              <a:solidFill>
                <a:srgbClr val="C88931"/>
              </a:solidFill>
              <a:prstDash val="solid"/>
            </a:ln>
          </p:spPr>
        </p:sp>
        <p:sp>
          <p:nvSpPr>
            <p:cNvPr id="1848" name="panel4__line_1847"/>
            <p:cNvSpPr/>
            <p:nvPr/>
          </p:nvSpPr>
          <p:spPr>
            <a:xfrm>
              <a:off x="3585693" y="6529656"/>
              <a:ext cx="12745" cy="20571"/>
            </a:xfrm>
            <a:prstGeom prst="line">
              <a:avLst/>
            </a:prstGeom>
            <a:noFill/>
            <a:ln w="13335">
              <a:solidFill>
                <a:srgbClr val="C88931"/>
              </a:solidFill>
              <a:prstDash val="solid"/>
            </a:ln>
          </p:spPr>
        </p:sp>
        <p:sp>
          <p:nvSpPr>
            <p:cNvPr id="1849" name="panel4__line_1848"/>
            <p:cNvSpPr/>
            <p:nvPr/>
          </p:nvSpPr>
          <p:spPr>
            <a:xfrm>
              <a:off x="3598438" y="6550227"/>
              <a:ext cx="12745" cy="41478"/>
            </a:xfrm>
            <a:prstGeom prst="line">
              <a:avLst/>
            </a:prstGeom>
            <a:noFill/>
            <a:ln w="13335">
              <a:solidFill>
                <a:srgbClr val="C88931"/>
              </a:solidFill>
              <a:prstDash val="solid"/>
            </a:ln>
          </p:spPr>
        </p:sp>
        <p:sp>
          <p:nvSpPr>
            <p:cNvPr id="1850" name="panel4__line_1849"/>
            <p:cNvSpPr/>
            <p:nvPr/>
          </p:nvSpPr>
          <p:spPr>
            <a:xfrm>
              <a:off x="3611182" y="6591706"/>
              <a:ext cx="12745" cy="23008"/>
            </a:xfrm>
            <a:prstGeom prst="line">
              <a:avLst/>
            </a:prstGeom>
            <a:noFill/>
            <a:ln w="13335">
              <a:solidFill>
                <a:srgbClr val="C88931"/>
              </a:solidFill>
              <a:prstDash val="solid"/>
            </a:ln>
          </p:spPr>
        </p:sp>
        <p:sp>
          <p:nvSpPr>
            <p:cNvPr id="1851" name="panel4__line_1850"/>
            <p:cNvSpPr/>
            <p:nvPr/>
          </p:nvSpPr>
          <p:spPr>
            <a:xfrm flipV="1">
              <a:off x="3623927" y="6597409"/>
              <a:ext cx="12745" cy="17305"/>
            </a:xfrm>
            <a:prstGeom prst="line">
              <a:avLst/>
            </a:prstGeom>
            <a:noFill/>
            <a:ln w="13335">
              <a:solidFill>
                <a:srgbClr val="C88931"/>
              </a:solidFill>
              <a:prstDash val="solid"/>
            </a:ln>
          </p:spPr>
        </p:sp>
        <p:sp>
          <p:nvSpPr>
            <p:cNvPr id="1852" name="panel4__line_1851"/>
            <p:cNvSpPr/>
            <p:nvPr/>
          </p:nvSpPr>
          <p:spPr>
            <a:xfrm flipV="1">
              <a:off x="3636672" y="6556220"/>
              <a:ext cx="12745" cy="41189"/>
            </a:xfrm>
            <a:prstGeom prst="line">
              <a:avLst/>
            </a:prstGeom>
            <a:noFill/>
            <a:ln w="13335">
              <a:solidFill>
                <a:srgbClr val="C88931"/>
              </a:solidFill>
              <a:prstDash val="solid"/>
            </a:ln>
          </p:spPr>
        </p:sp>
        <p:sp>
          <p:nvSpPr>
            <p:cNvPr id="1853" name="panel4__line_1852"/>
            <p:cNvSpPr/>
            <p:nvPr/>
          </p:nvSpPr>
          <p:spPr>
            <a:xfrm flipV="1">
              <a:off x="3649417" y="6530249"/>
              <a:ext cx="12745" cy="25971"/>
            </a:xfrm>
            <a:prstGeom prst="line">
              <a:avLst/>
            </a:prstGeom>
            <a:noFill/>
            <a:ln w="13335">
              <a:solidFill>
                <a:srgbClr val="C88931"/>
              </a:solidFill>
              <a:prstDash val="solid"/>
            </a:ln>
          </p:spPr>
        </p:sp>
        <p:sp>
          <p:nvSpPr>
            <p:cNvPr id="1854" name="panel4__line_1853"/>
            <p:cNvSpPr/>
            <p:nvPr/>
          </p:nvSpPr>
          <p:spPr>
            <a:xfrm>
              <a:off x="3662161" y="6530249"/>
              <a:ext cx="12745" cy="13903"/>
            </a:xfrm>
            <a:prstGeom prst="line">
              <a:avLst/>
            </a:prstGeom>
            <a:noFill/>
            <a:ln w="13335">
              <a:solidFill>
                <a:srgbClr val="C88931"/>
              </a:solidFill>
              <a:prstDash val="solid"/>
            </a:ln>
          </p:spPr>
        </p:sp>
        <p:sp>
          <p:nvSpPr>
            <p:cNvPr id="1855" name="panel4__line_1854"/>
            <p:cNvSpPr/>
            <p:nvPr/>
          </p:nvSpPr>
          <p:spPr>
            <a:xfrm>
              <a:off x="3674906" y="6544152"/>
              <a:ext cx="12745" cy="40578"/>
            </a:xfrm>
            <a:prstGeom prst="line">
              <a:avLst/>
            </a:prstGeom>
            <a:noFill/>
            <a:ln w="13335">
              <a:solidFill>
                <a:srgbClr val="C88931"/>
              </a:solidFill>
              <a:prstDash val="solid"/>
            </a:ln>
          </p:spPr>
        </p:sp>
        <p:sp>
          <p:nvSpPr>
            <p:cNvPr id="1856" name="panel4__line_1855"/>
            <p:cNvSpPr/>
            <p:nvPr/>
          </p:nvSpPr>
          <p:spPr>
            <a:xfrm>
              <a:off x="3687651" y="6584730"/>
              <a:ext cx="12745" cy="28730"/>
            </a:xfrm>
            <a:prstGeom prst="line">
              <a:avLst/>
            </a:prstGeom>
            <a:noFill/>
            <a:ln w="13335">
              <a:solidFill>
                <a:srgbClr val="C88931"/>
              </a:solidFill>
              <a:prstDash val="solid"/>
            </a:ln>
          </p:spPr>
        </p:sp>
        <p:sp>
          <p:nvSpPr>
            <p:cNvPr id="1857" name="panel4__line_1856"/>
            <p:cNvSpPr/>
            <p:nvPr/>
          </p:nvSpPr>
          <p:spPr>
            <a:xfrm flipV="1">
              <a:off x="3700395" y="6603068"/>
              <a:ext cx="12745" cy="10393"/>
            </a:xfrm>
            <a:prstGeom prst="line">
              <a:avLst/>
            </a:prstGeom>
            <a:noFill/>
            <a:ln w="13335">
              <a:solidFill>
                <a:srgbClr val="C88931"/>
              </a:solidFill>
              <a:prstDash val="solid"/>
            </a:ln>
          </p:spPr>
        </p:sp>
        <p:sp>
          <p:nvSpPr>
            <p:cNvPr id="1858" name="panel4__line_1857"/>
            <p:cNvSpPr/>
            <p:nvPr/>
          </p:nvSpPr>
          <p:spPr>
            <a:xfrm flipV="1">
              <a:off x="3713140" y="6563418"/>
              <a:ext cx="12745" cy="39649"/>
            </a:xfrm>
            <a:prstGeom prst="line">
              <a:avLst/>
            </a:prstGeom>
            <a:noFill/>
            <a:ln w="13335">
              <a:solidFill>
                <a:srgbClr val="C88931"/>
              </a:solidFill>
              <a:prstDash val="solid"/>
            </a:ln>
          </p:spPr>
        </p:sp>
        <p:sp>
          <p:nvSpPr>
            <p:cNvPr id="1859" name="panel4__line_1858"/>
            <p:cNvSpPr/>
            <p:nvPr/>
          </p:nvSpPr>
          <p:spPr>
            <a:xfrm flipV="1">
              <a:off x="3725885" y="6532153"/>
              <a:ext cx="12745" cy="31265"/>
            </a:xfrm>
            <a:prstGeom prst="line">
              <a:avLst/>
            </a:prstGeom>
            <a:noFill/>
            <a:ln w="13335">
              <a:solidFill>
                <a:srgbClr val="C88931"/>
              </a:solidFill>
              <a:prstDash val="solid"/>
            </a:ln>
          </p:spPr>
        </p:sp>
        <p:sp>
          <p:nvSpPr>
            <p:cNvPr id="1860" name="panel4__line_1859"/>
            <p:cNvSpPr/>
            <p:nvPr/>
          </p:nvSpPr>
          <p:spPr>
            <a:xfrm>
              <a:off x="3738630" y="6532153"/>
              <a:ext cx="12745" cy="6801"/>
            </a:xfrm>
            <a:prstGeom prst="line">
              <a:avLst/>
            </a:prstGeom>
            <a:noFill/>
            <a:ln w="13335">
              <a:solidFill>
                <a:srgbClr val="C88931"/>
              </a:solidFill>
              <a:prstDash val="solid"/>
            </a:ln>
          </p:spPr>
        </p:sp>
        <p:sp>
          <p:nvSpPr>
            <p:cNvPr id="1861" name="panel4__line_1860"/>
            <p:cNvSpPr/>
            <p:nvPr/>
          </p:nvSpPr>
          <p:spPr>
            <a:xfrm>
              <a:off x="3751374" y="6538954"/>
              <a:ext cx="12745" cy="38410"/>
            </a:xfrm>
            <a:prstGeom prst="line">
              <a:avLst/>
            </a:prstGeom>
            <a:noFill/>
            <a:ln w="13335">
              <a:solidFill>
                <a:srgbClr val="C88931"/>
              </a:solidFill>
              <a:prstDash val="solid"/>
            </a:ln>
          </p:spPr>
        </p:sp>
        <p:sp>
          <p:nvSpPr>
            <p:cNvPr id="1862" name="panel4__line_1861"/>
            <p:cNvSpPr/>
            <p:nvPr/>
          </p:nvSpPr>
          <p:spPr>
            <a:xfrm>
              <a:off x="3764119" y="6577364"/>
              <a:ext cx="12745" cy="33555"/>
            </a:xfrm>
            <a:prstGeom prst="line">
              <a:avLst/>
            </a:prstGeom>
            <a:noFill/>
            <a:ln w="13335">
              <a:solidFill>
                <a:srgbClr val="C88931"/>
              </a:solidFill>
              <a:prstDash val="solid"/>
            </a:ln>
          </p:spPr>
        </p:sp>
        <p:sp>
          <p:nvSpPr>
            <p:cNvPr id="1863" name="panel4__line_1862"/>
            <p:cNvSpPr/>
            <p:nvPr/>
          </p:nvSpPr>
          <p:spPr>
            <a:xfrm flipV="1">
              <a:off x="3776864" y="6607764"/>
              <a:ext cx="12745" cy="3156"/>
            </a:xfrm>
            <a:prstGeom prst="line">
              <a:avLst/>
            </a:prstGeom>
            <a:noFill/>
            <a:ln w="13335">
              <a:solidFill>
                <a:srgbClr val="C88931"/>
              </a:solidFill>
              <a:prstDash val="solid"/>
            </a:ln>
          </p:spPr>
        </p:sp>
        <p:sp>
          <p:nvSpPr>
            <p:cNvPr id="1864" name="panel4__line_1863"/>
            <p:cNvSpPr/>
            <p:nvPr/>
          </p:nvSpPr>
          <p:spPr>
            <a:xfrm flipV="1">
              <a:off x="3789608" y="6570893"/>
              <a:ext cx="12745" cy="36870"/>
            </a:xfrm>
            <a:prstGeom prst="line">
              <a:avLst/>
            </a:prstGeom>
            <a:noFill/>
            <a:ln w="13335">
              <a:solidFill>
                <a:srgbClr val="C88931"/>
              </a:solidFill>
              <a:prstDash val="solid"/>
            </a:ln>
          </p:spPr>
        </p:sp>
        <p:sp>
          <p:nvSpPr>
            <p:cNvPr id="1865" name="panel4__line_1864"/>
            <p:cNvSpPr/>
            <p:nvPr/>
          </p:nvSpPr>
          <p:spPr>
            <a:xfrm flipV="1">
              <a:off x="3802353" y="6535311"/>
              <a:ext cx="12745" cy="35582"/>
            </a:xfrm>
            <a:prstGeom prst="line">
              <a:avLst/>
            </a:prstGeom>
            <a:noFill/>
            <a:ln w="13335">
              <a:solidFill>
                <a:srgbClr val="C88931"/>
              </a:solidFill>
              <a:prstDash val="solid"/>
            </a:ln>
          </p:spPr>
        </p:sp>
        <p:sp>
          <p:nvSpPr>
            <p:cNvPr id="1866" name="panel4__line_1865"/>
            <p:cNvSpPr/>
            <p:nvPr/>
          </p:nvSpPr>
          <p:spPr>
            <a:xfrm flipV="1">
              <a:off x="3815098" y="6534797"/>
              <a:ext cx="12745" cy="514"/>
            </a:xfrm>
            <a:prstGeom prst="line">
              <a:avLst/>
            </a:prstGeom>
            <a:noFill/>
            <a:ln w="13335">
              <a:solidFill>
                <a:srgbClr val="C88931"/>
              </a:solidFill>
              <a:prstDash val="solid"/>
            </a:ln>
          </p:spPr>
        </p:sp>
        <p:sp>
          <p:nvSpPr>
            <p:cNvPr id="1867" name="panel4__line_1866"/>
            <p:cNvSpPr/>
            <p:nvPr/>
          </p:nvSpPr>
          <p:spPr>
            <a:xfrm>
              <a:off x="3827843" y="6534797"/>
              <a:ext cx="12745" cy="35042"/>
            </a:xfrm>
            <a:prstGeom prst="line">
              <a:avLst/>
            </a:prstGeom>
            <a:noFill/>
            <a:ln w="13335">
              <a:solidFill>
                <a:srgbClr val="C88931"/>
              </a:solidFill>
              <a:prstDash val="solid"/>
            </a:ln>
          </p:spPr>
        </p:sp>
        <p:sp>
          <p:nvSpPr>
            <p:cNvPr id="1868" name="panel4__line_1867"/>
            <p:cNvSpPr/>
            <p:nvPr/>
          </p:nvSpPr>
          <p:spPr>
            <a:xfrm>
              <a:off x="3840587" y="6569839"/>
              <a:ext cx="12745" cy="37331"/>
            </a:xfrm>
            <a:prstGeom prst="line">
              <a:avLst/>
            </a:prstGeom>
            <a:noFill/>
            <a:ln w="13335">
              <a:solidFill>
                <a:srgbClr val="C88931"/>
              </a:solidFill>
              <a:prstDash val="solid"/>
            </a:ln>
          </p:spPr>
        </p:sp>
        <p:sp>
          <p:nvSpPr>
            <p:cNvPr id="1869" name="panel4__line_1868"/>
            <p:cNvSpPr/>
            <p:nvPr/>
          </p:nvSpPr>
          <p:spPr>
            <a:xfrm>
              <a:off x="3853332" y="6607170"/>
              <a:ext cx="12745" cy="4180"/>
            </a:xfrm>
            <a:prstGeom prst="line">
              <a:avLst/>
            </a:prstGeom>
            <a:noFill/>
            <a:ln w="13335">
              <a:solidFill>
                <a:srgbClr val="C88931"/>
              </a:solidFill>
              <a:prstDash val="solid"/>
            </a:ln>
          </p:spPr>
        </p:sp>
        <p:sp>
          <p:nvSpPr>
            <p:cNvPr id="1870" name="panel4__line_1869"/>
            <p:cNvSpPr/>
            <p:nvPr/>
          </p:nvSpPr>
          <p:spPr>
            <a:xfrm flipV="1">
              <a:off x="3866077" y="6578410"/>
              <a:ext cx="12745" cy="32940"/>
            </a:xfrm>
            <a:prstGeom prst="line">
              <a:avLst/>
            </a:prstGeom>
            <a:noFill/>
            <a:ln w="13335">
              <a:solidFill>
                <a:srgbClr val="C88931"/>
              </a:solidFill>
              <a:prstDash val="solid"/>
            </a:ln>
          </p:spPr>
        </p:sp>
        <p:sp>
          <p:nvSpPr>
            <p:cNvPr id="1871" name="panel4__line_1870"/>
            <p:cNvSpPr/>
            <p:nvPr/>
          </p:nvSpPr>
          <p:spPr>
            <a:xfrm flipV="1">
              <a:off x="3878821" y="6539622"/>
              <a:ext cx="12745" cy="38788"/>
            </a:xfrm>
            <a:prstGeom prst="line">
              <a:avLst/>
            </a:prstGeom>
            <a:noFill/>
            <a:ln w="13335">
              <a:solidFill>
                <a:srgbClr val="C88931"/>
              </a:solidFill>
              <a:prstDash val="solid"/>
            </a:ln>
          </p:spPr>
        </p:sp>
        <p:sp>
          <p:nvSpPr>
            <p:cNvPr id="1872" name="panel4__line_1871"/>
            <p:cNvSpPr/>
            <p:nvPr/>
          </p:nvSpPr>
          <p:spPr>
            <a:xfrm flipV="1">
              <a:off x="3891566" y="6531809"/>
              <a:ext cx="12745" cy="7813"/>
            </a:xfrm>
            <a:prstGeom prst="line">
              <a:avLst/>
            </a:prstGeom>
            <a:noFill/>
            <a:ln w="13335">
              <a:solidFill>
                <a:srgbClr val="C88931"/>
              </a:solidFill>
              <a:prstDash val="solid"/>
            </a:ln>
          </p:spPr>
        </p:sp>
        <p:sp>
          <p:nvSpPr>
            <p:cNvPr id="1873" name="panel4__line_1872"/>
            <p:cNvSpPr/>
            <p:nvPr/>
          </p:nvSpPr>
          <p:spPr>
            <a:xfrm>
              <a:off x="3904311" y="6531809"/>
              <a:ext cx="12745" cy="30579"/>
            </a:xfrm>
            <a:prstGeom prst="line">
              <a:avLst/>
            </a:prstGeom>
            <a:noFill/>
            <a:ln w="13335">
              <a:solidFill>
                <a:srgbClr val="C88931"/>
              </a:solidFill>
              <a:prstDash val="solid"/>
            </a:ln>
          </p:spPr>
        </p:sp>
        <p:sp>
          <p:nvSpPr>
            <p:cNvPr id="1874" name="panel4__line_1873"/>
            <p:cNvSpPr/>
            <p:nvPr/>
          </p:nvSpPr>
          <p:spPr>
            <a:xfrm>
              <a:off x="3917056" y="6562389"/>
              <a:ext cx="12745" cy="39941"/>
            </a:xfrm>
            <a:prstGeom prst="line">
              <a:avLst/>
            </a:prstGeom>
            <a:noFill/>
            <a:ln w="13335">
              <a:solidFill>
                <a:srgbClr val="C88931"/>
              </a:solidFill>
              <a:prstDash val="solid"/>
            </a:ln>
          </p:spPr>
        </p:sp>
        <p:sp>
          <p:nvSpPr>
            <p:cNvPr id="1875" name="panel4__line_1874"/>
            <p:cNvSpPr/>
            <p:nvPr/>
          </p:nvSpPr>
          <p:spPr>
            <a:xfrm>
              <a:off x="3929800" y="6602330"/>
              <a:ext cx="12745" cy="11385"/>
            </a:xfrm>
            <a:prstGeom prst="line">
              <a:avLst/>
            </a:prstGeom>
            <a:noFill/>
            <a:ln w="13335">
              <a:solidFill>
                <a:srgbClr val="C88931"/>
              </a:solidFill>
              <a:prstDash val="solid"/>
            </a:ln>
          </p:spPr>
        </p:sp>
        <p:sp>
          <p:nvSpPr>
            <p:cNvPr id="1876" name="panel4__line_1875"/>
            <p:cNvSpPr/>
            <p:nvPr/>
          </p:nvSpPr>
          <p:spPr>
            <a:xfrm flipV="1">
              <a:off x="3942545" y="6585735"/>
              <a:ext cx="12745" cy="27980"/>
            </a:xfrm>
            <a:prstGeom prst="line">
              <a:avLst/>
            </a:prstGeom>
            <a:noFill/>
            <a:ln w="13335">
              <a:solidFill>
                <a:srgbClr val="C88931"/>
              </a:solidFill>
              <a:prstDash val="solid"/>
            </a:ln>
          </p:spPr>
        </p:sp>
        <p:sp>
          <p:nvSpPr>
            <p:cNvPr id="1877" name="panel4__line_1876"/>
            <p:cNvSpPr/>
            <p:nvPr/>
          </p:nvSpPr>
          <p:spPr>
            <a:xfrm flipV="1">
              <a:off x="3955290" y="6544953"/>
              <a:ext cx="12745" cy="40782"/>
            </a:xfrm>
            <a:prstGeom prst="line">
              <a:avLst/>
            </a:prstGeom>
            <a:noFill/>
            <a:ln w="13335">
              <a:solidFill>
                <a:srgbClr val="C88931"/>
              </a:solidFill>
              <a:prstDash val="solid"/>
            </a:ln>
          </p:spPr>
        </p:sp>
        <p:sp>
          <p:nvSpPr>
            <p:cNvPr id="1878" name="panel4__line_1877"/>
            <p:cNvSpPr/>
            <p:nvPr/>
          </p:nvSpPr>
          <p:spPr>
            <a:xfrm flipV="1">
              <a:off x="3968035" y="6530086"/>
              <a:ext cx="12745" cy="14868"/>
            </a:xfrm>
            <a:prstGeom prst="line">
              <a:avLst/>
            </a:prstGeom>
            <a:noFill/>
            <a:ln w="13335">
              <a:solidFill>
                <a:srgbClr val="C88931"/>
              </a:solidFill>
              <a:prstDash val="solid"/>
            </a:ln>
          </p:spPr>
        </p:sp>
        <p:sp>
          <p:nvSpPr>
            <p:cNvPr id="1879" name="panel4__line_1878"/>
            <p:cNvSpPr/>
            <p:nvPr/>
          </p:nvSpPr>
          <p:spPr>
            <a:xfrm>
              <a:off x="3980779" y="6530086"/>
              <a:ext cx="12745" cy="25161"/>
            </a:xfrm>
            <a:prstGeom prst="line">
              <a:avLst/>
            </a:prstGeom>
            <a:noFill/>
            <a:ln w="13335">
              <a:solidFill>
                <a:srgbClr val="C88931"/>
              </a:solidFill>
              <a:prstDash val="solid"/>
            </a:ln>
          </p:spPr>
        </p:sp>
        <p:sp>
          <p:nvSpPr>
            <p:cNvPr id="1880" name="panel4__line_1879"/>
            <p:cNvSpPr/>
            <p:nvPr/>
          </p:nvSpPr>
          <p:spPr>
            <a:xfrm>
              <a:off x="3993524" y="6555247"/>
              <a:ext cx="12745" cy="41303"/>
            </a:xfrm>
            <a:prstGeom prst="line">
              <a:avLst/>
            </a:prstGeom>
            <a:noFill/>
            <a:ln w="13335">
              <a:solidFill>
                <a:srgbClr val="C88931"/>
              </a:solidFill>
              <a:prstDash val="solid"/>
            </a:ln>
          </p:spPr>
        </p:sp>
        <p:sp>
          <p:nvSpPr>
            <p:cNvPr id="1881" name="panel4__line_1880"/>
            <p:cNvSpPr/>
            <p:nvPr/>
          </p:nvSpPr>
          <p:spPr>
            <a:xfrm>
              <a:off x="4006269" y="6596550"/>
              <a:ext cx="12745" cy="18234"/>
            </a:xfrm>
            <a:prstGeom prst="line">
              <a:avLst/>
            </a:prstGeom>
            <a:noFill/>
            <a:ln w="13335">
              <a:solidFill>
                <a:srgbClr val="C88931"/>
              </a:solidFill>
              <a:prstDash val="solid"/>
            </a:ln>
          </p:spPr>
        </p:sp>
        <p:sp>
          <p:nvSpPr>
            <p:cNvPr id="1882" name="panel4__line_1881"/>
            <p:cNvSpPr/>
            <p:nvPr/>
          </p:nvSpPr>
          <p:spPr>
            <a:xfrm flipV="1">
              <a:off x="4019013" y="6592638"/>
              <a:ext cx="12745" cy="22145"/>
            </a:xfrm>
            <a:prstGeom prst="line">
              <a:avLst/>
            </a:prstGeom>
            <a:noFill/>
            <a:ln w="13335">
              <a:solidFill>
                <a:srgbClr val="C88931"/>
              </a:solidFill>
              <a:prstDash val="solid"/>
            </a:ln>
          </p:spPr>
        </p:sp>
        <p:sp>
          <p:nvSpPr>
            <p:cNvPr id="1883" name="panel4__line_1882"/>
            <p:cNvSpPr/>
            <p:nvPr/>
          </p:nvSpPr>
          <p:spPr>
            <a:xfrm flipV="1">
              <a:off x="4031758" y="6551137"/>
              <a:ext cx="12745" cy="41501"/>
            </a:xfrm>
            <a:prstGeom prst="line">
              <a:avLst/>
            </a:prstGeom>
            <a:noFill/>
            <a:ln w="13335">
              <a:solidFill>
                <a:srgbClr val="C88931"/>
              </a:solidFill>
              <a:prstDash val="solid"/>
            </a:ln>
          </p:spPr>
        </p:sp>
        <p:sp>
          <p:nvSpPr>
            <p:cNvPr id="1884" name="panel4__line_1883"/>
            <p:cNvSpPr/>
            <p:nvPr/>
          </p:nvSpPr>
          <p:spPr>
            <a:xfrm flipV="1">
              <a:off x="4044503" y="6529680"/>
              <a:ext cx="12745" cy="21458"/>
            </a:xfrm>
            <a:prstGeom prst="line">
              <a:avLst/>
            </a:prstGeom>
            <a:noFill/>
            <a:ln w="13335">
              <a:solidFill>
                <a:srgbClr val="C88931"/>
              </a:solidFill>
              <a:prstDash val="solid"/>
            </a:ln>
          </p:spPr>
        </p:sp>
        <p:sp>
          <p:nvSpPr>
            <p:cNvPr id="1885" name="panel4__line_1884"/>
            <p:cNvSpPr/>
            <p:nvPr/>
          </p:nvSpPr>
          <p:spPr>
            <a:xfrm>
              <a:off x="4057248" y="6529680"/>
              <a:ext cx="12745" cy="18956"/>
            </a:xfrm>
            <a:prstGeom prst="line">
              <a:avLst/>
            </a:prstGeom>
            <a:noFill/>
            <a:ln w="13335">
              <a:solidFill>
                <a:srgbClr val="C88931"/>
              </a:solidFill>
              <a:prstDash val="solid"/>
            </a:ln>
          </p:spPr>
        </p:sp>
        <p:sp>
          <p:nvSpPr>
            <p:cNvPr id="1886" name="panel4__line_1885"/>
            <p:cNvSpPr/>
            <p:nvPr/>
          </p:nvSpPr>
          <p:spPr>
            <a:xfrm>
              <a:off x="4069992" y="6548636"/>
              <a:ext cx="12745" cy="41374"/>
            </a:xfrm>
            <a:prstGeom prst="line">
              <a:avLst/>
            </a:prstGeom>
            <a:noFill/>
            <a:ln w="13335">
              <a:solidFill>
                <a:srgbClr val="C88931"/>
              </a:solidFill>
              <a:prstDash val="solid"/>
            </a:ln>
          </p:spPr>
        </p:sp>
        <p:sp>
          <p:nvSpPr>
            <p:cNvPr id="1887" name="panel4__line_1886"/>
            <p:cNvSpPr/>
            <p:nvPr/>
          </p:nvSpPr>
          <p:spPr>
            <a:xfrm>
              <a:off x="4082737" y="6590010"/>
              <a:ext cx="12745" cy="24514"/>
            </a:xfrm>
            <a:prstGeom prst="line">
              <a:avLst/>
            </a:prstGeom>
            <a:noFill/>
            <a:ln w="13335">
              <a:solidFill>
                <a:srgbClr val="C88931"/>
              </a:solidFill>
              <a:prstDash val="solid"/>
            </a:ln>
          </p:spPr>
        </p:sp>
        <p:sp>
          <p:nvSpPr>
            <p:cNvPr id="1888" name="panel4__line_1887"/>
            <p:cNvSpPr/>
            <p:nvPr/>
          </p:nvSpPr>
          <p:spPr>
            <a:xfrm flipV="1">
              <a:off x="4095482" y="6598905"/>
              <a:ext cx="12745" cy="15619"/>
            </a:xfrm>
            <a:prstGeom prst="line">
              <a:avLst/>
            </a:prstGeom>
            <a:noFill/>
            <a:ln w="13335">
              <a:solidFill>
                <a:srgbClr val="C88931"/>
              </a:solidFill>
              <a:prstDash val="solid"/>
            </a:ln>
          </p:spPr>
        </p:sp>
        <p:sp>
          <p:nvSpPr>
            <p:cNvPr id="1889" name="panel4__line_1888"/>
            <p:cNvSpPr/>
            <p:nvPr/>
          </p:nvSpPr>
          <p:spPr>
            <a:xfrm flipV="1">
              <a:off x="4108226" y="6557981"/>
              <a:ext cx="12745" cy="40924"/>
            </a:xfrm>
            <a:prstGeom prst="line">
              <a:avLst/>
            </a:prstGeom>
            <a:noFill/>
            <a:ln w="13335">
              <a:solidFill>
                <a:srgbClr val="C88931"/>
              </a:solidFill>
              <a:prstDash val="solid"/>
            </a:ln>
          </p:spPr>
        </p:sp>
        <p:sp>
          <p:nvSpPr>
            <p:cNvPr id="1890" name="panel4__line_1889"/>
            <p:cNvSpPr/>
            <p:nvPr/>
          </p:nvSpPr>
          <p:spPr>
            <a:xfrm flipV="1">
              <a:off x="4120971" y="6530603"/>
              <a:ext cx="12745" cy="27378"/>
            </a:xfrm>
            <a:prstGeom prst="line">
              <a:avLst/>
            </a:prstGeom>
            <a:noFill/>
            <a:ln w="13335">
              <a:solidFill>
                <a:srgbClr val="C88931"/>
              </a:solidFill>
              <a:prstDash val="solid"/>
            </a:ln>
          </p:spPr>
        </p:sp>
        <p:sp>
          <p:nvSpPr>
            <p:cNvPr id="1891" name="panel4__line_1890"/>
            <p:cNvSpPr/>
            <p:nvPr/>
          </p:nvSpPr>
          <p:spPr>
            <a:xfrm>
              <a:off x="4133716" y="6530603"/>
              <a:ext cx="12745" cy="12160"/>
            </a:xfrm>
            <a:prstGeom prst="line">
              <a:avLst/>
            </a:prstGeom>
            <a:noFill/>
            <a:ln w="13335">
              <a:solidFill>
                <a:srgbClr val="C88931"/>
              </a:solidFill>
              <a:prstDash val="solid"/>
            </a:ln>
          </p:spPr>
        </p:sp>
        <p:sp>
          <p:nvSpPr>
            <p:cNvPr id="1892" name="panel4__line_1891"/>
            <p:cNvSpPr/>
            <p:nvPr/>
          </p:nvSpPr>
          <p:spPr>
            <a:xfrm>
              <a:off x="4146461" y="6542763"/>
              <a:ext cx="12745" cy="40153"/>
            </a:xfrm>
            <a:prstGeom prst="line">
              <a:avLst/>
            </a:prstGeom>
            <a:noFill/>
            <a:ln w="13335">
              <a:solidFill>
                <a:srgbClr val="C88931"/>
              </a:solidFill>
              <a:prstDash val="solid"/>
            </a:ln>
          </p:spPr>
        </p:sp>
        <p:sp>
          <p:nvSpPr>
            <p:cNvPr id="1893" name="panel4__line_1892"/>
            <p:cNvSpPr/>
            <p:nvPr/>
          </p:nvSpPr>
          <p:spPr>
            <a:xfrm>
              <a:off x="4159205" y="6582916"/>
              <a:ext cx="12745" cy="30027"/>
            </a:xfrm>
            <a:prstGeom prst="line">
              <a:avLst/>
            </a:prstGeom>
            <a:noFill/>
            <a:ln w="13335">
              <a:solidFill>
                <a:srgbClr val="C88931"/>
              </a:solidFill>
              <a:prstDash val="solid"/>
            </a:ln>
          </p:spPr>
        </p:sp>
        <p:sp>
          <p:nvSpPr>
            <p:cNvPr id="1894" name="panel4__text_1893"/>
            <p:cNvSpPr/>
            <p:nvPr/>
          </p:nvSpPr>
          <p:spPr>
            <a:xfrm>
              <a:off x="3038475" y="6419850"/>
              <a:ext cx="219075" cy="257175"/>
            </a:xfrm>
            <a:prstGeom prst="rect">
              <a:avLst/>
            </a:prstGeom>
            <a:noFill/>
            <a:ln/>
          </p:spPr>
          <p:txBody>
            <a:bodyPr wrap="none" lIns="0" tIns="0" rIns="0" bIns="0" rtlCol="0" anchor="ctr"/>
            <a:lstStyle/>
            <a:p>
              <a:pPr algn="ctr" indent="0" marL="0">
                <a:buNone/>
              </a:pPr>
              <a:r>
                <a:rPr lang="en-US" sz="1350" dirty="0">
                  <a:solidFill>
                    <a:srgbClr val="242B32"/>
                  </a:solidFill>
                  <a:latin typeface="Times New Roman" pitchFamily="34" charset="0"/>
                  <a:ea typeface="Times New Roman" pitchFamily="34" charset="-122"/>
                  <a:cs typeface="Times New Roman" pitchFamily="34" charset="-120"/>
                </a:rPr>
                <a:t>···</a:t>
              </a:r>
              <a:endParaRPr lang="en-US" sz="1350" dirty="0"/>
            </a:p>
          </p:txBody>
        </p:sp>
        <p:sp>
          <p:nvSpPr>
            <p:cNvPr id="1895" name="panel4__sum_1894"/>
            <p:cNvSpPr/>
            <p:nvPr/>
          </p:nvSpPr>
          <p:spPr>
            <a:xfrm>
              <a:off x="4400550" y="6429375"/>
              <a:ext cx="276225" cy="276225"/>
            </a:xfrm>
            <a:prstGeom prst="ellipse">
              <a:avLst/>
            </a:prstGeom>
            <a:solidFill>
              <a:srgbClr val="FFFFFF"/>
            </a:solidFill>
            <a:ln w="9525">
              <a:solidFill>
                <a:srgbClr val="242B32"/>
              </a:solidFill>
              <a:prstDash val="solid"/>
            </a:ln>
          </p:spPr>
        </p:sp>
        <p:sp>
          <p:nvSpPr>
            <p:cNvPr id="1896" name="panel4__text_1895"/>
            <p:cNvSpPr/>
            <p:nvPr/>
          </p:nvSpPr>
          <p:spPr>
            <a:xfrm>
              <a:off x="4438650" y="6438900"/>
              <a:ext cx="200025" cy="238125"/>
            </a:xfrm>
            <a:prstGeom prst="rect">
              <a:avLst/>
            </a:prstGeom>
            <a:noFill/>
            <a:ln/>
          </p:spPr>
          <p:txBody>
            <a:bodyPr wrap="none" lIns="0" tIns="0" rIns="0" bIns="0" rtlCol="0" anchor="ctr"/>
            <a:lstStyle/>
            <a:p>
              <a:pPr algn="ctr" indent="0" marL="0">
                <a:buNone/>
              </a:pPr>
              <a:r>
                <a:rPr lang="en-US" sz="1650" dirty="0">
                  <a:solidFill>
                    <a:srgbClr val="242B32"/>
                  </a:solidFill>
                  <a:latin typeface="Times New Roman" pitchFamily="34" charset="0"/>
                  <a:ea typeface="Times New Roman" pitchFamily="34" charset="-122"/>
                  <a:cs typeface="Times New Roman" pitchFamily="34" charset="-120"/>
                </a:rPr>
                <a:t>Σ</a:t>
              </a:r>
              <a:endParaRPr lang="en-US" sz="1650" dirty="0"/>
            </a:p>
          </p:txBody>
        </p:sp>
        <p:sp>
          <p:nvSpPr>
            <p:cNvPr id="1897" name="panel4__line_1896"/>
            <p:cNvSpPr/>
            <p:nvPr/>
          </p:nvSpPr>
          <p:spPr>
            <a:xfrm>
              <a:off x="5010150" y="6572250"/>
              <a:ext cx="2057400" cy="0"/>
            </a:xfrm>
            <a:prstGeom prst="line">
              <a:avLst/>
            </a:prstGeom>
            <a:noFill/>
            <a:ln w="5239">
              <a:solidFill>
                <a:srgbClr val="E3E7EA"/>
              </a:solidFill>
              <a:prstDash val="solid"/>
            </a:ln>
          </p:spPr>
        </p:sp>
        <p:sp>
          <p:nvSpPr>
            <p:cNvPr id="1898" name="panel4__line_1897"/>
            <p:cNvSpPr/>
            <p:nvPr/>
          </p:nvSpPr>
          <p:spPr>
            <a:xfrm>
              <a:off x="5010150" y="6490536"/>
              <a:ext cx="28977" cy="5743"/>
            </a:xfrm>
            <a:prstGeom prst="line">
              <a:avLst/>
            </a:prstGeom>
            <a:noFill/>
            <a:ln w="19050">
              <a:solidFill>
                <a:srgbClr val="A4A9AE"/>
              </a:solidFill>
              <a:prstDash val="dash"/>
            </a:ln>
          </p:spPr>
        </p:sp>
        <p:sp>
          <p:nvSpPr>
            <p:cNvPr id="1899" name="panel4__line_1898"/>
            <p:cNvSpPr/>
            <p:nvPr/>
          </p:nvSpPr>
          <p:spPr>
            <a:xfrm>
              <a:off x="5039127" y="6496279"/>
              <a:ext cx="28977" cy="28615"/>
            </a:xfrm>
            <a:prstGeom prst="line">
              <a:avLst/>
            </a:prstGeom>
            <a:noFill/>
            <a:ln w="19050">
              <a:solidFill>
                <a:srgbClr val="A4A9AE"/>
              </a:solidFill>
              <a:prstDash val="dash"/>
            </a:ln>
          </p:spPr>
        </p:sp>
        <p:sp>
          <p:nvSpPr>
            <p:cNvPr id="1900" name="panel4__line_1899"/>
            <p:cNvSpPr/>
            <p:nvPr/>
          </p:nvSpPr>
          <p:spPr>
            <a:xfrm>
              <a:off x="5068105" y="6524894"/>
              <a:ext cx="28977" cy="30710"/>
            </a:xfrm>
            <a:prstGeom prst="line">
              <a:avLst/>
            </a:prstGeom>
            <a:noFill/>
            <a:ln w="19050">
              <a:solidFill>
                <a:srgbClr val="A4A9AE"/>
              </a:solidFill>
              <a:prstDash val="dash"/>
            </a:ln>
          </p:spPr>
        </p:sp>
        <p:sp>
          <p:nvSpPr>
            <p:cNvPr id="1901" name="panel4__line_1900"/>
            <p:cNvSpPr/>
            <p:nvPr/>
          </p:nvSpPr>
          <p:spPr>
            <a:xfrm>
              <a:off x="5097082" y="6555604"/>
              <a:ext cx="28977" cy="14332"/>
            </a:xfrm>
            <a:prstGeom prst="line">
              <a:avLst/>
            </a:prstGeom>
            <a:noFill/>
            <a:ln w="19050">
              <a:solidFill>
                <a:srgbClr val="A4A9AE"/>
              </a:solidFill>
              <a:prstDash val="dash"/>
            </a:ln>
          </p:spPr>
        </p:sp>
        <p:sp>
          <p:nvSpPr>
            <p:cNvPr id="1902" name="panel4__line_1901"/>
            <p:cNvSpPr/>
            <p:nvPr/>
          </p:nvSpPr>
          <p:spPr>
            <a:xfrm flipV="1">
              <a:off x="5126060" y="6567975"/>
              <a:ext cx="28977" cy="1960"/>
            </a:xfrm>
            <a:prstGeom prst="line">
              <a:avLst/>
            </a:prstGeom>
            <a:noFill/>
            <a:ln w="19050">
              <a:solidFill>
                <a:srgbClr val="A4A9AE"/>
              </a:solidFill>
              <a:prstDash val="dash"/>
            </a:ln>
          </p:spPr>
        </p:sp>
        <p:sp>
          <p:nvSpPr>
            <p:cNvPr id="1903" name="panel4__line_1902"/>
            <p:cNvSpPr/>
            <p:nvPr/>
          </p:nvSpPr>
          <p:spPr>
            <a:xfrm flipV="1">
              <a:off x="5155037" y="6566496"/>
              <a:ext cx="28977" cy="1480"/>
            </a:xfrm>
            <a:prstGeom prst="line">
              <a:avLst/>
            </a:prstGeom>
            <a:noFill/>
            <a:ln w="19050">
              <a:solidFill>
                <a:srgbClr val="A4A9AE"/>
              </a:solidFill>
              <a:prstDash val="dash"/>
            </a:ln>
          </p:spPr>
        </p:sp>
        <p:sp>
          <p:nvSpPr>
            <p:cNvPr id="1904" name="panel4__line_1903"/>
            <p:cNvSpPr/>
            <p:nvPr/>
          </p:nvSpPr>
          <p:spPr>
            <a:xfrm>
              <a:off x="5184015" y="6566496"/>
              <a:ext cx="28977" cy="14575"/>
            </a:xfrm>
            <a:prstGeom prst="line">
              <a:avLst/>
            </a:prstGeom>
            <a:noFill/>
            <a:ln w="19050">
              <a:solidFill>
                <a:srgbClr val="A4A9AE"/>
              </a:solidFill>
              <a:prstDash val="dash"/>
            </a:ln>
          </p:spPr>
        </p:sp>
        <p:sp>
          <p:nvSpPr>
            <p:cNvPr id="1905" name="panel4__line_1904"/>
            <p:cNvSpPr/>
            <p:nvPr/>
          </p:nvSpPr>
          <p:spPr>
            <a:xfrm>
              <a:off x="5212992" y="6581071"/>
              <a:ext cx="28977" cy="28484"/>
            </a:xfrm>
            <a:prstGeom prst="line">
              <a:avLst/>
            </a:prstGeom>
            <a:noFill/>
            <a:ln w="19050">
              <a:solidFill>
                <a:srgbClr val="A4A9AE"/>
              </a:solidFill>
              <a:prstDash val="dash"/>
            </a:ln>
          </p:spPr>
        </p:sp>
        <p:sp>
          <p:nvSpPr>
            <p:cNvPr id="1906" name="panel4__line_1905"/>
            <p:cNvSpPr/>
            <p:nvPr/>
          </p:nvSpPr>
          <p:spPr>
            <a:xfrm>
              <a:off x="5241970" y="6609555"/>
              <a:ext cx="28977" cy="23372"/>
            </a:xfrm>
            <a:prstGeom prst="line">
              <a:avLst/>
            </a:prstGeom>
            <a:noFill/>
            <a:ln w="19050">
              <a:solidFill>
                <a:srgbClr val="A4A9AE"/>
              </a:solidFill>
              <a:prstDash val="dash"/>
            </a:ln>
          </p:spPr>
        </p:sp>
        <p:sp>
          <p:nvSpPr>
            <p:cNvPr id="1907" name="panel4__line_1906"/>
            <p:cNvSpPr/>
            <p:nvPr/>
          </p:nvSpPr>
          <p:spPr>
            <a:xfrm flipV="1">
              <a:off x="5270947" y="6632838"/>
              <a:ext cx="28977" cy="90"/>
            </a:xfrm>
            <a:prstGeom prst="line">
              <a:avLst/>
            </a:prstGeom>
            <a:noFill/>
            <a:ln w="19050">
              <a:solidFill>
                <a:srgbClr val="A4A9AE"/>
              </a:solidFill>
              <a:prstDash val="dash"/>
            </a:ln>
          </p:spPr>
        </p:sp>
        <p:sp>
          <p:nvSpPr>
            <p:cNvPr id="1908" name="panel4__line_1907"/>
            <p:cNvSpPr/>
            <p:nvPr/>
          </p:nvSpPr>
          <p:spPr>
            <a:xfrm flipV="1">
              <a:off x="5299925" y="6609151"/>
              <a:ext cx="28977" cy="23686"/>
            </a:xfrm>
            <a:prstGeom prst="line">
              <a:avLst/>
            </a:prstGeom>
            <a:noFill/>
            <a:ln w="19050">
              <a:solidFill>
                <a:srgbClr val="A4A9AE"/>
              </a:solidFill>
              <a:prstDash val="dash"/>
            </a:ln>
          </p:spPr>
        </p:sp>
        <p:sp>
          <p:nvSpPr>
            <p:cNvPr id="1909" name="panel4__line_1908"/>
            <p:cNvSpPr/>
            <p:nvPr/>
          </p:nvSpPr>
          <p:spPr>
            <a:xfrm flipV="1">
              <a:off x="5328902" y="6580633"/>
              <a:ext cx="28977" cy="28518"/>
            </a:xfrm>
            <a:prstGeom prst="line">
              <a:avLst/>
            </a:prstGeom>
            <a:noFill/>
            <a:ln w="19050">
              <a:solidFill>
                <a:srgbClr val="A4A9AE"/>
              </a:solidFill>
              <a:prstDash val="dash"/>
            </a:ln>
          </p:spPr>
        </p:sp>
        <p:sp>
          <p:nvSpPr>
            <p:cNvPr id="1910" name="panel4__line_1909"/>
            <p:cNvSpPr/>
            <p:nvPr/>
          </p:nvSpPr>
          <p:spPr>
            <a:xfrm flipV="1">
              <a:off x="5357880" y="6567888"/>
              <a:ext cx="28977" cy="12745"/>
            </a:xfrm>
            <a:prstGeom prst="line">
              <a:avLst/>
            </a:prstGeom>
            <a:noFill/>
            <a:ln w="19050">
              <a:solidFill>
                <a:srgbClr val="A4A9AE"/>
              </a:solidFill>
              <a:prstDash val="dash"/>
            </a:ln>
          </p:spPr>
        </p:sp>
        <p:sp>
          <p:nvSpPr>
            <p:cNvPr id="1911" name="panel4__line_1910"/>
            <p:cNvSpPr/>
            <p:nvPr/>
          </p:nvSpPr>
          <p:spPr>
            <a:xfrm>
              <a:off x="5386857" y="6567888"/>
              <a:ext cx="28977" cy="6685"/>
            </a:xfrm>
            <a:prstGeom prst="line">
              <a:avLst/>
            </a:prstGeom>
            <a:noFill/>
            <a:ln w="19050">
              <a:solidFill>
                <a:srgbClr val="A4A9AE"/>
              </a:solidFill>
              <a:prstDash val="dash"/>
            </a:ln>
          </p:spPr>
        </p:sp>
        <p:sp>
          <p:nvSpPr>
            <p:cNvPr id="1912" name="panel4__line_1911"/>
            <p:cNvSpPr/>
            <p:nvPr/>
          </p:nvSpPr>
          <p:spPr>
            <a:xfrm>
              <a:off x="5415835" y="6574573"/>
              <a:ext cx="28977" cy="10081"/>
            </a:xfrm>
            <a:prstGeom prst="line">
              <a:avLst/>
            </a:prstGeom>
            <a:noFill/>
            <a:ln w="19050">
              <a:solidFill>
                <a:srgbClr val="A4A9AE"/>
              </a:solidFill>
              <a:prstDash val="dash"/>
            </a:ln>
          </p:spPr>
        </p:sp>
        <p:sp>
          <p:nvSpPr>
            <p:cNvPr id="1913" name="panel4__line_1912"/>
            <p:cNvSpPr/>
            <p:nvPr/>
          </p:nvSpPr>
          <p:spPr>
            <a:xfrm flipV="1">
              <a:off x="5444812" y="6578356"/>
              <a:ext cx="28977" cy="6298"/>
            </a:xfrm>
            <a:prstGeom prst="line">
              <a:avLst/>
            </a:prstGeom>
            <a:noFill/>
            <a:ln w="19050">
              <a:solidFill>
                <a:srgbClr val="A4A9AE"/>
              </a:solidFill>
              <a:prstDash val="dash"/>
            </a:ln>
          </p:spPr>
        </p:sp>
        <p:sp>
          <p:nvSpPr>
            <p:cNvPr id="1914" name="panel4__line_1913"/>
            <p:cNvSpPr/>
            <p:nvPr/>
          </p:nvSpPr>
          <p:spPr>
            <a:xfrm flipV="1">
              <a:off x="5473789" y="6551738"/>
              <a:ext cx="28977" cy="26618"/>
            </a:xfrm>
            <a:prstGeom prst="line">
              <a:avLst/>
            </a:prstGeom>
            <a:noFill/>
            <a:ln w="19050">
              <a:solidFill>
                <a:srgbClr val="A4A9AE"/>
              </a:solidFill>
              <a:prstDash val="dash"/>
            </a:ln>
          </p:spPr>
        </p:sp>
        <p:sp>
          <p:nvSpPr>
            <p:cNvPr id="1915" name="panel4__line_1914"/>
            <p:cNvSpPr/>
            <p:nvPr/>
          </p:nvSpPr>
          <p:spPr>
            <a:xfrm flipV="1">
              <a:off x="5502767" y="6521343"/>
              <a:ext cx="28977" cy="30395"/>
            </a:xfrm>
            <a:prstGeom prst="line">
              <a:avLst/>
            </a:prstGeom>
            <a:noFill/>
            <a:ln w="19050">
              <a:solidFill>
                <a:srgbClr val="A4A9AE"/>
              </a:solidFill>
              <a:prstDash val="dash"/>
            </a:ln>
          </p:spPr>
        </p:sp>
        <p:sp>
          <p:nvSpPr>
            <p:cNvPr id="1916" name="panel4__line_1915"/>
            <p:cNvSpPr/>
            <p:nvPr/>
          </p:nvSpPr>
          <p:spPr>
            <a:xfrm flipV="1">
              <a:off x="5531744" y="6509433"/>
              <a:ext cx="28977" cy="11909"/>
            </a:xfrm>
            <a:prstGeom prst="line">
              <a:avLst/>
            </a:prstGeom>
            <a:noFill/>
            <a:ln w="19050">
              <a:solidFill>
                <a:srgbClr val="A4A9AE"/>
              </a:solidFill>
              <a:prstDash val="dash"/>
            </a:ln>
          </p:spPr>
        </p:sp>
        <p:sp>
          <p:nvSpPr>
            <p:cNvPr id="1917" name="panel4__line_1916"/>
            <p:cNvSpPr/>
            <p:nvPr/>
          </p:nvSpPr>
          <p:spPr>
            <a:xfrm>
              <a:off x="5560722" y="6509433"/>
              <a:ext cx="28977" cy="14223"/>
            </a:xfrm>
            <a:prstGeom prst="line">
              <a:avLst/>
            </a:prstGeom>
            <a:noFill/>
            <a:ln w="19050">
              <a:solidFill>
                <a:srgbClr val="A4A9AE"/>
              </a:solidFill>
              <a:prstDash val="dash"/>
            </a:ln>
          </p:spPr>
        </p:sp>
        <p:sp>
          <p:nvSpPr>
            <p:cNvPr id="1918" name="panel4__line_1917"/>
            <p:cNvSpPr/>
            <p:nvPr/>
          </p:nvSpPr>
          <p:spPr>
            <a:xfrm>
              <a:off x="5589699" y="6523657"/>
              <a:ext cx="28977" cy="26577"/>
            </a:xfrm>
            <a:prstGeom prst="line">
              <a:avLst/>
            </a:prstGeom>
            <a:noFill/>
            <a:ln w="19050">
              <a:solidFill>
                <a:srgbClr val="A4A9AE"/>
              </a:solidFill>
              <a:prstDash val="dash"/>
            </a:ln>
          </p:spPr>
        </p:sp>
        <p:sp>
          <p:nvSpPr>
            <p:cNvPr id="1919" name="panel4__line_1918"/>
            <p:cNvSpPr/>
            <p:nvPr/>
          </p:nvSpPr>
          <p:spPr>
            <a:xfrm>
              <a:off x="5618677" y="6550234"/>
              <a:ext cx="28977" cy="16760"/>
            </a:xfrm>
            <a:prstGeom prst="line">
              <a:avLst/>
            </a:prstGeom>
            <a:noFill/>
            <a:ln w="19050">
              <a:solidFill>
                <a:srgbClr val="A4A9AE"/>
              </a:solidFill>
              <a:prstDash val="dash"/>
            </a:ln>
          </p:spPr>
        </p:sp>
        <p:sp>
          <p:nvSpPr>
            <p:cNvPr id="1920" name="panel4__line_1919"/>
            <p:cNvSpPr/>
            <p:nvPr/>
          </p:nvSpPr>
          <p:spPr>
            <a:xfrm flipV="1">
              <a:off x="5647654" y="6563857"/>
              <a:ext cx="28977" cy="3137"/>
            </a:xfrm>
            <a:prstGeom prst="line">
              <a:avLst/>
            </a:prstGeom>
            <a:noFill/>
            <a:ln w="19050">
              <a:solidFill>
                <a:srgbClr val="A4A9AE"/>
              </a:solidFill>
              <a:prstDash val="dash"/>
            </a:ln>
          </p:spPr>
        </p:sp>
        <p:sp>
          <p:nvSpPr>
            <p:cNvPr id="1921" name="panel4__line_1920"/>
            <p:cNvSpPr/>
            <p:nvPr/>
          </p:nvSpPr>
          <p:spPr>
            <a:xfrm flipV="1">
              <a:off x="5676632" y="6551467"/>
              <a:ext cx="28977" cy="12390"/>
            </a:xfrm>
            <a:prstGeom prst="line">
              <a:avLst/>
            </a:prstGeom>
            <a:noFill/>
            <a:ln w="19050">
              <a:solidFill>
                <a:srgbClr val="A4A9AE"/>
              </a:solidFill>
              <a:prstDash val="dash"/>
            </a:ln>
          </p:spPr>
        </p:sp>
        <p:sp>
          <p:nvSpPr>
            <p:cNvPr id="1922" name="panel4__line_1921"/>
            <p:cNvSpPr/>
            <p:nvPr/>
          </p:nvSpPr>
          <p:spPr>
            <a:xfrm flipV="1">
              <a:off x="5705609" y="6550013"/>
              <a:ext cx="28977" cy="1454"/>
            </a:xfrm>
            <a:prstGeom prst="line">
              <a:avLst/>
            </a:prstGeom>
            <a:noFill/>
            <a:ln w="19050">
              <a:solidFill>
                <a:srgbClr val="A4A9AE"/>
              </a:solidFill>
              <a:prstDash val="dash"/>
            </a:ln>
          </p:spPr>
        </p:sp>
        <p:sp>
          <p:nvSpPr>
            <p:cNvPr id="1923" name="panel4__line_1922"/>
            <p:cNvSpPr/>
            <p:nvPr/>
          </p:nvSpPr>
          <p:spPr>
            <a:xfrm>
              <a:off x="5734587" y="6550013"/>
              <a:ext cx="28977" cy="19098"/>
            </a:xfrm>
            <a:prstGeom prst="line">
              <a:avLst/>
            </a:prstGeom>
            <a:noFill/>
            <a:ln w="19050">
              <a:solidFill>
                <a:srgbClr val="A4A9AE"/>
              </a:solidFill>
              <a:prstDash val="dash"/>
            </a:ln>
          </p:spPr>
        </p:sp>
        <p:sp>
          <p:nvSpPr>
            <p:cNvPr id="1924" name="panel4__line_1923"/>
            <p:cNvSpPr/>
            <p:nvPr/>
          </p:nvSpPr>
          <p:spPr>
            <a:xfrm>
              <a:off x="5763564" y="6569112"/>
              <a:ext cx="28977" cy="28891"/>
            </a:xfrm>
            <a:prstGeom prst="line">
              <a:avLst/>
            </a:prstGeom>
            <a:noFill/>
            <a:ln w="19050">
              <a:solidFill>
                <a:srgbClr val="A4A9AE"/>
              </a:solidFill>
              <a:prstDash val="dash"/>
            </a:ln>
          </p:spPr>
        </p:sp>
        <p:sp>
          <p:nvSpPr>
            <p:cNvPr id="1925" name="panel4__line_1924"/>
            <p:cNvSpPr/>
            <p:nvPr/>
          </p:nvSpPr>
          <p:spPr>
            <a:xfrm>
              <a:off x="5792542" y="6598003"/>
              <a:ext cx="28977" cy="17387"/>
            </a:xfrm>
            <a:prstGeom prst="line">
              <a:avLst/>
            </a:prstGeom>
            <a:noFill/>
            <a:ln w="19050">
              <a:solidFill>
                <a:srgbClr val="A4A9AE"/>
              </a:solidFill>
              <a:prstDash val="dash"/>
            </a:ln>
          </p:spPr>
        </p:sp>
        <p:sp>
          <p:nvSpPr>
            <p:cNvPr id="1926" name="panel4__line_1925"/>
            <p:cNvSpPr/>
            <p:nvPr/>
          </p:nvSpPr>
          <p:spPr>
            <a:xfrm flipV="1">
              <a:off x="5821519" y="6609461"/>
              <a:ext cx="28977" cy="5930"/>
            </a:xfrm>
            <a:prstGeom prst="line">
              <a:avLst/>
            </a:prstGeom>
            <a:noFill/>
            <a:ln w="19050">
              <a:solidFill>
                <a:srgbClr val="A4A9AE"/>
              </a:solidFill>
              <a:prstDash val="dash"/>
            </a:ln>
          </p:spPr>
        </p:sp>
        <p:sp>
          <p:nvSpPr>
            <p:cNvPr id="1927" name="panel4__line_1926"/>
            <p:cNvSpPr/>
            <p:nvPr/>
          </p:nvSpPr>
          <p:spPr>
            <a:xfrm flipV="1">
              <a:off x="5850496" y="6588913"/>
              <a:ext cx="28977" cy="20548"/>
            </a:xfrm>
            <a:prstGeom prst="line">
              <a:avLst/>
            </a:prstGeom>
            <a:noFill/>
            <a:ln w="19050">
              <a:solidFill>
                <a:srgbClr val="A4A9AE"/>
              </a:solidFill>
              <a:prstDash val="dash"/>
            </a:ln>
          </p:spPr>
        </p:sp>
        <p:sp>
          <p:nvSpPr>
            <p:cNvPr id="1928" name="panel4__line_1927"/>
            <p:cNvSpPr/>
            <p:nvPr/>
          </p:nvSpPr>
          <p:spPr>
            <a:xfrm flipV="1">
              <a:off x="5879474" y="6574398"/>
              <a:ext cx="28977" cy="14514"/>
            </a:xfrm>
            <a:prstGeom prst="line">
              <a:avLst/>
            </a:prstGeom>
            <a:noFill/>
            <a:ln w="19050">
              <a:solidFill>
                <a:srgbClr val="A4A9AE"/>
              </a:solidFill>
              <a:prstDash val="dash"/>
            </a:ln>
          </p:spPr>
        </p:sp>
        <p:sp>
          <p:nvSpPr>
            <p:cNvPr id="1929" name="panel4__line_1928"/>
            <p:cNvSpPr/>
            <p:nvPr/>
          </p:nvSpPr>
          <p:spPr>
            <a:xfrm>
              <a:off x="5908451" y="6574398"/>
              <a:ext cx="28977" cy="4111"/>
            </a:xfrm>
            <a:prstGeom prst="line">
              <a:avLst/>
            </a:prstGeom>
            <a:noFill/>
            <a:ln w="19050">
              <a:solidFill>
                <a:srgbClr val="A4A9AE"/>
              </a:solidFill>
              <a:prstDash val="dash"/>
            </a:ln>
          </p:spPr>
        </p:sp>
        <p:sp>
          <p:nvSpPr>
            <p:cNvPr id="1930" name="panel4__line_1929"/>
            <p:cNvSpPr/>
            <p:nvPr/>
          </p:nvSpPr>
          <p:spPr>
            <a:xfrm>
              <a:off x="5937429" y="6578509"/>
              <a:ext cx="28977" cy="14935"/>
            </a:xfrm>
            <a:prstGeom prst="line">
              <a:avLst/>
            </a:prstGeom>
            <a:noFill/>
            <a:ln w="19050">
              <a:solidFill>
                <a:srgbClr val="A4A9AE"/>
              </a:solidFill>
              <a:prstDash val="dash"/>
            </a:ln>
          </p:spPr>
        </p:sp>
        <p:sp>
          <p:nvSpPr>
            <p:cNvPr id="1931" name="panel4__line_1930"/>
            <p:cNvSpPr/>
            <p:nvPr/>
          </p:nvSpPr>
          <p:spPr>
            <a:xfrm>
              <a:off x="5966406" y="6593444"/>
              <a:ext cx="28977" cy="4853"/>
            </a:xfrm>
            <a:prstGeom prst="line">
              <a:avLst/>
            </a:prstGeom>
            <a:noFill/>
            <a:ln w="19050">
              <a:solidFill>
                <a:srgbClr val="A4A9AE"/>
              </a:solidFill>
              <a:prstDash val="dash"/>
            </a:ln>
          </p:spPr>
        </p:sp>
        <p:sp>
          <p:nvSpPr>
            <p:cNvPr id="1932" name="panel4__line_1931"/>
            <p:cNvSpPr/>
            <p:nvPr/>
          </p:nvSpPr>
          <p:spPr>
            <a:xfrm flipV="1">
              <a:off x="5995384" y="6579241"/>
              <a:ext cx="28977" cy="19055"/>
            </a:xfrm>
            <a:prstGeom prst="line">
              <a:avLst/>
            </a:prstGeom>
            <a:noFill/>
            <a:ln w="19050">
              <a:solidFill>
                <a:srgbClr val="A4A9AE"/>
              </a:solidFill>
              <a:prstDash val="dash"/>
            </a:ln>
          </p:spPr>
        </p:sp>
        <p:sp>
          <p:nvSpPr>
            <p:cNvPr id="1933" name="panel4__line_1932"/>
            <p:cNvSpPr/>
            <p:nvPr/>
          </p:nvSpPr>
          <p:spPr>
            <a:xfrm flipV="1">
              <a:off x="6024361" y="6543533"/>
              <a:ext cx="28977" cy="35708"/>
            </a:xfrm>
            <a:prstGeom prst="line">
              <a:avLst/>
            </a:prstGeom>
            <a:noFill/>
            <a:ln w="19050">
              <a:solidFill>
                <a:srgbClr val="A4A9AE"/>
              </a:solidFill>
              <a:prstDash val="dash"/>
            </a:ln>
          </p:spPr>
        </p:sp>
        <p:sp>
          <p:nvSpPr>
            <p:cNvPr id="1934" name="panel4__line_1933"/>
            <p:cNvSpPr/>
            <p:nvPr/>
          </p:nvSpPr>
          <p:spPr>
            <a:xfrm flipV="1">
              <a:off x="6053339" y="6513934"/>
              <a:ext cx="28977" cy="29598"/>
            </a:xfrm>
            <a:prstGeom prst="line">
              <a:avLst/>
            </a:prstGeom>
            <a:noFill/>
            <a:ln w="19050">
              <a:solidFill>
                <a:srgbClr val="A4A9AE"/>
              </a:solidFill>
              <a:prstDash val="dash"/>
            </a:ln>
          </p:spPr>
        </p:sp>
        <p:sp>
          <p:nvSpPr>
            <p:cNvPr id="1935" name="panel4__line_1934"/>
            <p:cNvSpPr/>
            <p:nvPr/>
          </p:nvSpPr>
          <p:spPr>
            <a:xfrm flipV="1">
              <a:off x="6082316" y="6508610"/>
              <a:ext cx="28977" cy="5325"/>
            </a:xfrm>
            <a:prstGeom prst="line">
              <a:avLst/>
            </a:prstGeom>
            <a:noFill/>
            <a:ln w="19050">
              <a:solidFill>
                <a:srgbClr val="A4A9AE"/>
              </a:solidFill>
              <a:prstDash val="dash"/>
            </a:ln>
          </p:spPr>
        </p:sp>
        <p:sp>
          <p:nvSpPr>
            <p:cNvPr id="1936" name="panel4__line_1935"/>
            <p:cNvSpPr/>
            <p:nvPr/>
          </p:nvSpPr>
          <p:spPr>
            <a:xfrm>
              <a:off x="6111294" y="6508610"/>
              <a:ext cx="28977" cy="16643"/>
            </a:xfrm>
            <a:prstGeom prst="line">
              <a:avLst/>
            </a:prstGeom>
            <a:noFill/>
            <a:ln w="19050">
              <a:solidFill>
                <a:srgbClr val="A4A9AE"/>
              </a:solidFill>
              <a:prstDash val="dash"/>
            </a:ln>
          </p:spPr>
        </p:sp>
        <p:sp>
          <p:nvSpPr>
            <p:cNvPr id="1937" name="panel4__line_1936"/>
            <p:cNvSpPr/>
            <p:nvPr/>
          </p:nvSpPr>
          <p:spPr>
            <a:xfrm>
              <a:off x="6140271" y="6525253"/>
              <a:ext cx="28977" cy="18993"/>
            </a:xfrm>
            <a:prstGeom prst="line">
              <a:avLst/>
            </a:prstGeom>
            <a:noFill/>
            <a:ln w="19050">
              <a:solidFill>
                <a:srgbClr val="A4A9AE"/>
              </a:solidFill>
              <a:prstDash val="dash"/>
            </a:ln>
          </p:spPr>
        </p:sp>
        <p:sp>
          <p:nvSpPr>
            <p:cNvPr id="1938" name="panel4__line_1937"/>
            <p:cNvSpPr/>
            <p:nvPr/>
          </p:nvSpPr>
          <p:spPr>
            <a:xfrm>
              <a:off x="6169249" y="6544246"/>
              <a:ext cx="28977" cy="3466"/>
            </a:xfrm>
            <a:prstGeom prst="line">
              <a:avLst/>
            </a:prstGeom>
            <a:noFill/>
            <a:ln w="19050">
              <a:solidFill>
                <a:srgbClr val="A4A9AE"/>
              </a:solidFill>
              <a:prstDash val="dash"/>
            </a:ln>
          </p:spPr>
        </p:sp>
        <p:sp>
          <p:nvSpPr>
            <p:cNvPr id="1939" name="panel4__line_1938"/>
            <p:cNvSpPr/>
            <p:nvPr/>
          </p:nvSpPr>
          <p:spPr>
            <a:xfrm flipV="1">
              <a:off x="6198226" y="6536385"/>
              <a:ext cx="28977" cy="11326"/>
            </a:xfrm>
            <a:prstGeom prst="line">
              <a:avLst/>
            </a:prstGeom>
            <a:noFill/>
            <a:ln w="19050">
              <a:solidFill>
                <a:srgbClr val="A4A9AE"/>
              </a:solidFill>
              <a:prstDash val="dash"/>
            </a:ln>
          </p:spPr>
        </p:sp>
        <p:sp>
          <p:nvSpPr>
            <p:cNvPr id="1940" name="panel4__line_1939"/>
            <p:cNvSpPr/>
            <p:nvPr/>
          </p:nvSpPr>
          <p:spPr>
            <a:xfrm flipV="1">
              <a:off x="6227204" y="6528425"/>
              <a:ext cx="28977" cy="7960"/>
            </a:xfrm>
            <a:prstGeom prst="line">
              <a:avLst/>
            </a:prstGeom>
            <a:noFill/>
            <a:ln w="19050">
              <a:solidFill>
                <a:srgbClr val="A4A9AE"/>
              </a:solidFill>
              <a:prstDash val="dash"/>
            </a:ln>
          </p:spPr>
        </p:sp>
        <p:sp>
          <p:nvSpPr>
            <p:cNvPr id="1941" name="panel4__line_1940"/>
            <p:cNvSpPr/>
            <p:nvPr/>
          </p:nvSpPr>
          <p:spPr>
            <a:xfrm>
              <a:off x="6256181" y="6528425"/>
              <a:ext cx="28977" cy="13030"/>
            </a:xfrm>
            <a:prstGeom prst="line">
              <a:avLst/>
            </a:prstGeom>
            <a:noFill/>
            <a:ln w="19050">
              <a:solidFill>
                <a:srgbClr val="A4A9AE"/>
              </a:solidFill>
              <a:prstDash val="dash"/>
            </a:ln>
          </p:spPr>
        </p:sp>
        <p:sp>
          <p:nvSpPr>
            <p:cNvPr id="1942" name="panel4__line_1941"/>
            <p:cNvSpPr/>
            <p:nvPr/>
          </p:nvSpPr>
          <p:spPr>
            <a:xfrm>
              <a:off x="6285158" y="6541456"/>
              <a:ext cx="28977" cy="33547"/>
            </a:xfrm>
            <a:prstGeom prst="line">
              <a:avLst/>
            </a:prstGeom>
            <a:noFill/>
            <a:ln w="19050">
              <a:solidFill>
                <a:srgbClr val="A4A9AE"/>
              </a:solidFill>
              <a:prstDash val="dash"/>
            </a:ln>
          </p:spPr>
        </p:sp>
        <p:sp>
          <p:nvSpPr>
            <p:cNvPr id="1943" name="panel4__line_1942"/>
            <p:cNvSpPr/>
            <p:nvPr/>
          </p:nvSpPr>
          <p:spPr>
            <a:xfrm>
              <a:off x="6314136" y="6575003"/>
              <a:ext cx="28977" cy="35024"/>
            </a:xfrm>
            <a:prstGeom prst="line">
              <a:avLst/>
            </a:prstGeom>
            <a:noFill/>
            <a:ln w="19050">
              <a:solidFill>
                <a:srgbClr val="A4A9AE"/>
              </a:solidFill>
              <a:prstDash val="dash"/>
            </a:ln>
          </p:spPr>
        </p:sp>
        <p:sp>
          <p:nvSpPr>
            <p:cNvPr id="1944" name="panel4__line_1943"/>
            <p:cNvSpPr/>
            <p:nvPr/>
          </p:nvSpPr>
          <p:spPr>
            <a:xfrm>
              <a:off x="6343113" y="6610028"/>
              <a:ext cx="28977" cy="15927"/>
            </a:xfrm>
            <a:prstGeom prst="line">
              <a:avLst/>
            </a:prstGeom>
            <a:noFill/>
            <a:ln w="19050">
              <a:solidFill>
                <a:srgbClr val="A4A9AE"/>
              </a:solidFill>
              <a:prstDash val="dash"/>
            </a:ln>
          </p:spPr>
        </p:sp>
        <p:sp>
          <p:nvSpPr>
            <p:cNvPr id="1945" name="panel4__line_1944"/>
            <p:cNvSpPr/>
            <p:nvPr/>
          </p:nvSpPr>
          <p:spPr>
            <a:xfrm flipV="1">
              <a:off x="6372091" y="6619004"/>
              <a:ext cx="28977" cy="6950"/>
            </a:xfrm>
            <a:prstGeom prst="line">
              <a:avLst/>
            </a:prstGeom>
            <a:noFill/>
            <a:ln w="19050">
              <a:solidFill>
                <a:srgbClr val="A4A9AE"/>
              </a:solidFill>
              <a:prstDash val="dash"/>
            </a:ln>
          </p:spPr>
        </p:sp>
        <p:sp>
          <p:nvSpPr>
            <p:cNvPr id="1946" name="panel4__line_1945"/>
            <p:cNvSpPr/>
            <p:nvPr/>
          </p:nvSpPr>
          <p:spPr>
            <a:xfrm flipV="1">
              <a:off x="6401068" y="6604470"/>
              <a:ext cx="28977" cy="14534"/>
            </a:xfrm>
            <a:prstGeom prst="line">
              <a:avLst/>
            </a:prstGeom>
            <a:noFill/>
            <a:ln w="19050">
              <a:solidFill>
                <a:srgbClr val="A4A9AE"/>
              </a:solidFill>
              <a:prstDash val="dash"/>
            </a:ln>
          </p:spPr>
        </p:sp>
        <p:sp>
          <p:nvSpPr>
            <p:cNvPr id="1947" name="panel4__line_1946"/>
            <p:cNvSpPr/>
            <p:nvPr/>
          </p:nvSpPr>
          <p:spPr>
            <a:xfrm flipV="1">
              <a:off x="6430046" y="6600951"/>
              <a:ext cx="28977" cy="3518"/>
            </a:xfrm>
            <a:prstGeom prst="line">
              <a:avLst/>
            </a:prstGeom>
            <a:noFill/>
            <a:ln w="19050">
              <a:solidFill>
                <a:srgbClr val="A4A9AE"/>
              </a:solidFill>
              <a:prstDash val="dash"/>
            </a:ln>
          </p:spPr>
        </p:sp>
        <p:sp>
          <p:nvSpPr>
            <p:cNvPr id="1948" name="panel4__line_1947"/>
            <p:cNvSpPr/>
            <p:nvPr/>
          </p:nvSpPr>
          <p:spPr>
            <a:xfrm>
              <a:off x="6459023" y="6600951"/>
              <a:ext cx="28977" cy="10826"/>
            </a:xfrm>
            <a:prstGeom prst="line">
              <a:avLst/>
            </a:prstGeom>
            <a:noFill/>
            <a:ln w="19050">
              <a:solidFill>
                <a:srgbClr val="A4A9AE"/>
              </a:solidFill>
              <a:prstDash val="dash"/>
            </a:ln>
          </p:spPr>
        </p:sp>
        <p:sp>
          <p:nvSpPr>
            <p:cNvPr id="1949" name="panel4__line_1948"/>
            <p:cNvSpPr/>
            <p:nvPr/>
          </p:nvSpPr>
          <p:spPr>
            <a:xfrm>
              <a:off x="6488001" y="6611777"/>
              <a:ext cx="28977" cy="9753"/>
            </a:xfrm>
            <a:prstGeom prst="line">
              <a:avLst/>
            </a:prstGeom>
            <a:noFill/>
            <a:ln w="19050">
              <a:solidFill>
                <a:srgbClr val="A4A9AE"/>
              </a:solidFill>
              <a:prstDash val="dash"/>
            </a:ln>
          </p:spPr>
        </p:sp>
        <p:sp>
          <p:nvSpPr>
            <p:cNvPr id="1950" name="panel4__line_1949"/>
            <p:cNvSpPr/>
            <p:nvPr/>
          </p:nvSpPr>
          <p:spPr>
            <a:xfrm flipV="1">
              <a:off x="6516978" y="6611147"/>
              <a:ext cx="28977" cy="10383"/>
            </a:xfrm>
            <a:prstGeom prst="line">
              <a:avLst/>
            </a:prstGeom>
            <a:noFill/>
            <a:ln w="19050">
              <a:solidFill>
                <a:srgbClr val="A4A9AE"/>
              </a:solidFill>
              <a:prstDash val="dash"/>
            </a:ln>
          </p:spPr>
        </p:sp>
        <p:sp>
          <p:nvSpPr>
            <p:cNvPr id="1951" name="panel4__line_1950"/>
            <p:cNvSpPr/>
            <p:nvPr/>
          </p:nvSpPr>
          <p:spPr>
            <a:xfrm flipV="1">
              <a:off x="6545956" y="6577241"/>
              <a:ext cx="28977" cy="33906"/>
            </a:xfrm>
            <a:prstGeom prst="line">
              <a:avLst/>
            </a:prstGeom>
            <a:noFill/>
            <a:ln w="19050">
              <a:solidFill>
                <a:srgbClr val="A4A9AE"/>
              </a:solidFill>
              <a:prstDash val="dash"/>
            </a:ln>
          </p:spPr>
        </p:sp>
        <p:sp>
          <p:nvSpPr>
            <p:cNvPr id="1952" name="panel4__line_1951"/>
            <p:cNvSpPr/>
            <p:nvPr/>
          </p:nvSpPr>
          <p:spPr>
            <a:xfrm flipV="1">
              <a:off x="6574933" y="6537092"/>
              <a:ext cx="28977" cy="40149"/>
            </a:xfrm>
            <a:prstGeom prst="line">
              <a:avLst/>
            </a:prstGeom>
            <a:noFill/>
            <a:ln w="19050">
              <a:solidFill>
                <a:srgbClr val="A4A9AE"/>
              </a:solidFill>
              <a:prstDash val="dash"/>
            </a:ln>
          </p:spPr>
        </p:sp>
        <p:sp>
          <p:nvSpPr>
            <p:cNvPr id="1953" name="panel4__line_1952"/>
            <p:cNvSpPr/>
            <p:nvPr/>
          </p:nvSpPr>
          <p:spPr>
            <a:xfrm flipV="1">
              <a:off x="6603911" y="6514199"/>
              <a:ext cx="28977" cy="22894"/>
            </a:xfrm>
            <a:prstGeom prst="line">
              <a:avLst/>
            </a:prstGeom>
            <a:noFill/>
            <a:ln w="19050">
              <a:solidFill>
                <a:srgbClr val="A4A9AE"/>
              </a:solidFill>
              <a:prstDash val="dash"/>
            </a:ln>
          </p:spPr>
        </p:sp>
        <p:sp>
          <p:nvSpPr>
            <p:cNvPr id="1954" name="panel4__line_1953"/>
            <p:cNvSpPr/>
            <p:nvPr/>
          </p:nvSpPr>
          <p:spPr>
            <a:xfrm>
              <a:off x="6632888" y="6514199"/>
              <a:ext cx="28977" cy="3524"/>
            </a:xfrm>
            <a:prstGeom prst="line">
              <a:avLst/>
            </a:prstGeom>
            <a:noFill/>
            <a:ln w="19050">
              <a:solidFill>
                <a:srgbClr val="A4A9AE"/>
              </a:solidFill>
              <a:prstDash val="dash"/>
            </a:ln>
          </p:spPr>
        </p:sp>
        <p:sp>
          <p:nvSpPr>
            <p:cNvPr id="1955" name="panel4__line_1954"/>
            <p:cNvSpPr/>
            <p:nvPr/>
          </p:nvSpPr>
          <p:spPr>
            <a:xfrm>
              <a:off x="6661865" y="6517723"/>
              <a:ext cx="28977" cy="17324"/>
            </a:xfrm>
            <a:prstGeom prst="line">
              <a:avLst/>
            </a:prstGeom>
            <a:noFill/>
            <a:ln w="19050">
              <a:solidFill>
                <a:srgbClr val="A4A9AE"/>
              </a:solidFill>
              <a:prstDash val="dash"/>
            </a:ln>
          </p:spPr>
        </p:sp>
        <p:sp>
          <p:nvSpPr>
            <p:cNvPr id="1956" name="panel4__line_1955"/>
            <p:cNvSpPr/>
            <p:nvPr/>
          </p:nvSpPr>
          <p:spPr>
            <a:xfrm>
              <a:off x="6690843" y="6535047"/>
              <a:ext cx="28977" cy="9337"/>
            </a:xfrm>
            <a:prstGeom prst="line">
              <a:avLst/>
            </a:prstGeom>
            <a:noFill/>
            <a:ln w="19050">
              <a:solidFill>
                <a:srgbClr val="A4A9AE"/>
              </a:solidFill>
              <a:prstDash val="dash"/>
            </a:ln>
          </p:spPr>
        </p:sp>
        <p:sp>
          <p:nvSpPr>
            <p:cNvPr id="1957" name="panel4__line_1956"/>
            <p:cNvSpPr/>
            <p:nvPr/>
          </p:nvSpPr>
          <p:spPr>
            <a:xfrm flipV="1">
              <a:off x="6719820" y="6535534"/>
              <a:ext cx="28977" cy="8850"/>
            </a:xfrm>
            <a:prstGeom prst="line">
              <a:avLst/>
            </a:prstGeom>
            <a:noFill/>
            <a:ln w="19050">
              <a:solidFill>
                <a:srgbClr val="A4A9AE"/>
              </a:solidFill>
              <a:prstDash val="dash"/>
            </a:ln>
          </p:spPr>
        </p:sp>
        <p:sp>
          <p:nvSpPr>
            <p:cNvPr id="1958" name="panel4__line_1957"/>
            <p:cNvSpPr/>
            <p:nvPr/>
          </p:nvSpPr>
          <p:spPr>
            <a:xfrm flipV="1">
              <a:off x="6748798" y="6519247"/>
              <a:ext cx="28977" cy="16287"/>
            </a:xfrm>
            <a:prstGeom prst="line">
              <a:avLst/>
            </a:prstGeom>
            <a:noFill/>
            <a:ln w="19050">
              <a:solidFill>
                <a:srgbClr val="A4A9AE"/>
              </a:solidFill>
              <a:prstDash val="dash"/>
            </a:ln>
          </p:spPr>
        </p:sp>
        <p:sp>
          <p:nvSpPr>
            <p:cNvPr id="1959" name="panel4__line_1958"/>
            <p:cNvSpPr/>
            <p:nvPr/>
          </p:nvSpPr>
          <p:spPr>
            <a:xfrm flipV="1">
              <a:off x="6777775" y="6516493"/>
              <a:ext cx="28977" cy="2753"/>
            </a:xfrm>
            <a:prstGeom prst="line">
              <a:avLst/>
            </a:prstGeom>
            <a:noFill/>
            <a:ln w="19050">
              <a:solidFill>
                <a:srgbClr val="A4A9AE"/>
              </a:solidFill>
              <a:prstDash val="dash"/>
            </a:ln>
          </p:spPr>
        </p:sp>
        <p:sp>
          <p:nvSpPr>
            <p:cNvPr id="1960" name="panel4__line_1959"/>
            <p:cNvSpPr/>
            <p:nvPr/>
          </p:nvSpPr>
          <p:spPr>
            <a:xfrm>
              <a:off x="6806753" y="6516493"/>
              <a:ext cx="28977" cy="21453"/>
            </a:xfrm>
            <a:prstGeom prst="line">
              <a:avLst/>
            </a:prstGeom>
            <a:noFill/>
            <a:ln w="19050">
              <a:solidFill>
                <a:srgbClr val="A4A9AE"/>
              </a:solidFill>
              <a:prstDash val="dash"/>
            </a:ln>
          </p:spPr>
        </p:sp>
        <p:sp>
          <p:nvSpPr>
            <p:cNvPr id="1961" name="panel4__line_1960"/>
            <p:cNvSpPr/>
            <p:nvPr/>
          </p:nvSpPr>
          <p:spPr>
            <a:xfrm>
              <a:off x="6835730" y="6537946"/>
              <a:ext cx="28977" cy="35214"/>
            </a:xfrm>
            <a:prstGeom prst="line">
              <a:avLst/>
            </a:prstGeom>
            <a:noFill/>
            <a:ln w="19050">
              <a:solidFill>
                <a:srgbClr val="A4A9AE"/>
              </a:solidFill>
              <a:prstDash val="dash"/>
            </a:ln>
          </p:spPr>
        </p:sp>
        <p:sp>
          <p:nvSpPr>
            <p:cNvPr id="1962" name="panel4__line_1961"/>
            <p:cNvSpPr/>
            <p:nvPr/>
          </p:nvSpPr>
          <p:spPr>
            <a:xfrm>
              <a:off x="6864708" y="6573160"/>
              <a:ext cx="28977" cy="26512"/>
            </a:xfrm>
            <a:prstGeom prst="line">
              <a:avLst/>
            </a:prstGeom>
            <a:noFill/>
            <a:ln w="19050">
              <a:solidFill>
                <a:srgbClr val="A4A9AE"/>
              </a:solidFill>
              <a:prstDash val="dash"/>
            </a:ln>
          </p:spPr>
        </p:sp>
        <p:sp>
          <p:nvSpPr>
            <p:cNvPr id="1963" name="panel4__line_1962"/>
            <p:cNvSpPr/>
            <p:nvPr/>
          </p:nvSpPr>
          <p:spPr>
            <a:xfrm>
              <a:off x="6893685" y="6599673"/>
              <a:ext cx="28977" cy="3659"/>
            </a:xfrm>
            <a:prstGeom prst="line">
              <a:avLst/>
            </a:prstGeom>
            <a:noFill/>
            <a:ln w="19050">
              <a:solidFill>
                <a:srgbClr val="A4A9AE"/>
              </a:solidFill>
              <a:prstDash val="dash"/>
            </a:ln>
          </p:spPr>
        </p:sp>
        <p:sp>
          <p:nvSpPr>
            <p:cNvPr id="1964" name="panel4__line_1963"/>
            <p:cNvSpPr/>
            <p:nvPr/>
          </p:nvSpPr>
          <p:spPr>
            <a:xfrm flipV="1">
              <a:off x="6922663" y="6590590"/>
              <a:ext cx="28977" cy="12742"/>
            </a:xfrm>
            <a:prstGeom prst="line">
              <a:avLst/>
            </a:prstGeom>
            <a:noFill/>
            <a:ln w="19050">
              <a:solidFill>
                <a:srgbClr val="A4A9AE"/>
              </a:solidFill>
              <a:prstDash val="dash"/>
            </a:ln>
          </p:spPr>
        </p:sp>
        <p:sp>
          <p:nvSpPr>
            <p:cNvPr id="1965" name="panel4__line_1964"/>
            <p:cNvSpPr/>
            <p:nvPr/>
          </p:nvSpPr>
          <p:spPr>
            <a:xfrm flipV="1">
              <a:off x="6951640" y="6581233"/>
              <a:ext cx="28977" cy="9357"/>
            </a:xfrm>
            <a:prstGeom prst="line">
              <a:avLst/>
            </a:prstGeom>
            <a:noFill/>
            <a:ln w="19050">
              <a:solidFill>
                <a:srgbClr val="A4A9AE"/>
              </a:solidFill>
              <a:prstDash val="dash"/>
            </a:ln>
          </p:spPr>
        </p:sp>
        <p:sp>
          <p:nvSpPr>
            <p:cNvPr id="1966" name="panel4__line_1965"/>
            <p:cNvSpPr/>
            <p:nvPr/>
          </p:nvSpPr>
          <p:spPr>
            <a:xfrm>
              <a:off x="6980618" y="6581233"/>
              <a:ext cx="28977" cy="7445"/>
            </a:xfrm>
            <a:prstGeom prst="line">
              <a:avLst/>
            </a:prstGeom>
            <a:noFill/>
            <a:ln w="19050">
              <a:solidFill>
                <a:srgbClr val="A4A9AE"/>
              </a:solidFill>
              <a:prstDash val="dash"/>
            </a:ln>
          </p:spPr>
        </p:sp>
        <p:sp>
          <p:nvSpPr>
            <p:cNvPr id="1967" name="panel4__line_1966"/>
            <p:cNvSpPr/>
            <p:nvPr/>
          </p:nvSpPr>
          <p:spPr>
            <a:xfrm>
              <a:off x="7009595" y="6588679"/>
              <a:ext cx="28977" cy="18086"/>
            </a:xfrm>
            <a:prstGeom prst="line">
              <a:avLst/>
            </a:prstGeom>
            <a:noFill/>
            <a:ln w="19050">
              <a:solidFill>
                <a:srgbClr val="A4A9AE"/>
              </a:solidFill>
              <a:prstDash val="dash"/>
            </a:ln>
          </p:spPr>
        </p:sp>
        <p:sp>
          <p:nvSpPr>
            <p:cNvPr id="1968" name="panel4__line_1967"/>
            <p:cNvSpPr/>
            <p:nvPr/>
          </p:nvSpPr>
          <p:spPr>
            <a:xfrm>
              <a:off x="7038573" y="6606765"/>
              <a:ext cx="28977" cy="8940"/>
            </a:xfrm>
            <a:prstGeom prst="line">
              <a:avLst/>
            </a:prstGeom>
            <a:noFill/>
            <a:ln w="19050">
              <a:solidFill>
                <a:srgbClr val="A4A9AE"/>
              </a:solidFill>
              <a:prstDash val="dash"/>
            </a:ln>
          </p:spPr>
        </p:sp>
        <p:sp>
          <p:nvSpPr>
            <p:cNvPr id="1969" name="panel4__line_1968"/>
            <p:cNvSpPr/>
            <p:nvPr/>
          </p:nvSpPr>
          <p:spPr>
            <a:xfrm>
              <a:off x="5010150" y="6490536"/>
              <a:ext cx="28977" cy="7545"/>
            </a:xfrm>
            <a:prstGeom prst="line">
              <a:avLst/>
            </a:prstGeom>
            <a:noFill/>
            <a:ln w="14288">
              <a:solidFill>
                <a:srgbClr val="0F4D92"/>
              </a:solidFill>
              <a:prstDash val="solid"/>
            </a:ln>
          </p:spPr>
        </p:sp>
        <p:sp>
          <p:nvSpPr>
            <p:cNvPr id="1970" name="panel4__line_1969"/>
            <p:cNvSpPr/>
            <p:nvPr/>
          </p:nvSpPr>
          <p:spPr>
            <a:xfrm>
              <a:off x="5039127" y="6498081"/>
              <a:ext cx="28977" cy="29546"/>
            </a:xfrm>
            <a:prstGeom prst="line">
              <a:avLst/>
            </a:prstGeom>
            <a:noFill/>
            <a:ln w="14288">
              <a:solidFill>
                <a:srgbClr val="0F4D92"/>
              </a:solidFill>
              <a:prstDash val="solid"/>
            </a:ln>
          </p:spPr>
        </p:sp>
        <p:sp>
          <p:nvSpPr>
            <p:cNvPr id="1971" name="panel4__line_1970"/>
            <p:cNvSpPr/>
            <p:nvPr/>
          </p:nvSpPr>
          <p:spPr>
            <a:xfrm>
              <a:off x="5068105" y="6527627"/>
              <a:ext cx="28977" cy="30321"/>
            </a:xfrm>
            <a:prstGeom prst="line">
              <a:avLst/>
            </a:prstGeom>
            <a:noFill/>
            <a:ln w="14288">
              <a:solidFill>
                <a:srgbClr val="0F4D92"/>
              </a:solidFill>
              <a:prstDash val="solid"/>
            </a:ln>
          </p:spPr>
        </p:sp>
        <p:sp>
          <p:nvSpPr>
            <p:cNvPr id="1972" name="panel4__line_1971"/>
            <p:cNvSpPr/>
            <p:nvPr/>
          </p:nvSpPr>
          <p:spPr>
            <a:xfrm>
              <a:off x="5097082" y="6557948"/>
              <a:ext cx="28977" cy="12809"/>
            </a:xfrm>
            <a:prstGeom prst="line">
              <a:avLst/>
            </a:prstGeom>
            <a:noFill/>
            <a:ln w="14288">
              <a:solidFill>
                <a:srgbClr val="0F4D92"/>
              </a:solidFill>
              <a:prstDash val="solid"/>
            </a:ln>
          </p:spPr>
        </p:sp>
        <p:sp>
          <p:nvSpPr>
            <p:cNvPr id="1973" name="panel4__line_1972"/>
            <p:cNvSpPr/>
            <p:nvPr/>
          </p:nvSpPr>
          <p:spPr>
            <a:xfrm flipV="1">
              <a:off x="5126060" y="6566877"/>
              <a:ext cx="28977" cy="3879"/>
            </a:xfrm>
            <a:prstGeom prst="line">
              <a:avLst/>
            </a:prstGeom>
            <a:noFill/>
            <a:ln w="14288">
              <a:solidFill>
                <a:srgbClr val="0F4D92"/>
              </a:solidFill>
              <a:prstDash val="solid"/>
            </a:ln>
          </p:spPr>
        </p:sp>
        <p:sp>
          <p:nvSpPr>
            <p:cNvPr id="1974" name="panel4__line_1973"/>
            <p:cNvSpPr/>
            <p:nvPr/>
          </p:nvSpPr>
          <p:spPr>
            <a:xfrm flipV="1">
              <a:off x="5155037" y="6564009"/>
              <a:ext cx="28977" cy="2868"/>
            </a:xfrm>
            <a:prstGeom prst="line">
              <a:avLst/>
            </a:prstGeom>
            <a:noFill/>
            <a:ln w="14288">
              <a:solidFill>
                <a:srgbClr val="0F4D92"/>
              </a:solidFill>
              <a:prstDash val="solid"/>
            </a:ln>
          </p:spPr>
        </p:sp>
        <p:sp>
          <p:nvSpPr>
            <p:cNvPr id="1975" name="panel4__line_1974"/>
            <p:cNvSpPr/>
            <p:nvPr/>
          </p:nvSpPr>
          <p:spPr>
            <a:xfrm>
              <a:off x="5184015" y="6564009"/>
              <a:ext cx="28977" cy="14388"/>
            </a:xfrm>
            <a:prstGeom prst="line">
              <a:avLst/>
            </a:prstGeom>
            <a:noFill/>
            <a:ln w="14288">
              <a:solidFill>
                <a:srgbClr val="0F4D92"/>
              </a:solidFill>
              <a:prstDash val="solid"/>
            </a:ln>
          </p:spPr>
        </p:sp>
        <p:sp>
          <p:nvSpPr>
            <p:cNvPr id="1976" name="panel4__line_1975"/>
            <p:cNvSpPr/>
            <p:nvPr/>
          </p:nvSpPr>
          <p:spPr>
            <a:xfrm>
              <a:off x="5212992" y="6578397"/>
              <a:ext cx="28977" cy="29589"/>
            </a:xfrm>
            <a:prstGeom prst="line">
              <a:avLst/>
            </a:prstGeom>
            <a:noFill/>
            <a:ln w="14288">
              <a:solidFill>
                <a:srgbClr val="0F4D92"/>
              </a:solidFill>
              <a:prstDash val="solid"/>
            </a:ln>
          </p:spPr>
        </p:sp>
        <p:sp>
          <p:nvSpPr>
            <p:cNvPr id="1977" name="panel4__line_1976"/>
            <p:cNvSpPr/>
            <p:nvPr/>
          </p:nvSpPr>
          <p:spPr>
            <a:xfrm>
              <a:off x="5241970" y="6607987"/>
              <a:ext cx="28977" cy="25235"/>
            </a:xfrm>
            <a:prstGeom prst="line">
              <a:avLst/>
            </a:prstGeom>
            <a:noFill/>
            <a:ln w="14288">
              <a:solidFill>
                <a:srgbClr val="0F4D92"/>
              </a:solidFill>
              <a:prstDash val="solid"/>
            </a:ln>
          </p:spPr>
        </p:sp>
        <p:sp>
          <p:nvSpPr>
            <p:cNvPr id="1978" name="panel4__line_1977"/>
            <p:cNvSpPr/>
            <p:nvPr/>
          </p:nvSpPr>
          <p:spPr>
            <a:xfrm>
              <a:off x="5270947" y="6633222"/>
              <a:ext cx="28977" cy="1631"/>
            </a:xfrm>
            <a:prstGeom prst="line">
              <a:avLst/>
            </a:prstGeom>
            <a:noFill/>
            <a:ln w="14288">
              <a:solidFill>
                <a:srgbClr val="0F4D92"/>
              </a:solidFill>
              <a:prstDash val="solid"/>
            </a:ln>
          </p:spPr>
        </p:sp>
        <p:sp>
          <p:nvSpPr>
            <p:cNvPr id="1979" name="panel4__line_1978"/>
            <p:cNvSpPr/>
            <p:nvPr/>
          </p:nvSpPr>
          <p:spPr>
            <a:xfrm flipV="1">
              <a:off x="5299925" y="6611913"/>
              <a:ext cx="28977" cy="22940"/>
            </a:xfrm>
            <a:prstGeom prst="line">
              <a:avLst/>
            </a:prstGeom>
            <a:noFill/>
            <a:ln w="14288">
              <a:solidFill>
                <a:srgbClr val="0F4D92"/>
              </a:solidFill>
              <a:prstDash val="solid"/>
            </a:ln>
          </p:spPr>
        </p:sp>
        <p:sp>
          <p:nvSpPr>
            <p:cNvPr id="1980" name="panel4__line_1979"/>
            <p:cNvSpPr/>
            <p:nvPr/>
          </p:nvSpPr>
          <p:spPr>
            <a:xfrm flipV="1">
              <a:off x="5328902" y="6582807"/>
              <a:ext cx="28977" cy="29107"/>
            </a:xfrm>
            <a:prstGeom prst="line">
              <a:avLst/>
            </a:prstGeom>
            <a:noFill/>
            <a:ln w="14288">
              <a:solidFill>
                <a:srgbClr val="0F4D92"/>
              </a:solidFill>
              <a:prstDash val="solid"/>
            </a:ln>
          </p:spPr>
        </p:sp>
        <p:sp>
          <p:nvSpPr>
            <p:cNvPr id="1981" name="panel4__line_1980"/>
            <p:cNvSpPr/>
            <p:nvPr/>
          </p:nvSpPr>
          <p:spPr>
            <a:xfrm flipV="1">
              <a:off x="5357880" y="6568423"/>
              <a:ext cx="28977" cy="14384"/>
            </a:xfrm>
            <a:prstGeom prst="line">
              <a:avLst/>
            </a:prstGeom>
            <a:noFill/>
            <a:ln w="14288">
              <a:solidFill>
                <a:srgbClr val="0F4D92"/>
              </a:solidFill>
              <a:prstDash val="solid"/>
            </a:ln>
          </p:spPr>
        </p:sp>
        <p:sp>
          <p:nvSpPr>
            <p:cNvPr id="1982" name="panel4__line_1981"/>
            <p:cNvSpPr/>
            <p:nvPr/>
          </p:nvSpPr>
          <p:spPr>
            <a:xfrm>
              <a:off x="5386857" y="6568423"/>
              <a:ext cx="28977" cy="4788"/>
            </a:xfrm>
            <a:prstGeom prst="line">
              <a:avLst/>
            </a:prstGeom>
            <a:noFill/>
            <a:ln w="14288">
              <a:solidFill>
                <a:srgbClr val="0F4D92"/>
              </a:solidFill>
              <a:prstDash val="solid"/>
            </a:ln>
          </p:spPr>
        </p:sp>
        <p:sp>
          <p:nvSpPr>
            <p:cNvPr id="1983" name="panel4__line_1982"/>
            <p:cNvSpPr/>
            <p:nvPr/>
          </p:nvSpPr>
          <p:spPr>
            <a:xfrm>
              <a:off x="5415835" y="6573210"/>
              <a:ext cx="28977" cy="8842"/>
            </a:xfrm>
            <a:prstGeom prst="line">
              <a:avLst/>
            </a:prstGeom>
            <a:noFill/>
            <a:ln w="14288">
              <a:solidFill>
                <a:srgbClr val="0F4D92"/>
              </a:solidFill>
              <a:prstDash val="solid"/>
            </a:ln>
          </p:spPr>
        </p:sp>
        <p:sp>
          <p:nvSpPr>
            <p:cNvPr id="1984" name="panel4__line_1983"/>
            <p:cNvSpPr/>
            <p:nvPr/>
          </p:nvSpPr>
          <p:spPr>
            <a:xfrm flipV="1">
              <a:off x="5444812" y="6575773"/>
              <a:ext cx="28977" cy="6280"/>
            </a:xfrm>
            <a:prstGeom prst="line">
              <a:avLst/>
            </a:prstGeom>
            <a:noFill/>
            <a:ln w="14288">
              <a:solidFill>
                <a:srgbClr val="0F4D92"/>
              </a:solidFill>
              <a:prstDash val="solid"/>
            </a:ln>
          </p:spPr>
        </p:sp>
        <p:sp>
          <p:nvSpPr>
            <p:cNvPr id="1985" name="panel4__line_1984"/>
            <p:cNvSpPr/>
            <p:nvPr/>
          </p:nvSpPr>
          <p:spPr>
            <a:xfrm flipV="1">
              <a:off x="5473789" y="6550421"/>
              <a:ext cx="28977" cy="25352"/>
            </a:xfrm>
            <a:prstGeom prst="line">
              <a:avLst/>
            </a:prstGeom>
            <a:noFill/>
            <a:ln w="14288">
              <a:solidFill>
                <a:srgbClr val="0F4D92"/>
              </a:solidFill>
              <a:prstDash val="solid"/>
            </a:ln>
          </p:spPr>
        </p:sp>
        <p:sp>
          <p:nvSpPr>
            <p:cNvPr id="1986" name="panel4__line_1985"/>
            <p:cNvSpPr/>
            <p:nvPr/>
          </p:nvSpPr>
          <p:spPr>
            <a:xfrm flipV="1">
              <a:off x="5502767" y="6521929"/>
              <a:ext cx="28977" cy="28493"/>
            </a:xfrm>
            <a:prstGeom prst="line">
              <a:avLst/>
            </a:prstGeom>
            <a:noFill/>
            <a:ln w="14288">
              <a:solidFill>
                <a:srgbClr val="0F4D92"/>
              </a:solidFill>
              <a:prstDash val="solid"/>
            </a:ln>
          </p:spPr>
        </p:sp>
        <p:sp>
          <p:nvSpPr>
            <p:cNvPr id="1987" name="panel4__line_1986"/>
            <p:cNvSpPr/>
            <p:nvPr/>
          </p:nvSpPr>
          <p:spPr>
            <a:xfrm flipV="1">
              <a:off x="5531744" y="6511639"/>
              <a:ext cx="28977" cy="10290"/>
            </a:xfrm>
            <a:prstGeom prst="line">
              <a:avLst/>
            </a:prstGeom>
            <a:noFill/>
            <a:ln w="14288">
              <a:solidFill>
                <a:srgbClr val="0F4D92"/>
              </a:solidFill>
              <a:prstDash val="solid"/>
            </a:ln>
          </p:spPr>
        </p:sp>
        <p:sp>
          <p:nvSpPr>
            <p:cNvPr id="1988" name="panel4__line_1987"/>
            <p:cNvSpPr/>
            <p:nvPr/>
          </p:nvSpPr>
          <p:spPr>
            <a:xfrm>
              <a:off x="5560722" y="6511639"/>
              <a:ext cx="28977" cy="14777"/>
            </a:xfrm>
            <a:prstGeom prst="line">
              <a:avLst/>
            </a:prstGeom>
            <a:noFill/>
            <a:ln w="14288">
              <a:solidFill>
                <a:srgbClr val="0F4D92"/>
              </a:solidFill>
              <a:prstDash val="solid"/>
            </a:ln>
          </p:spPr>
        </p:sp>
        <p:sp>
          <p:nvSpPr>
            <p:cNvPr id="1989" name="panel4__line_1988"/>
            <p:cNvSpPr/>
            <p:nvPr/>
          </p:nvSpPr>
          <p:spPr>
            <a:xfrm>
              <a:off x="5589699" y="6526416"/>
              <a:ext cx="28977" cy="25797"/>
            </a:xfrm>
            <a:prstGeom prst="line">
              <a:avLst/>
            </a:prstGeom>
            <a:noFill/>
            <a:ln w="14288">
              <a:solidFill>
                <a:srgbClr val="0F4D92"/>
              </a:solidFill>
              <a:prstDash val="solid"/>
            </a:ln>
          </p:spPr>
        </p:sp>
        <p:sp>
          <p:nvSpPr>
            <p:cNvPr id="1990" name="panel4__line_1989"/>
            <p:cNvSpPr/>
            <p:nvPr/>
          </p:nvSpPr>
          <p:spPr>
            <a:xfrm>
              <a:off x="5618677" y="6552213"/>
              <a:ext cx="28977" cy="15023"/>
            </a:xfrm>
            <a:prstGeom prst="line">
              <a:avLst/>
            </a:prstGeom>
            <a:noFill/>
            <a:ln w="14288">
              <a:solidFill>
                <a:srgbClr val="0F4D92"/>
              </a:solidFill>
              <a:prstDash val="solid"/>
            </a:ln>
          </p:spPr>
        </p:sp>
        <p:sp>
          <p:nvSpPr>
            <p:cNvPr id="1991" name="panel4__line_1990"/>
            <p:cNvSpPr/>
            <p:nvPr/>
          </p:nvSpPr>
          <p:spPr>
            <a:xfrm flipV="1">
              <a:off x="5647654" y="6562246"/>
              <a:ext cx="28977" cy="4991"/>
            </a:xfrm>
            <a:prstGeom prst="line">
              <a:avLst/>
            </a:prstGeom>
            <a:noFill/>
            <a:ln w="14288">
              <a:solidFill>
                <a:srgbClr val="0F4D92"/>
              </a:solidFill>
              <a:prstDash val="solid"/>
            </a:ln>
          </p:spPr>
        </p:sp>
        <p:sp>
          <p:nvSpPr>
            <p:cNvPr id="1992" name="panel4__line_1991"/>
            <p:cNvSpPr/>
            <p:nvPr/>
          </p:nvSpPr>
          <p:spPr>
            <a:xfrm flipV="1">
              <a:off x="5676632" y="6548781"/>
              <a:ext cx="28977" cy="13465"/>
            </a:xfrm>
            <a:prstGeom prst="line">
              <a:avLst/>
            </a:prstGeom>
            <a:noFill/>
            <a:ln w="14288">
              <a:solidFill>
                <a:srgbClr val="0F4D92"/>
              </a:solidFill>
              <a:prstDash val="solid"/>
            </a:ln>
          </p:spPr>
        </p:sp>
        <p:sp>
          <p:nvSpPr>
            <p:cNvPr id="1993" name="panel4__line_1992"/>
            <p:cNvSpPr/>
            <p:nvPr/>
          </p:nvSpPr>
          <p:spPr>
            <a:xfrm flipV="1">
              <a:off x="5705609" y="6547550"/>
              <a:ext cx="28977" cy="1231"/>
            </a:xfrm>
            <a:prstGeom prst="line">
              <a:avLst/>
            </a:prstGeom>
            <a:noFill/>
            <a:ln w="14288">
              <a:solidFill>
                <a:srgbClr val="0F4D92"/>
              </a:solidFill>
              <a:prstDash val="solid"/>
            </a:ln>
          </p:spPr>
        </p:sp>
        <p:sp>
          <p:nvSpPr>
            <p:cNvPr id="1994" name="panel4__line_1993"/>
            <p:cNvSpPr/>
            <p:nvPr/>
          </p:nvSpPr>
          <p:spPr>
            <a:xfrm>
              <a:off x="5734587" y="6547550"/>
              <a:ext cx="28977" cy="20512"/>
            </a:xfrm>
            <a:prstGeom prst="line">
              <a:avLst/>
            </a:prstGeom>
            <a:noFill/>
            <a:ln w="14288">
              <a:solidFill>
                <a:srgbClr val="0F4D92"/>
              </a:solidFill>
              <a:prstDash val="solid"/>
            </a:ln>
          </p:spPr>
        </p:sp>
        <p:sp>
          <p:nvSpPr>
            <p:cNvPr id="1995" name="panel4__line_1994"/>
            <p:cNvSpPr/>
            <p:nvPr/>
          </p:nvSpPr>
          <p:spPr>
            <a:xfrm>
              <a:off x="5763564" y="6568062"/>
              <a:ext cx="28977" cy="30812"/>
            </a:xfrm>
            <a:prstGeom prst="line">
              <a:avLst/>
            </a:prstGeom>
            <a:noFill/>
            <a:ln w="14288">
              <a:solidFill>
                <a:srgbClr val="0F4D92"/>
              </a:solidFill>
              <a:prstDash val="solid"/>
            </a:ln>
          </p:spPr>
        </p:sp>
        <p:sp>
          <p:nvSpPr>
            <p:cNvPr id="1996" name="panel4__line_1995"/>
            <p:cNvSpPr/>
            <p:nvPr/>
          </p:nvSpPr>
          <p:spPr>
            <a:xfrm>
              <a:off x="5792542" y="6598874"/>
              <a:ext cx="28977" cy="18887"/>
            </a:xfrm>
            <a:prstGeom prst="line">
              <a:avLst/>
            </a:prstGeom>
            <a:noFill/>
            <a:ln w="14288">
              <a:solidFill>
                <a:srgbClr val="0F4D92"/>
              </a:solidFill>
              <a:prstDash val="solid"/>
            </a:ln>
          </p:spPr>
        </p:sp>
        <p:sp>
          <p:nvSpPr>
            <p:cNvPr id="1997" name="panel4__line_1996"/>
            <p:cNvSpPr/>
            <p:nvPr/>
          </p:nvSpPr>
          <p:spPr>
            <a:xfrm flipV="1">
              <a:off x="5821519" y="6612185"/>
              <a:ext cx="28977" cy="5575"/>
            </a:xfrm>
            <a:prstGeom prst="line">
              <a:avLst/>
            </a:prstGeom>
            <a:noFill/>
            <a:ln w="14288">
              <a:solidFill>
                <a:srgbClr val="0F4D92"/>
              </a:solidFill>
              <a:prstDash val="solid"/>
            </a:ln>
          </p:spPr>
        </p:sp>
        <p:sp>
          <p:nvSpPr>
            <p:cNvPr id="1998" name="panel4__line_1997"/>
            <p:cNvSpPr/>
            <p:nvPr/>
          </p:nvSpPr>
          <p:spPr>
            <a:xfrm flipV="1">
              <a:off x="5850496" y="6590675"/>
              <a:ext cx="28977" cy="21511"/>
            </a:xfrm>
            <a:prstGeom prst="line">
              <a:avLst/>
            </a:prstGeom>
            <a:noFill/>
            <a:ln w="14288">
              <a:solidFill>
                <a:srgbClr val="0F4D92"/>
              </a:solidFill>
              <a:prstDash val="solid"/>
            </a:ln>
          </p:spPr>
        </p:sp>
        <p:sp>
          <p:nvSpPr>
            <p:cNvPr id="1999" name="panel4__line_1998"/>
            <p:cNvSpPr/>
            <p:nvPr/>
          </p:nvSpPr>
          <p:spPr>
            <a:xfrm flipV="1">
              <a:off x="5879474" y="6574346"/>
              <a:ext cx="28977" cy="16328"/>
            </a:xfrm>
            <a:prstGeom prst="line">
              <a:avLst/>
            </a:prstGeom>
            <a:noFill/>
            <a:ln w="14288">
              <a:solidFill>
                <a:srgbClr val="0F4D92"/>
              </a:solidFill>
              <a:prstDash val="solid"/>
            </a:ln>
          </p:spPr>
        </p:sp>
        <p:sp>
          <p:nvSpPr>
            <p:cNvPr id="2000" name="panel4__line_1999"/>
            <p:cNvSpPr/>
            <p:nvPr/>
          </p:nvSpPr>
          <p:spPr>
            <a:xfrm>
              <a:off x="5908451" y="6574346"/>
              <a:ext cx="28977" cy="2321"/>
            </a:xfrm>
            <a:prstGeom prst="line">
              <a:avLst/>
            </a:prstGeom>
            <a:noFill/>
            <a:ln w="14288">
              <a:solidFill>
                <a:srgbClr val="0F4D92"/>
              </a:solidFill>
              <a:prstDash val="solid"/>
            </a:ln>
          </p:spPr>
        </p:sp>
        <p:sp>
          <p:nvSpPr>
            <p:cNvPr id="2001" name="panel4__line_2000"/>
            <p:cNvSpPr/>
            <p:nvPr/>
          </p:nvSpPr>
          <p:spPr>
            <a:xfrm>
              <a:off x="5937429" y="6576668"/>
              <a:ext cx="28977" cy="14036"/>
            </a:xfrm>
            <a:prstGeom prst="line">
              <a:avLst/>
            </a:prstGeom>
            <a:noFill/>
            <a:ln w="14288">
              <a:solidFill>
                <a:srgbClr val="0F4D92"/>
              </a:solidFill>
              <a:prstDash val="solid"/>
            </a:ln>
          </p:spPr>
        </p:sp>
        <p:sp>
          <p:nvSpPr>
            <p:cNvPr id="2002" name="panel4__line_2001"/>
            <p:cNvSpPr/>
            <p:nvPr/>
          </p:nvSpPr>
          <p:spPr>
            <a:xfrm>
              <a:off x="5966406" y="6590703"/>
              <a:ext cx="28977" cy="5278"/>
            </a:xfrm>
            <a:prstGeom prst="line">
              <a:avLst/>
            </a:prstGeom>
            <a:noFill/>
            <a:ln w="14288">
              <a:solidFill>
                <a:srgbClr val="0F4D92"/>
              </a:solidFill>
              <a:prstDash val="solid"/>
            </a:ln>
          </p:spPr>
        </p:sp>
        <p:sp>
          <p:nvSpPr>
            <p:cNvPr id="2003" name="panel4__line_2002"/>
            <p:cNvSpPr/>
            <p:nvPr/>
          </p:nvSpPr>
          <p:spPr>
            <a:xfrm flipV="1">
              <a:off x="5995384" y="6578470"/>
              <a:ext cx="28977" cy="17511"/>
            </a:xfrm>
            <a:prstGeom prst="line">
              <a:avLst/>
            </a:prstGeom>
            <a:noFill/>
            <a:ln w="14288">
              <a:solidFill>
                <a:srgbClr val="0F4D92"/>
              </a:solidFill>
              <a:prstDash val="solid"/>
            </a:ln>
          </p:spPr>
        </p:sp>
        <p:sp>
          <p:nvSpPr>
            <p:cNvPr id="2004" name="panel4__line_2003"/>
            <p:cNvSpPr/>
            <p:nvPr/>
          </p:nvSpPr>
          <p:spPr>
            <a:xfrm flipV="1">
              <a:off x="6024361" y="6544678"/>
              <a:ext cx="28977" cy="33792"/>
            </a:xfrm>
            <a:prstGeom prst="line">
              <a:avLst/>
            </a:prstGeom>
            <a:noFill/>
            <a:ln w="14288">
              <a:solidFill>
                <a:srgbClr val="0F4D92"/>
              </a:solidFill>
              <a:prstDash val="solid"/>
            </a:ln>
          </p:spPr>
        </p:sp>
        <p:sp>
          <p:nvSpPr>
            <p:cNvPr id="2005" name="panel4__line_2004"/>
            <p:cNvSpPr/>
            <p:nvPr/>
          </p:nvSpPr>
          <p:spPr>
            <a:xfrm flipV="1">
              <a:off x="6053339" y="6516443"/>
              <a:ext cx="28977" cy="28235"/>
            </a:xfrm>
            <a:prstGeom prst="line">
              <a:avLst/>
            </a:prstGeom>
            <a:noFill/>
            <a:ln w="14288">
              <a:solidFill>
                <a:srgbClr val="0F4D92"/>
              </a:solidFill>
              <a:prstDash val="solid"/>
            </a:ln>
          </p:spPr>
        </p:sp>
        <p:sp>
          <p:nvSpPr>
            <p:cNvPr id="2006" name="panel4__line_2005"/>
            <p:cNvSpPr/>
            <p:nvPr/>
          </p:nvSpPr>
          <p:spPr>
            <a:xfrm flipV="1">
              <a:off x="6082316" y="6511270"/>
              <a:ext cx="28977" cy="5174"/>
            </a:xfrm>
            <a:prstGeom prst="line">
              <a:avLst/>
            </a:prstGeom>
            <a:noFill/>
            <a:ln w="14288">
              <a:solidFill>
                <a:srgbClr val="0F4D92"/>
              </a:solidFill>
              <a:prstDash val="solid"/>
            </a:ln>
          </p:spPr>
        </p:sp>
        <p:sp>
          <p:nvSpPr>
            <p:cNvPr id="2007" name="panel4__line_2006"/>
            <p:cNvSpPr/>
            <p:nvPr/>
          </p:nvSpPr>
          <p:spPr>
            <a:xfrm>
              <a:off x="6111294" y="6511270"/>
              <a:ext cx="28977" cy="15508"/>
            </a:xfrm>
            <a:prstGeom prst="line">
              <a:avLst/>
            </a:prstGeom>
            <a:noFill/>
            <a:ln w="14288">
              <a:solidFill>
                <a:srgbClr val="0F4D92"/>
              </a:solidFill>
              <a:prstDash val="solid"/>
            </a:ln>
          </p:spPr>
        </p:sp>
        <p:sp>
          <p:nvSpPr>
            <p:cNvPr id="2008" name="panel4__line_2007"/>
            <p:cNvSpPr/>
            <p:nvPr/>
          </p:nvSpPr>
          <p:spPr>
            <a:xfrm>
              <a:off x="6140271" y="6526778"/>
              <a:ext cx="28977" cy="17121"/>
            </a:xfrm>
            <a:prstGeom prst="line">
              <a:avLst/>
            </a:prstGeom>
            <a:noFill/>
            <a:ln w="14288">
              <a:solidFill>
                <a:srgbClr val="0F4D92"/>
              </a:solidFill>
              <a:prstDash val="solid"/>
            </a:ln>
          </p:spPr>
        </p:sp>
        <p:sp>
          <p:nvSpPr>
            <p:cNvPr id="2009" name="panel4__line_2008"/>
            <p:cNvSpPr/>
            <p:nvPr/>
          </p:nvSpPr>
          <p:spPr>
            <a:xfrm>
              <a:off x="6169249" y="6543899"/>
              <a:ext cx="28977" cy="1762"/>
            </a:xfrm>
            <a:prstGeom prst="line">
              <a:avLst/>
            </a:prstGeom>
            <a:noFill/>
            <a:ln w="14288">
              <a:solidFill>
                <a:srgbClr val="0F4D92"/>
              </a:solidFill>
              <a:prstDash val="solid"/>
            </a:ln>
          </p:spPr>
        </p:sp>
        <p:sp>
          <p:nvSpPr>
            <p:cNvPr id="2010" name="panel4__line_2009"/>
            <p:cNvSpPr/>
            <p:nvPr/>
          </p:nvSpPr>
          <p:spPr>
            <a:xfrm flipV="1">
              <a:off x="6198226" y="6533621"/>
              <a:ext cx="28977" cy="12039"/>
            </a:xfrm>
            <a:prstGeom prst="line">
              <a:avLst/>
            </a:prstGeom>
            <a:noFill/>
            <a:ln w="14288">
              <a:solidFill>
                <a:srgbClr val="0F4D92"/>
              </a:solidFill>
              <a:prstDash val="solid"/>
            </a:ln>
          </p:spPr>
        </p:sp>
        <p:sp>
          <p:nvSpPr>
            <p:cNvPr id="2011" name="panel4__line_2010"/>
            <p:cNvSpPr/>
            <p:nvPr/>
          </p:nvSpPr>
          <p:spPr>
            <a:xfrm flipV="1">
              <a:off x="6227204" y="6526284"/>
              <a:ext cx="28977" cy="7337"/>
            </a:xfrm>
            <a:prstGeom prst="line">
              <a:avLst/>
            </a:prstGeom>
            <a:noFill/>
            <a:ln w="14288">
              <a:solidFill>
                <a:srgbClr val="0F4D92"/>
              </a:solidFill>
              <a:prstDash val="solid"/>
            </a:ln>
          </p:spPr>
        </p:sp>
        <p:sp>
          <p:nvSpPr>
            <p:cNvPr id="2012" name="panel4__line_2011"/>
            <p:cNvSpPr/>
            <p:nvPr/>
          </p:nvSpPr>
          <p:spPr>
            <a:xfrm>
              <a:off x="6256181" y="6526284"/>
              <a:ext cx="28977" cy="14688"/>
            </a:xfrm>
            <a:prstGeom prst="line">
              <a:avLst/>
            </a:prstGeom>
            <a:noFill/>
            <a:ln w="14288">
              <a:solidFill>
                <a:srgbClr val="0F4D92"/>
              </a:solidFill>
              <a:prstDash val="solid"/>
            </a:ln>
          </p:spPr>
        </p:sp>
        <p:sp>
          <p:nvSpPr>
            <p:cNvPr id="2013" name="panel4__line_2012"/>
            <p:cNvSpPr/>
            <p:nvPr/>
          </p:nvSpPr>
          <p:spPr>
            <a:xfrm>
              <a:off x="6285158" y="6540972"/>
              <a:ext cx="28977" cy="35439"/>
            </a:xfrm>
            <a:prstGeom prst="line">
              <a:avLst/>
            </a:prstGeom>
            <a:noFill/>
            <a:ln w="14288">
              <a:solidFill>
                <a:srgbClr val="0F4D92"/>
              </a:solidFill>
              <a:prstDash val="solid"/>
            </a:ln>
          </p:spPr>
        </p:sp>
        <p:sp>
          <p:nvSpPr>
            <p:cNvPr id="2014" name="panel4__line_2013"/>
            <p:cNvSpPr/>
            <p:nvPr/>
          </p:nvSpPr>
          <p:spPr>
            <a:xfrm>
              <a:off x="6314136" y="6576410"/>
              <a:ext cx="28977" cy="36235"/>
            </a:xfrm>
            <a:prstGeom prst="line">
              <a:avLst/>
            </a:prstGeom>
            <a:noFill/>
            <a:ln w="14288">
              <a:solidFill>
                <a:srgbClr val="0F4D92"/>
              </a:solidFill>
              <a:prstDash val="solid"/>
            </a:ln>
          </p:spPr>
        </p:sp>
        <p:sp>
          <p:nvSpPr>
            <p:cNvPr id="2015" name="panel4__line_2014"/>
            <p:cNvSpPr/>
            <p:nvPr/>
          </p:nvSpPr>
          <p:spPr>
            <a:xfrm>
              <a:off x="6343113" y="6612646"/>
              <a:ext cx="28977" cy="15872"/>
            </a:xfrm>
            <a:prstGeom prst="line">
              <a:avLst/>
            </a:prstGeom>
            <a:noFill/>
            <a:ln w="14288">
              <a:solidFill>
                <a:srgbClr val="0F4D92"/>
              </a:solidFill>
              <a:prstDash val="solid"/>
            </a:ln>
          </p:spPr>
        </p:sp>
        <p:sp>
          <p:nvSpPr>
            <p:cNvPr id="2016" name="panel4__line_2015"/>
            <p:cNvSpPr/>
            <p:nvPr/>
          </p:nvSpPr>
          <p:spPr>
            <a:xfrm flipV="1">
              <a:off x="6372091" y="6620274"/>
              <a:ext cx="28977" cy="8244"/>
            </a:xfrm>
            <a:prstGeom prst="line">
              <a:avLst/>
            </a:prstGeom>
            <a:noFill/>
            <a:ln w="14288">
              <a:solidFill>
                <a:srgbClr val="0F4D92"/>
              </a:solidFill>
              <a:prstDash val="solid"/>
            </a:ln>
          </p:spPr>
        </p:sp>
        <p:sp>
          <p:nvSpPr>
            <p:cNvPr id="2017" name="panel4__line_2016"/>
            <p:cNvSpPr/>
            <p:nvPr/>
          </p:nvSpPr>
          <p:spPr>
            <a:xfrm flipV="1">
              <a:off x="6401068" y="6603833"/>
              <a:ext cx="28977" cy="16441"/>
            </a:xfrm>
            <a:prstGeom prst="line">
              <a:avLst/>
            </a:prstGeom>
            <a:noFill/>
            <a:ln w="14288">
              <a:solidFill>
                <a:srgbClr val="0F4D92"/>
              </a:solidFill>
              <a:prstDash val="solid"/>
            </a:ln>
          </p:spPr>
        </p:sp>
        <p:sp>
          <p:nvSpPr>
            <p:cNvPr id="2018" name="panel4__line_2017"/>
            <p:cNvSpPr/>
            <p:nvPr/>
          </p:nvSpPr>
          <p:spPr>
            <a:xfrm flipV="1">
              <a:off x="6430046" y="6598715"/>
              <a:ext cx="28977" cy="5118"/>
            </a:xfrm>
            <a:prstGeom prst="line">
              <a:avLst/>
            </a:prstGeom>
            <a:noFill/>
            <a:ln w="14288">
              <a:solidFill>
                <a:srgbClr val="0F4D92"/>
              </a:solidFill>
              <a:prstDash val="solid"/>
            </a:ln>
          </p:spPr>
        </p:sp>
        <p:sp>
          <p:nvSpPr>
            <p:cNvPr id="2019" name="panel4__line_2018"/>
            <p:cNvSpPr/>
            <p:nvPr/>
          </p:nvSpPr>
          <p:spPr>
            <a:xfrm>
              <a:off x="6459023" y="6598715"/>
              <a:ext cx="28977" cy="10307"/>
            </a:xfrm>
            <a:prstGeom prst="line">
              <a:avLst/>
            </a:prstGeom>
            <a:noFill/>
            <a:ln w="14288">
              <a:solidFill>
                <a:srgbClr val="0F4D92"/>
              </a:solidFill>
              <a:prstDash val="solid"/>
            </a:ln>
          </p:spPr>
        </p:sp>
        <p:sp>
          <p:nvSpPr>
            <p:cNvPr id="2020" name="panel4__line_2019"/>
            <p:cNvSpPr/>
            <p:nvPr/>
          </p:nvSpPr>
          <p:spPr>
            <a:xfrm>
              <a:off x="6488001" y="6609022"/>
              <a:ext cx="28977" cy="10566"/>
            </a:xfrm>
            <a:prstGeom prst="line">
              <a:avLst/>
            </a:prstGeom>
            <a:noFill/>
            <a:ln w="14288">
              <a:solidFill>
                <a:srgbClr val="0F4D92"/>
              </a:solidFill>
              <a:prstDash val="solid"/>
            </a:ln>
          </p:spPr>
        </p:sp>
        <p:sp>
          <p:nvSpPr>
            <p:cNvPr id="2021" name="panel4__line_2020"/>
            <p:cNvSpPr/>
            <p:nvPr/>
          </p:nvSpPr>
          <p:spPr>
            <a:xfrm flipV="1">
              <a:off x="6516978" y="6610956"/>
              <a:ext cx="28977" cy="8632"/>
            </a:xfrm>
            <a:prstGeom prst="line">
              <a:avLst/>
            </a:prstGeom>
            <a:noFill/>
            <a:ln w="14288">
              <a:solidFill>
                <a:srgbClr val="0F4D92"/>
              </a:solidFill>
              <a:prstDash val="solid"/>
            </a:ln>
          </p:spPr>
        </p:sp>
        <p:sp>
          <p:nvSpPr>
            <p:cNvPr id="2022" name="panel4__line_2021"/>
            <p:cNvSpPr/>
            <p:nvPr/>
          </p:nvSpPr>
          <p:spPr>
            <a:xfrm flipV="1">
              <a:off x="6545956" y="6578894"/>
              <a:ext cx="28977" cy="32062"/>
            </a:xfrm>
            <a:prstGeom prst="line">
              <a:avLst/>
            </a:prstGeom>
            <a:noFill/>
            <a:ln w="14288">
              <a:solidFill>
                <a:srgbClr val="0F4D92"/>
              </a:solidFill>
              <a:prstDash val="solid"/>
            </a:ln>
          </p:spPr>
        </p:sp>
        <p:sp>
          <p:nvSpPr>
            <p:cNvPr id="2023" name="panel4__line_2022"/>
            <p:cNvSpPr/>
            <p:nvPr/>
          </p:nvSpPr>
          <p:spPr>
            <a:xfrm flipV="1">
              <a:off x="6574933" y="6539790"/>
              <a:ext cx="28977" cy="39104"/>
            </a:xfrm>
            <a:prstGeom prst="line">
              <a:avLst/>
            </a:prstGeom>
            <a:noFill/>
            <a:ln w="14288">
              <a:solidFill>
                <a:srgbClr val="0F4D92"/>
              </a:solidFill>
              <a:prstDash val="solid"/>
            </a:ln>
          </p:spPr>
        </p:sp>
        <p:sp>
          <p:nvSpPr>
            <p:cNvPr id="2024" name="panel4__line_2023"/>
            <p:cNvSpPr/>
            <p:nvPr/>
          </p:nvSpPr>
          <p:spPr>
            <a:xfrm flipV="1">
              <a:off x="6603911" y="6516638"/>
              <a:ext cx="28977" cy="23153"/>
            </a:xfrm>
            <a:prstGeom prst="line">
              <a:avLst/>
            </a:prstGeom>
            <a:noFill/>
            <a:ln w="14288">
              <a:solidFill>
                <a:srgbClr val="0F4D92"/>
              </a:solidFill>
              <a:prstDash val="solid"/>
            </a:ln>
          </p:spPr>
        </p:sp>
        <p:sp>
          <p:nvSpPr>
            <p:cNvPr id="2025" name="panel4__line_2024"/>
            <p:cNvSpPr/>
            <p:nvPr/>
          </p:nvSpPr>
          <p:spPr>
            <a:xfrm>
              <a:off x="6632888" y="6516638"/>
              <a:ext cx="28977" cy="2087"/>
            </a:xfrm>
            <a:prstGeom prst="line">
              <a:avLst/>
            </a:prstGeom>
            <a:noFill/>
            <a:ln w="14288">
              <a:solidFill>
                <a:srgbClr val="0F4D92"/>
              </a:solidFill>
              <a:prstDash val="solid"/>
            </a:ln>
          </p:spPr>
        </p:sp>
        <p:sp>
          <p:nvSpPr>
            <p:cNvPr id="2026" name="panel4__line_2025"/>
            <p:cNvSpPr/>
            <p:nvPr/>
          </p:nvSpPr>
          <p:spPr>
            <a:xfrm>
              <a:off x="6661865" y="6518724"/>
              <a:ext cx="28977" cy="15402"/>
            </a:xfrm>
            <a:prstGeom prst="line">
              <a:avLst/>
            </a:prstGeom>
            <a:noFill/>
            <a:ln w="14288">
              <a:solidFill>
                <a:srgbClr val="0F4D92"/>
              </a:solidFill>
              <a:prstDash val="solid"/>
            </a:ln>
          </p:spPr>
        </p:sp>
        <p:sp>
          <p:nvSpPr>
            <p:cNvPr id="2027" name="panel4__line_2026"/>
            <p:cNvSpPr/>
            <p:nvPr/>
          </p:nvSpPr>
          <p:spPr>
            <a:xfrm>
              <a:off x="6690843" y="6534127"/>
              <a:ext cx="28977" cy="7860"/>
            </a:xfrm>
            <a:prstGeom prst="line">
              <a:avLst/>
            </a:prstGeom>
            <a:noFill/>
            <a:ln w="14288">
              <a:solidFill>
                <a:srgbClr val="0F4D92"/>
              </a:solidFill>
              <a:prstDash val="solid"/>
            </a:ln>
          </p:spPr>
        </p:sp>
        <p:sp>
          <p:nvSpPr>
            <p:cNvPr id="2028" name="panel4__line_2027"/>
            <p:cNvSpPr/>
            <p:nvPr/>
          </p:nvSpPr>
          <p:spPr>
            <a:xfrm flipV="1">
              <a:off x="6719820" y="6532818"/>
              <a:ext cx="28977" cy="9168"/>
            </a:xfrm>
            <a:prstGeom prst="line">
              <a:avLst/>
            </a:prstGeom>
            <a:noFill/>
            <a:ln w="14288">
              <a:solidFill>
                <a:srgbClr val="0F4D92"/>
              </a:solidFill>
              <a:prstDash val="solid"/>
            </a:ln>
          </p:spPr>
        </p:sp>
        <p:sp>
          <p:nvSpPr>
            <p:cNvPr id="2029" name="panel4__line_2028"/>
            <p:cNvSpPr/>
            <p:nvPr/>
          </p:nvSpPr>
          <p:spPr>
            <a:xfrm flipV="1">
              <a:off x="6748798" y="6517525"/>
              <a:ext cx="28977" cy="15294"/>
            </a:xfrm>
            <a:prstGeom prst="line">
              <a:avLst/>
            </a:prstGeom>
            <a:noFill/>
            <a:ln w="14288">
              <a:solidFill>
                <a:srgbClr val="0F4D92"/>
              </a:solidFill>
              <a:prstDash val="solid"/>
            </a:ln>
          </p:spPr>
        </p:sp>
        <p:sp>
          <p:nvSpPr>
            <p:cNvPr id="2030" name="panel4__line_2029"/>
            <p:cNvSpPr/>
            <p:nvPr/>
          </p:nvSpPr>
          <p:spPr>
            <a:xfrm flipV="1">
              <a:off x="6777775" y="6516597"/>
              <a:ext cx="28977" cy="927"/>
            </a:xfrm>
            <a:prstGeom prst="line">
              <a:avLst/>
            </a:prstGeom>
            <a:noFill/>
            <a:ln w="14288">
              <a:solidFill>
                <a:srgbClr val="0F4D92"/>
              </a:solidFill>
              <a:prstDash val="solid"/>
            </a:ln>
          </p:spPr>
        </p:sp>
        <p:sp>
          <p:nvSpPr>
            <p:cNvPr id="2031" name="panel4__line_2030"/>
            <p:cNvSpPr/>
            <p:nvPr/>
          </p:nvSpPr>
          <p:spPr>
            <a:xfrm>
              <a:off x="6806753" y="6516597"/>
              <a:ext cx="28977" cy="23229"/>
            </a:xfrm>
            <a:prstGeom prst="line">
              <a:avLst/>
            </a:prstGeom>
            <a:noFill/>
            <a:ln w="14288">
              <a:solidFill>
                <a:srgbClr val="0F4D92"/>
              </a:solidFill>
              <a:prstDash val="solid"/>
            </a:ln>
          </p:spPr>
        </p:sp>
        <p:sp>
          <p:nvSpPr>
            <p:cNvPr id="2032" name="panel4__line_2031"/>
            <p:cNvSpPr/>
            <p:nvPr/>
          </p:nvSpPr>
          <p:spPr>
            <a:xfrm>
              <a:off x="6835730" y="6539826"/>
              <a:ext cx="28977" cy="36081"/>
            </a:xfrm>
            <a:prstGeom prst="line">
              <a:avLst/>
            </a:prstGeom>
            <a:noFill/>
            <a:ln w="14288">
              <a:solidFill>
                <a:srgbClr val="0F4D92"/>
              </a:solidFill>
              <a:prstDash val="solid"/>
            </a:ln>
          </p:spPr>
        </p:sp>
        <p:sp>
          <p:nvSpPr>
            <p:cNvPr id="2033" name="panel4__line_2032"/>
            <p:cNvSpPr/>
            <p:nvPr/>
          </p:nvSpPr>
          <p:spPr>
            <a:xfrm>
              <a:off x="6864708" y="6575907"/>
              <a:ext cx="28977" cy="26052"/>
            </a:xfrm>
            <a:prstGeom prst="line">
              <a:avLst/>
            </a:prstGeom>
            <a:noFill/>
            <a:ln w="14288">
              <a:solidFill>
                <a:srgbClr val="0F4D92"/>
              </a:solidFill>
              <a:prstDash val="solid"/>
            </a:ln>
          </p:spPr>
        </p:sp>
        <p:sp>
          <p:nvSpPr>
            <p:cNvPr id="2034" name="panel4__line_2033"/>
            <p:cNvSpPr/>
            <p:nvPr/>
          </p:nvSpPr>
          <p:spPr>
            <a:xfrm>
              <a:off x="6893685" y="6601959"/>
              <a:ext cx="28977" cy="2094"/>
            </a:xfrm>
            <a:prstGeom prst="line">
              <a:avLst/>
            </a:prstGeom>
            <a:noFill/>
            <a:ln w="14288">
              <a:solidFill>
                <a:srgbClr val="0F4D92"/>
              </a:solidFill>
              <a:prstDash val="solid"/>
            </a:ln>
          </p:spPr>
        </p:sp>
        <p:sp>
          <p:nvSpPr>
            <p:cNvPr id="2035" name="panel4__line_2034"/>
            <p:cNvSpPr/>
            <p:nvPr/>
          </p:nvSpPr>
          <p:spPr>
            <a:xfrm flipV="1">
              <a:off x="6922663" y="6589397"/>
              <a:ext cx="28977" cy="14656"/>
            </a:xfrm>
            <a:prstGeom prst="line">
              <a:avLst/>
            </a:prstGeom>
            <a:noFill/>
            <a:ln w="14288">
              <a:solidFill>
                <a:srgbClr val="0F4D92"/>
              </a:solidFill>
              <a:prstDash val="solid"/>
            </a:ln>
          </p:spPr>
        </p:sp>
        <p:sp>
          <p:nvSpPr>
            <p:cNvPr id="2036" name="panel4__line_2035"/>
            <p:cNvSpPr/>
            <p:nvPr/>
          </p:nvSpPr>
          <p:spPr>
            <a:xfrm flipV="1">
              <a:off x="6951640" y="6578703"/>
              <a:ext cx="28977" cy="10694"/>
            </a:xfrm>
            <a:prstGeom prst="line">
              <a:avLst/>
            </a:prstGeom>
            <a:noFill/>
            <a:ln w="14288">
              <a:solidFill>
                <a:srgbClr val="0F4D92"/>
              </a:solidFill>
              <a:prstDash val="solid"/>
            </a:ln>
          </p:spPr>
        </p:sp>
        <p:sp>
          <p:nvSpPr>
            <p:cNvPr id="2037" name="panel4__line_2036"/>
            <p:cNvSpPr/>
            <p:nvPr/>
          </p:nvSpPr>
          <p:spPr>
            <a:xfrm>
              <a:off x="6980618" y="6578703"/>
              <a:ext cx="28977" cy="7331"/>
            </a:xfrm>
            <a:prstGeom prst="line">
              <a:avLst/>
            </a:prstGeom>
            <a:noFill/>
            <a:ln w="14288">
              <a:solidFill>
                <a:srgbClr val="0F4D92"/>
              </a:solidFill>
              <a:prstDash val="solid"/>
            </a:ln>
          </p:spPr>
        </p:sp>
        <p:sp>
          <p:nvSpPr>
            <p:cNvPr id="2038" name="panel4__line_2037"/>
            <p:cNvSpPr/>
            <p:nvPr/>
          </p:nvSpPr>
          <p:spPr>
            <a:xfrm>
              <a:off x="7009595" y="6586034"/>
              <a:ext cx="28977" cy="19250"/>
            </a:xfrm>
            <a:prstGeom prst="line">
              <a:avLst/>
            </a:prstGeom>
            <a:noFill/>
            <a:ln w="14288">
              <a:solidFill>
                <a:srgbClr val="0F4D92"/>
              </a:solidFill>
              <a:prstDash val="solid"/>
            </a:ln>
          </p:spPr>
        </p:sp>
        <p:sp>
          <p:nvSpPr>
            <p:cNvPr id="2039" name="panel4__line_2038"/>
            <p:cNvSpPr/>
            <p:nvPr/>
          </p:nvSpPr>
          <p:spPr>
            <a:xfrm>
              <a:off x="7038573" y="6605283"/>
              <a:ext cx="28977" cy="10819"/>
            </a:xfrm>
            <a:prstGeom prst="line">
              <a:avLst/>
            </a:prstGeom>
            <a:noFill/>
            <a:ln w="14288">
              <a:solidFill>
                <a:srgbClr val="0F4D92"/>
              </a:solidFill>
              <a:prstDash val="solid"/>
            </a:ln>
          </p:spPr>
        </p:sp>
        <p:sp>
          <p:nvSpPr>
            <p:cNvPr id="2040" name="panel4__text_2039"/>
            <p:cNvSpPr/>
            <p:nvPr/>
          </p:nvSpPr>
          <p:spPr>
            <a:xfrm>
              <a:off x="314325" y="6858000"/>
              <a:ext cx="428625" cy="257175"/>
            </a:xfrm>
            <a:prstGeom prst="rect">
              <a:avLst/>
            </a:prstGeom>
            <a:noFill/>
            <a:ln/>
          </p:spPr>
          <p:txBody>
            <a:bodyPr wrap="none" lIns="0" tIns="0" rIns="0" bIns="0" rtlCol="0" anchor="ctr"/>
            <a:lstStyle/>
            <a:p>
              <a:pPr algn="l" indent="0" marL="0">
                <a:buNone/>
              </a:pPr>
              <a:r>
                <a:rPr lang="en-US" sz="1350" dirty="0">
                  <a:solidFill>
                    <a:srgbClr val="242B32"/>
                  </a:solidFill>
                  <a:latin typeface="Times New Roman" pitchFamily="34" charset="0"/>
                  <a:ea typeface="Times New Roman" pitchFamily="34" charset="-122"/>
                  <a:cs typeface="Times New Roman" pitchFamily="34" charset="-120"/>
                </a:rPr>
                <a:t>ch </a:t>
              </a:r>
              <a:pPr algn="l" indent="0" marL="0">
                <a:buNone/>
              </a:pPr>
              <a:r>
                <a:rPr lang="en-US" sz="1350" i="1" dirty="0">
                  <a:solidFill>
                    <a:srgbClr val="242B32"/>
                  </a:solidFill>
                  <a:latin typeface="Times New Roman" pitchFamily="34" charset="0"/>
                  <a:ea typeface="Times New Roman" pitchFamily="34" charset="-122"/>
                  <a:cs typeface="Times New Roman" pitchFamily="34" charset="-120"/>
                </a:rPr>
                <a:t>C</a:t>
              </a:r>
              <a:endParaRPr lang="en-US" sz="1350" dirty="0"/>
            </a:p>
          </p:txBody>
        </p:sp>
        <p:sp>
          <p:nvSpPr>
            <p:cNvPr id="2041" name="panel4__rect_2040"/>
            <p:cNvSpPr/>
            <p:nvPr/>
          </p:nvSpPr>
          <p:spPr>
            <a:xfrm>
              <a:off x="828675" y="6829425"/>
              <a:ext cx="981075" cy="342900"/>
            </a:xfrm>
            <a:prstGeom prst="rect">
              <a:avLst>
                <a:gd name="adj" fmla="val 26667"/>
              </a:avLst>
            </a:prstGeom>
            <a:solidFill>
              <a:srgbClr val="F8FAFB"/>
            </a:solidFill>
            <a:ln w="6191">
              <a:solidFill>
                <a:srgbClr val="D3DADF"/>
              </a:solidFill>
              <a:prstDash val="solid"/>
            </a:ln>
          </p:spPr>
        </p:sp>
        <p:sp>
          <p:nvSpPr>
            <p:cNvPr id="2042" name="panel4__line_2041"/>
            <p:cNvSpPr/>
            <p:nvPr/>
          </p:nvSpPr>
          <p:spPr>
            <a:xfrm>
              <a:off x="866775" y="6900775"/>
              <a:ext cx="12745" cy="5200"/>
            </a:xfrm>
            <a:prstGeom prst="line">
              <a:avLst/>
            </a:prstGeom>
            <a:noFill/>
            <a:ln w="13335">
              <a:solidFill>
                <a:srgbClr val="42949E"/>
              </a:solidFill>
              <a:prstDash val="solid"/>
            </a:ln>
          </p:spPr>
        </p:sp>
        <p:sp>
          <p:nvSpPr>
            <p:cNvPr id="2043" name="panel4__line_2042"/>
            <p:cNvSpPr/>
            <p:nvPr/>
          </p:nvSpPr>
          <p:spPr>
            <a:xfrm>
              <a:off x="879520" y="6905975"/>
              <a:ext cx="12745" cy="14990"/>
            </a:xfrm>
            <a:prstGeom prst="line">
              <a:avLst/>
            </a:prstGeom>
            <a:noFill/>
            <a:ln w="13335">
              <a:solidFill>
                <a:srgbClr val="42949E"/>
              </a:solidFill>
              <a:prstDash val="solid"/>
            </a:ln>
          </p:spPr>
        </p:sp>
        <p:sp>
          <p:nvSpPr>
            <p:cNvPr id="2044" name="panel4__line_2043"/>
            <p:cNvSpPr/>
            <p:nvPr/>
          </p:nvSpPr>
          <p:spPr>
            <a:xfrm>
              <a:off x="892264" y="6920965"/>
              <a:ext cx="12745" cy="23034"/>
            </a:xfrm>
            <a:prstGeom prst="line">
              <a:avLst/>
            </a:prstGeom>
            <a:noFill/>
            <a:ln w="13335">
              <a:solidFill>
                <a:srgbClr val="42949E"/>
              </a:solidFill>
              <a:prstDash val="solid"/>
            </a:ln>
          </p:spPr>
        </p:sp>
        <p:sp>
          <p:nvSpPr>
            <p:cNvPr id="2045" name="panel4__line_2044"/>
            <p:cNvSpPr/>
            <p:nvPr/>
          </p:nvSpPr>
          <p:spPr>
            <a:xfrm>
              <a:off x="905009" y="6943999"/>
              <a:ext cx="12745" cy="28419"/>
            </a:xfrm>
            <a:prstGeom prst="line">
              <a:avLst/>
            </a:prstGeom>
            <a:noFill/>
            <a:ln w="13335">
              <a:solidFill>
                <a:srgbClr val="42949E"/>
              </a:solidFill>
              <a:prstDash val="solid"/>
            </a:ln>
          </p:spPr>
        </p:sp>
        <p:sp>
          <p:nvSpPr>
            <p:cNvPr id="2046" name="panel4__line_2045"/>
            <p:cNvSpPr/>
            <p:nvPr/>
          </p:nvSpPr>
          <p:spPr>
            <a:xfrm>
              <a:off x="917754" y="6972418"/>
              <a:ext cx="12745" cy="30579"/>
            </a:xfrm>
            <a:prstGeom prst="line">
              <a:avLst/>
            </a:prstGeom>
            <a:noFill/>
            <a:ln w="13335">
              <a:solidFill>
                <a:srgbClr val="42949E"/>
              </a:solidFill>
              <a:prstDash val="solid"/>
            </a:ln>
          </p:spPr>
        </p:sp>
        <p:sp>
          <p:nvSpPr>
            <p:cNvPr id="2047" name="panel4__line_2046"/>
            <p:cNvSpPr/>
            <p:nvPr/>
          </p:nvSpPr>
          <p:spPr>
            <a:xfrm>
              <a:off x="930499" y="7002997"/>
              <a:ext cx="12745" cy="29355"/>
            </a:xfrm>
            <a:prstGeom prst="line">
              <a:avLst/>
            </a:prstGeom>
            <a:noFill/>
            <a:ln w="13335">
              <a:solidFill>
                <a:srgbClr val="42949E"/>
              </a:solidFill>
              <a:prstDash val="solid"/>
            </a:ln>
          </p:spPr>
        </p:sp>
        <p:sp>
          <p:nvSpPr>
            <p:cNvPr id="2048" name="panel4__line_2047"/>
            <p:cNvSpPr/>
            <p:nvPr/>
          </p:nvSpPr>
          <p:spPr>
            <a:xfrm>
              <a:off x="943243" y="7032353"/>
              <a:ext cx="12745" cy="25003"/>
            </a:xfrm>
            <a:prstGeom prst="line">
              <a:avLst/>
            </a:prstGeom>
            <a:noFill/>
            <a:ln w="13335">
              <a:solidFill>
                <a:srgbClr val="42949E"/>
              </a:solidFill>
              <a:prstDash val="solid"/>
            </a:ln>
          </p:spPr>
        </p:sp>
        <p:sp>
          <p:nvSpPr>
            <p:cNvPr id="2049" name="panel4__line_2048"/>
            <p:cNvSpPr/>
            <p:nvPr/>
          </p:nvSpPr>
          <p:spPr>
            <a:xfrm>
              <a:off x="955988" y="7057355"/>
              <a:ext cx="12745" cy="18146"/>
            </a:xfrm>
            <a:prstGeom prst="line">
              <a:avLst/>
            </a:prstGeom>
            <a:noFill/>
            <a:ln w="13335">
              <a:solidFill>
                <a:srgbClr val="42949E"/>
              </a:solidFill>
              <a:prstDash val="solid"/>
            </a:ln>
          </p:spPr>
        </p:sp>
        <p:sp>
          <p:nvSpPr>
            <p:cNvPr id="2050" name="panel4__line_2049"/>
            <p:cNvSpPr/>
            <p:nvPr/>
          </p:nvSpPr>
          <p:spPr>
            <a:xfrm>
              <a:off x="968733" y="7075502"/>
              <a:ext cx="12745" cy="9678"/>
            </a:xfrm>
            <a:prstGeom prst="line">
              <a:avLst/>
            </a:prstGeom>
            <a:noFill/>
            <a:ln w="13335">
              <a:solidFill>
                <a:srgbClr val="42949E"/>
              </a:solidFill>
              <a:prstDash val="solid"/>
            </a:ln>
          </p:spPr>
        </p:sp>
        <p:sp>
          <p:nvSpPr>
            <p:cNvPr id="2051" name="panel4__line_2050"/>
            <p:cNvSpPr/>
            <p:nvPr/>
          </p:nvSpPr>
          <p:spPr>
            <a:xfrm>
              <a:off x="981477" y="7085180"/>
              <a:ext cx="12745" cy="635"/>
            </a:xfrm>
            <a:prstGeom prst="line">
              <a:avLst/>
            </a:prstGeom>
            <a:noFill/>
            <a:ln w="13335">
              <a:solidFill>
                <a:srgbClr val="42949E"/>
              </a:solidFill>
              <a:prstDash val="solid"/>
            </a:ln>
          </p:spPr>
        </p:sp>
        <p:sp>
          <p:nvSpPr>
            <p:cNvPr id="2052" name="panel4__line_2051"/>
            <p:cNvSpPr/>
            <p:nvPr/>
          </p:nvSpPr>
          <p:spPr>
            <a:xfrm flipV="1">
              <a:off x="994222" y="7077868"/>
              <a:ext cx="12745" cy="7947"/>
            </a:xfrm>
            <a:prstGeom prst="line">
              <a:avLst/>
            </a:prstGeom>
            <a:noFill/>
            <a:ln w="13335">
              <a:solidFill>
                <a:srgbClr val="42949E"/>
              </a:solidFill>
              <a:prstDash val="solid"/>
            </a:ln>
          </p:spPr>
        </p:sp>
        <p:sp>
          <p:nvSpPr>
            <p:cNvPr id="2053" name="panel4__line_2052"/>
            <p:cNvSpPr/>
            <p:nvPr/>
          </p:nvSpPr>
          <p:spPr>
            <a:xfrm flipV="1">
              <a:off x="1006967" y="7062711"/>
              <a:ext cx="12745" cy="15157"/>
            </a:xfrm>
            <a:prstGeom prst="line">
              <a:avLst/>
            </a:prstGeom>
            <a:noFill/>
            <a:ln w="13335">
              <a:solidFill>
                <a:srgbClr val="42949E"/>
              </a:solidFill>
              <a:prstDash val="solid"/>
            </a:ln>
          </p:spPr>
        </p:sp>
        <p:sp>
          <p:nvSpPr>
            <p:cNvPr id="2054" name="panel4__line_2053"/>
            <p:cNvSpPr/>
            <p:nvPr/>
          </p:nvSpPr>
          <p:spPr>
            <a:xfrm flipV="1">
              <a:off x="1019712" y="7042396"/>
              <a:ext cx="12745" cy="20315"/>
            </a:xfrm>
            <a:prstGeom prst="line">
              <a:avLst/>
            </a:prstGeom>
            <a:noFill/>
            <a:ln w="13335">
              <a:solidFill>
                <a:srgbClr val="42949E"/>
              </a:solidFill>
              <a:prstDash val="solid"/>
            </a:ln>
          </p:spPr>
        </p:sp>
        <p:sp>
          <p:nvSpPr>
            <p:cNvPr id="2055" name="panel4__line_2054"/>
            <p:cNvSpPr/>
            <p:nvPr/>
          </p:nvSpPr>
          <p:spPr>
            <a:xfrm flipV="1">
              <a:off x="1032456" y="7019365"/>
              <a:ext cx="12745" cy="23031"/>
            </a:xfrm>
            <a:prstGeom prst="line">
              <a:avLst/>
            </a:prstGeom>
            <a:noFill/>
            <a:ln w="13335">
              <a:solidFill>
                <a:srgbClr val="42949E"/>
              </a:solidFill>
              <a:prstDash val="solid"/>
            </a:ln>
          </p:spPr>
        </p:sp>
        <p:sp>
          <p:nvSpPr>
            <p:cNvPr id="2056" name="panel4__line_2055"/>
            <p:cNvSpPr/>
            <p:nvPr/>
          </p:nvSpPr>
          <p:spPr>
            <a:xfrm flipV="1">
              <a:off x="1045201" y="6996140"/>
              <a:ext cx="12745" cy="23225"/>
            </a:xfrm>
            <a:prstGeom prst="line">
              <a:avLst/>
            </a:prstGeom>
            <a:noFill/>
            <a:ln w="13335">
              <a:solidFill>
                <a:srgbClr val="42949E"/>
              </a:solidFill>
              <a:prstDash val="solid"/>
            </a:ln>
          </p:spPr>
        </p:sp>
        <p:sp>
          <p:nvSpPr>
            <p:cNvPr id="2057" name="panel4__line_2056"/>
            <p:cNvSpPr/>
            <p:nvPr/>
          </p:nvSpPr>
          <p:spPr>
            <a:xfrm flipV="1">
              <a:off x="1057946" y="6975042"/>
              <a:ext cx="12745" cy="21098"/>
            </a:xfrm>
            <a:prstGeom prst="line">
              <a:avLst/>
            </a:prstGeom>
            <a:noFill/>
            <a:ln w="13335">
              <a:solidFill>
                <a:srgbClr val="42949E"/>
              </a:solidFill>
              <a:prstDash val="solid"/>
            </a:ln>
          </p:spPr>
        </p:sp>
        <p:sp>
          <p:nvSpPr>
            <p:cNvPr id="2058" name="panel4__line_2057"/>
            <p:cNvSpPr/>
            <p:nvPr/>
          </p:nvSpPr>
          <p:spPr>
            <a:xfrm flipV="1">
              <a:off x="1070690" y="6957966"/>
              <a:ext cx="12745" cy="17076"/>
            </a:xfrm>
            <a:prstGeom prst="line">
              <a:avLst/>
            </a:prstGeom>
            <a:noFill/>
            <a:ln w="13335">
              <a:solidFill>
                <a:srgbClr val="42949E"/>
              </a:solidFill>
              <a:prstDash val="solid"/>
            </a:ln>
          </p:spPr>
        </p:sp>
        <p:sp>
          <p:nvSpPr>
            <p:cNvPr id="2059" name="panel4__line_2058"/>
            <p:cNvSpPr/>
            <p:nvPr/>
          </p:nvSpPr>
          <p:spPr>
            <a:xfrm flipV="1">
              <a:off x="1083435" y="6946236"/>
              <a:ext cx="12745" cy="11730"/>
            </a:xfrm>
            <a:prstGeom prst="line">
              <a:avLst/>
            </a:prstGeom>
            <a:noFill/>
            <a:ln w="13335">
              <a:solidFill>
                <a:srgbClr val="42949E"/>
              </a:solidFill>
              <a:prstDash val="solid"/>
            </a:ln>
          </p:spPr>
        </p:sp>
        <p:sp>
          <p:nvSpPr>
            <p:cNvPr id="2060" name="panel4__line_2059"/>
            <p:cNvSpPr/>
            <p:nvPr/>
          </p:nvSpPr>
          <p:spPr>
            <a:xfrm flipV="1">
              <a:off x="1096180" y="6940548"/>
              <a:ext cx="12745" cy="5688"/>
            </a:xfrm>
            <a:prstGeom prst="line">
              <a:avLst/>
            </a:prstGeom>
            <a:noFill/>
            <a:ln w="13335">
              <a:solidFill>
                <a:srgbClr val="42949E"/>
              </a:solidFill>
              <a:prstDash val="solid"/>
            </a:ln>
          </p:spPr>
        </p:sp>
        <p:sp>
          <p:nvSpPr>
            <p:cNvPr id="2061" name="panel4__line_2060"/>
            <p:cNvSpPr/>
            <p:nvPr/>
          </p:nvSpPr>
          <p:spPr>
            <a:xfrm>
              <a:off x="1108925" y="6940548"/>
              <a:ext cx="12745" cy="440"/>
            </a:xfrm>
            <a:prstGeom prst="line">
              <a:avLst/>
            </a:prstGeom>
            <a:noFill/>
            <a:ln w="13335">
              <a:solidFill>
                <a:srgbClr val="42949E"/>
              </a:solidFill>
              <a:prstDash val="solid"/>
            </a:ln>
          </p:spPr>
        </p:sp>
        <p:sp>
          <p:nvSpPr>
            <p:cNvPr id="2062" name="panel4__line_2061"/>
            <p:cNvSpPr/>
            <p:nvPr/>
          </p:nvSpPr>
          <p:spPr>
            <a:xfrm>
              <a:off x="1121669" y="6940988"/>
              <a:ext cx="12745" cy="6117"/>
            </a:xfrm>
            <a:prstGeom prst="line">
              <a:avLst/>
            </a:prstGeom>
            <a:noFill/>
            <a:ln w="13335">
              <a:solidFill>
                <a:srgbClr val="42949E"/>
              </a:solidFill>
              <a:prstDash val="solid"/>
            </a:ln>
          </p:spPr>
        </p:sp>
        <p:sp>
          <p:nvSpPr>
            <p:cNvPr id="2063" name="panel4__line_2062"/>
            <p:cNvSpPr/>
            <p:nvPr/>
          </p:nvSpPr>
          <p:spPr>
            <a:xfrm>
              <a:off x="1134414" y="6947105"/>
              <a:ext cx="12745" cy="10920"/>
            </a:xfrm>
            <a:prstGeom prst="line">
              <a:avLst/>
            </a:prstGeom>
            <a:noFill/>
            <a:ln w="13335">
              <a:solidFill>
                <a:srgbClr val="42949E"/>
              </a:solidFill>
              <a:prstDash val="solid"/>
            </a:ln>
          </p:spPr>
        </p:sp>
        <p:sp>
          <p:nvSpPr>
            <p:cNvPr id="2064" name="panel4__line_2063"/>
            <p:cNvSpPr/>
            <p:nvPr/>
          </p:nvSpPr>
          <p:spPr>
            <a:xfrm>
              <a:off x="1147159" y="6958025"/>
              <a:ext cx="12745" cy="14545"/>
            </a:xfrm>
            <a:prstGeom prst="line">
              <a:avLst/>
            </a:prstGeom>
            <a:noFill/>
            <a:ln w="13335">
              <a:solidFill>
                <a:srgbClr val="42949E"/>
              </a:solidFill>
              <a:prstDash val="solid"/>
            </a:ln>
          </p:spPr>
        </p:sp>
        <p:sp>
          <p:nvSpPr>
            <p:cNvPr id="2065" name="panel4__line_2064"/>
            <p:cNvSpPr/>
            <p:nvPr/>
          </p:nvSpPr>
          <p:spPr>
            <a:xfrm>
              <a:off x="1159904" y="6972571"/>
              <a:ext cx="12745" cy="16806"/>
            </a:xfrm>
            <a:prstGeom prst="line">
              <a:avLst/>
            </a:prstGeom>
            <a:noFill/>
            <a:ln w="13335">
              <a:solidFill>
                <a:srgbClr val="42949E"/>
              </a:solidFill>
              <a:prstDash val="solid"/>
            </a:ln>
          </p:spPr>
        </p:sp>
        <p:sp>
          <p:nvSpPr>
            <p:cNvPr id="2066" name="panel4__line_2065"/>
            <p:cNvSpPr/>
            <p:nvPr/>
          </p:nvSpPr>
          <p:spPr>
            <a:xfrm>
              <a:off x="1172648" y="6989377"/>
              <a:ext cx="12745" cy="17614"/>
            </a:xfrm>
            <a:prstGeom prst="line">
              <a:avLst/>
            </a:prstGeom>
            <a:noFill/>
            <a:ln w="13335">
              <a:solidFill>
                <a:srgbClr val="42949E"/>
              </a:solidFill>
              <a:prstDash val="solid"/>
            </a:ln>
          </p:spPr>
        </p:sp>
        <p:sp>
          <p:nvSpPr>
            <p:cNvPr id="2067" name="panel4__line_2066"/>
            <p:cNvSpPr/>
            <p:nvPr/>
          </p:nvSpPr>
          <p:spPr>
            <a:xfrm>
              <a:off x="1185393" y="7006990"/>
              <a:ext cx="12745" cy="16958"/>
            </a:xfrm>
            <a:prstGeom prst="line">
              <a:avLst/>
            </a:prstGeom>
            <a:noFill/>
            <a:ln w="13335">
              <a:solidFill>
                <a:srgbClr val="42949E"/>
              </a:solidFill>
              <a:prstDash val="solid"/>
            </a:ln>
          </p:spPr>
        </p:sp>
        <p:sp>
          <p:nvSpPr>
            <p:cNvPr id="2068" name="panel4__line_2067"/>
            <p:cNvSpPr/>
            <p:nvPr/>
          </p:nvSpPr>
          <p:spPr>
            <a:xfrm>
              <a:off x="1198138" y="7023948"/>
              <a:ext cx="12745" cy="14896"/>
            </a:xfrm>
            <a:prstGeom prst="line">
              <a:avLst/>
            </a:prstGeom>
            <a:noFill/>
            <a:ln w="13335">
              <a:solidFill>
                <a:srgbClr val="42949E"/>
              </a:solidFill>
              <a:prstDash val="solid"/>
            </a:ln>
          </p:spPr>
        </p:sp>
        <p:sp>
          <p:nvSpPr>
            <p:cNvPr id="2069" name="panel4__line_2068"/>
            <p:cNvSpPr/>
            <p:nvPr/>
          </p:nvSpPr>
          <p:spPr>
            <a:xfrm>
              <a:off x="1210882" y="7038845"/>
              <a:ext cx="12745" cy="11548"/>
            </a:xfrm>
            <a:prstGeom prst="line">
              <a:avLst/>
            </a:prstGeom>
            <a:noFill/>
            <a:ln w="13335">
              <a:solidFill>
                <a:srgbClr val="42949E"/>
              </a:solidFill>
              <a:prstDash val="solid"/>
            </a:ln>
          </p:spPr>
        </p:sp>
        <p:sp>
          <p:nvSpPr>
            <p:cNvPr id="2070" name="panel4__line_2069"/>
            <p:cNvSpPr/>
            <p:nvPr/>
          </p:nvSpPr>
          <p:spPr>
            <a:xfrm>
              <a:off x="1223627" y="7050393"/>
              <a:ext cx="12745" cy="7104"/>
            </a:xfrm>
            <a:prstGeom prst="line">
              <a:avLst/>
            </a:prstGeom>
            <a:noFill/>
            <a:ln w="13335">
              <a:solidFill>
                <a:srgbClr val="42949E"/>
              </a:solidFill>
              <a:prstDash val="solid"/>
            </a:ln>
          </p:spPr>
        </p:sp>
        <p:sp>
          <p:nvSpPr>
            <p:cNvPr id="2071" name="panel4__line_2070"/>
            <p:cNvSpPr/>
            <p:nvPr/>
          </p:nvSpPr>
          <p:spPr>
            <a:xfrm>
              <a:off x="1236372" y="7057497"/>
              <a:ext cx="12745" cy="1833"/>
            </a:xfrm>
            <a:prstGeom prst="line">
              <a:avLst/>
            </a:prstGeom>
            <a:noFill/>
            <a:ln w="13335">
              <a:solidFill>
                <a:srgbClr val="42949E"/>
              </a:solidFill>
              <a:prstDash val="solid"/>
            </a:ln>
          </p:spPr>
        </p:sp>
        <p:sp>
          <p:nvSpPr>
            <p:cNvPr id="2072" name="panel4__line_2071"/>
            <p:cNvSpPr/>
            <p:nvPr/>
          </p:nvSpPr>
          <p:spPr>
            <a:xfrm flipV="1">
              <a:off x="1249117" y="7055426"/>
              <a:ext cx="12745" cy="3904"/>
            </a:xfrm>
            <a:prstGeom prst="line">
              <a:avLst/>
            </a:prstGeom>
            <a:noFill/>
            <a:ln w="13335">
              <a:solidFill>
                <a:srgbClr val="42949E"/>
              </a:solidFill>
              <a:prstDash val="solid"/>
            </a:ln>
          </p:spPr>
        </p:sp>
        <p:sp>
          <p:nvSpPr>
            <p:cNvPr id="2073" name="panel4__line_2072"/>
            <p:cNvSpPr/>
            <p:nvPr/>
          </p:nvSpPr>
          <p:spPr>
            <a:xfrm flipV="1">
              <a:off x="1261861" y="7045770"/>
              <a:ext cx="12745" cy="9656"/>
            </a:xfrm>
            <a:prstGeom prst="line">
              <a:avLst/>
            </a:prstGeom>
            <a:noFill/>
            <a:ln w="13335">
              <a:solidFill>
                <a:srgbClr val="42949E"/>
              </a:solidFill>
              <a:prstDash val="solid"/>
            </a:ln>
          </p:spPr>
        </p:sp>
        <p:sp>
          <p:nvSpPr>
            <p:cNvPr id="2074" name="panel4__line_2073"/>
            <p:cNvSpPr/>
            <p:nvPr/>
          </p:nvSpPr>
          <p:spPr>
            <a:xfrm flipV="1">
              <a:off x="1274606" y="7030872"/>
              <a:ext cx="12745" cy="14898"/>
            </a:xfrm>
            <a:prstGeom prst="line">
              <a:avLst/>
            </a:prstGeom>
            <a:noFill/>
            <a:ln w="13335">
              <a:solidFill>
                <a:srgbClr val="42949E"/>
              </a:solidFill>
              <a:prstDash val="solid"/>
            </a:ln>
          </p:spPr>
        </p:sp>
        <p:sp>
          <p:nvSpPr>
            <p:cNvPr id="2075" name="panel4__line_2074"/>
            <p:cNvSpPr/>
            <p:nvPr/>
          </p:nvSpPr>
          <p:spPr>
            <a:xfrm flipV="1">
              <a:off x="1287351" y="7011798"/>
              <a:ext cx="12745" cy="19074"/>
            </a:xfrm>
            <a:prstGeom prst="line">
              <a:avLst/>
            </a:prstGeom>
            <a:noFill/>
            <a:ln w="13335">
              <a:solidFill>
                <a:srgbClr val="42949E"/>
              </a:solidFill>
              <a:prstDash val="solid"/>
            </a:ln>
          </p:spPr>
        </p:sp>
        <p:sp>
          <p:nvSpPr>
            <p:cNvPr id="2076" name="panel4__line_2075"/>
            <p:cNvSpPr/>
            <p:nvPr/>
          </p:nvSpPr>
          <p:spPr>
            <a:xfrm flipV="1">
              <a:off x="1300095" y="6990151"/>
              <a:ext cx="12745" cy="21647"/>
            </a:xfrm>
            <a:prstGeom prst="line">
              <a:avLst/>
            </a:prstGeom>
            <a:noFill/>
            <a:ln w="13335">
              <a:solidFill>
                <a:srgbClr val="42949E"/>
              </a:solidFill>
              <a:prstDash val="solid"/>
            </a:ln>
          </p:spPr>
        </p:sp>
        <p:sp>
          <p:nvSpPr>
            <p:cNvPr id="2077" name="panel4__line_2076"/>
            <p:cNvSpPr/>
            <p:nvPr/>
          </p:nvSpPr>
          <p:spPr>
            <a:xfrm flipV="1">
              <a:off x="1312840" y="6967974"/>
              <a:ext cx="12745" cy="22177"/>
            </a:xfrm>
            <a:prstGeom prst="line">
              <a:avLst/>
            </a:prstGeom>
            <a:noFill/>
            <a:ln w="13335">
              <a:solidFill>
                <a:srgbClr val="42949E"/>
              </a:solidFill>
              <a:prstDash val="solid"/>
            </a:ln>
          </p:spPr>
        </p:sp>
        <p:sp>
          <p:nvSpPr>
            <p:cNvPr id="2078" name="panel4__line_2077"/>
            <p:cNvSpPr/>
            <p:nvPr/>
          </p:nvSpPr>
          <p:spPr>
            <a:xfrm flipV="1">
              <a:off x="1325585" y="6947580"/>
              <a:ext cx="12745" cy="20395"/>
            </a:xfrm>
            <a:prstGeom prst="line">
              <a:avLst/>
            </a:prstGeom>
            <a:noFill/>
            <a:ln w="13335">
              <a:solidFill>
                <a:srgbClr val="42949E"/>
              </a:solidFill>
              <a:prstDash val="solid"/>
            </a:ln>
          </p:spPr>
        </p:sp>
        <p:sp>
          <p:nvSpPr>
            <p:cNvPr id="2079" name="panel4__line_2078"/>
            <p:cNvSpPr/>
            <p:nvPr/>
          </p:nvSpPr>
          <p:spPr>
            <a:xfrm flipV="1">
              <a:off x="1338330" y="6931313"/>
              <a:ext cx="12745" cy="16267"/>
            </a:xfrm>
            <a:prstGeom prst="line">
              <a:avLst/>
            </a:prstGeom>
            <a:noFill/>
            <a:ln w="13335">
              <a:solidFill>
                <a:srgbClr val="42949E"/>
              </a:solidFill>
              <a:prstDash val="solid"/>
            </a:ln>
          </p:spPr>
        </p:sp>
        <p:sp>
          <p:nvSpPr>
            <p:cNvPr id="2080" name="panel4__line_2079"/>
            <p:cNvSpPr/>
            <p:nvPr/>
          </p:nvSpPr>
          <p:spPr>
            <a:xfrm flipV="1">
              <a:off x="1351074" y="6921277"/>
              <a:ext cx="12745" cy="10036"/>
            </a:xfrm>
            <a:prstGeom prst="line">
              <a:avLst/>
            </a:prstGeom>
            <a:noFill/>
            <a:ln w="13335">
              <a:solidFill>
                <a:srgbClr val="42949E"/>
              </a:solidFill>
              <a:prstDash val="solid"/>
            </a:ln>
          </p:spPr>
        </p:sp>
        <p:sp>
          <p:nvSpPr>
            <p:cNvPr id="2081" name="panel4__line_2080"/>
            <p:cNvSpPr/>
            <p:nvPr/>
          </p:nvSpPr>
          <p:spPr>
            <a:xfrm flipV="1">
              <a:off x="1363819" y="6919048"/>
              <a:ext cx="12745" cy="2229"/>
            </a:xfrm>
            <a:prstGeom prst="line">
              <a:avLst/>
            </a:prstGeom>
            <a:noFill/>
            <a:ln w="13335">
              <a:solidFill>
                <a:srgbClr val="42949E"/>
              </a:solidFill>
              <a:prstDash val="solid"/>
            </a:ln>
          </p:spPr>
        </p:sp>
        <p:sp>
          <p:nvSpPr>
            <p:cNvPr id="2082" name="panel4__line_2081"/>
            <p:cNvSpPr/>
            <p:nvPr/>
          </p:nvSpPr>
          <p:spPr>
            <a:xfrm>
              <a:off x="1376564" y="6919048"/>
              <a:ext cx="12745" cy="6379"/>
            </a:xfrm>
            <a:prstGeom prst="line">
              <a:avLst/>
            </a:prstGeom>
            <a:noFill/>
            <a:ln w="13335">
              <a:solidFill>
                <a:srgbClr val="42949E"/>
              </a:solidFill>
              <a:prstDash val="solid"/>
            </a:ln>
          </p:spPr>
        </p:sp>
        <p:sp>
          <p:nvSpPr>
            <p:cNvPr id="2083" name="panel4__line_2082"/>
            <p:cNvSpPr/>
            <p:nvPr/>
          </p:nvSpPr>
          <p:spPr>
            <a:xfrm>
              <a:off x="1389308" y="6925426"/>
              <a:ext cx="12745" cy="14843"/>
            </a:xfrm>
            <a:prstGeom prst="line">
              <a:avLst/>
            </a:prstGeom>
            <a:noFill/>
            <a:ln w="13335">
              <a:solidFill>
                <a:srgbClr val="42949E"/>
              </a:solidFill>
              <a:prstDash val="solid"/>
            </a:ln>
          </p:spPr>
        </p:sp>
        <p:sp>
          <p:nvSpPr>
            <p:cNvPr id="2084" name="panel4__line_2083"/>
            <p:cNvSpPr/>
            <p:nvPr/>
          </p:nvSpPr>
          <p:spPr>
            <a:xfrm>
              <a:off x="1402053" y="6940269"/>
              <a:ext cx="12745" cy="22158"/>
            </a:xfrm>
            <a:prstGeom prst="line">
              <a:avLst/>
            </a:prstGeom>
            <a:noFill/>
            <a:ln w="13335">
              <a:solidFill>
                <a:srgbClr val="42949E"/>
              </a:solidFill>
              <a:prstDash val="solid"/>
            </a:ln>
          </p:spPr>
        </p:sp>
        <p:sp>
          <p:nvSpPr>
            <p:cNvPr id="2085" name="panel4__line_2084"/>
            <p:cNvSpPr/>
            <p:nvPr/>
          </p:nvSpPr>
          <p:spPr>
            <a:xfrm>
              <a:off x="1414798" y="6962427"/>
              <a:ext cx="12745" cy="27387"/>
            </a:xfrm>
            <a:prstGeom prst="line">
              <a:avLst/>
            </a:prstGeom>
            <a:noFill/>
            <a:ln w="13335">
              <a:solidFill>
                <a:srgbClr val="42949E"/>
              </a:solidFill>
              <a:prstDash val="solid"/>
            </a:ln>
          </p:spPr>
        </p:sp>
        <p:sp>
          <p:nvSpPr>
            <p:cNvPr id="2086" name="panel4__line_2085"/>
            <p:cNvSpPr/>
            <p:nvPr/>
          </p:nvSpPr>
          <p:spPr>
            <a:xfrm>
              <a:off x="1427543" y="6989815"/>
              <a:ext cx="12745" cy="29797"/>
            </a:xfrm>
            <a:prstGeom prst="line">
              <a:avLst/>
            </a:prstGeom>
            <a:noFill/>
            <a:ln w="13335">
              <a:solidFill>
                <a:srgbClr val="42949E"/>
              </a:solidFill>
              <a:prstDash val="solid"/>
            </a:ln>
          </p:spPr>
        </p:sp>
        <p:sp>
          <p:nvSpPr>
            <p:cNvPr id="2087" name="panel4__line_2086"/>
            <p:cNvSpPr/>
            <p:nvPr/>
          </p:nvSpPr>
          <p:spPr>
            <a:xfrm>
              <a:off x="1440287" y="7019612"/>
              <a:ext cx="12745" cy="28966"/>
            </a:xfrm>
            <a:prstGeom prst="line">
              <a:avLst/>
            </a:prstGeom>
            <a:noFill/>
            <a:ln w="13335">
              <a:solidFill>
                <a:srgbClr val="42949E"/>
              </a:solidFill>
              <a:prstDash val="solid"/>
            </a:ln>
          </p:spPr>
        </p:sp>
        <p:sp>
          <p:nvSpPr>
            <p:cNvPr id="2088" name="panel4__line_2087"/>
            <p:cNvSpPr/>
            <p:nvPr/>
          </p:nvSpPr>
          <p:spPr>
            <a:xfrm>
              <a:off x="1453032" y="7048578"/>
              <a:ext cx="12745" cy="24860"/>
            </a:xfrm>
            <a:prstGeom prst="line">
              <a:avLst/>
            </a:prstGeom>
            <a:noFill/>
            <a:ln w="13335">
              <a:solidFill>
                <a:srgbClr val="42949E"/>
              </a:solidFill>
              <a:prstDash val="solid"/>
            </a:ln>
          </p:spPr>
        </p:sp>
        <p:sp>
          <p:nvSpPr>
            <p:cNvPr id="2089" name="panel4__line_2088"/>
            <p:cNvSpPr/>
            <p:nvPr/>
          </p:nvSpPr>
          <p:spPr>
            <a:xfrm>
              <a:off x="1465777" y="7073439"/>
              <a:ext cx="12745" cy="17856"/>
            </a:xfrm>
            <a:prstGeom prst="line">
              <a:avLst/>
            </a:prstGeom>
            <a:noFill/>
            <a:ln w="13335">
              <a:solidFill>
                <a:srgbClr val="42949E"/>
              </a:solidFill>
              <a:prstDash val="solid"/>
            </a:ln>
          </p:spPr>
        </p:sp>
        <p:sp>
          <p:nvSpPr>
            <p:cNvPr id="2090" name="panel4__line_2089"/>
            <p:cNvSpPr/>
            <p:nvPr/>
          </p:nvSpPr>
          <p:spPr>
            <a:xfrm>
              <a:off x="1478521" y="7091295"/>
              <a:ext cx="12745" cy="8706"/>
            </a:xfrm>
            <a:prstGeom prst="line">
              <a:avLst/>
            </a:prstGeom>
            <a:noFill/>
            <a:ln w="13335">
              <a:solidFill>
                <a:srgbClr val="42949E"/>
              </a:solidFill>
              <a:prstDash val="solid"/>
            </a:ln>
          </p:spPr>
        </p:sp>
        <p:sp>
          <p:nvSpPr>
            <p:cNvPr id="2091" name="panel4__line_2090"/>
            <p:cNvSpPr/>
            <p:nvPr/>
          </p:nvSpPr>
          <p:spPr>
            <a:xfrm flipV="1">
              <a:off x="1491266" y="7098450"/>
              <a:ext cx="12745" cy="1551"/>
            </a:xfrm>
            <a:prstGeom prst="line">
              <a:avLst/>
            </a:prstGeom>
            <a:noFill/>
            <a:ln w="13335">
              <a:solidFill>
                <a:srgbClr val="42949E"/>
              </a:solidFill>
              <a:prstDash val="solid"/>
            </a:ln>
          </p:spPr>
        </p:sp>
        <p:sp>
          <p:nvSpPr>
            <p:cNvPr id="2092" name="panel4__line_2091"/>
            <p:cNvSpPr/>
            <p:nvPr/>
          </p:nvSpPr>
          <p:spPr>
            <a:xfrm flipV="1">
              <a:off x="1504011" y="7086729"/>
              <a:ext cx="12745" cy="11721"/>
            </a:xfrm>
            <a:prstGeom prst="line">
              <a:avLst/>
            </a:prstGeom>
            <a:noFill/>
            <a:ln w="13335">
              <a:solidFill>
                <a:srgbClr val="42949E"/>
              </a:solidFill>
              <a:prstDash val="solid"/>
            </a:ln>
          </p:spPr>
        </p:sp>
        <p:sp>
          <p:nvSpPr>
            <p:cNvPr id="2093" name="panel4__line_2092"/>
            <p:cNvSpPr/>
            <p:nvPr/>
          </p:nvSpPr>
          <p:spPr>
            <a:xfrm flipV="1">
              <a:off x="1516756" y="7066120"/>
              <a:ext cx="12745" cy="20609"/>
            </a:xfrm>
            <a:prstGeom prst="line">
              <a:avLst/>
            </a:prstGeom>
            <a:noFill/>
            <a:ln w="13335">
              <a:solidFill>
                <a:srgbClr val="42949E"/>
              </a:solidFill>
              <a:prstDash val="solid"/>
            </a:ln>
          </p:spPr>
        </p:sp>
        <p:sp>
          <p:nvSpPr>
            <p:cNvPr id="2094" name="panel4__line_2093"/>
            <p:cNvSpPr/>
            <p:nvPr/>
          </p:nvSpPr>
          <p:spPr>
            <a:xfrm flipV="1">
              <a:off x="1529500" y="7038942"/>
              <a:ext cx="12745" cy="27178"/>
            </a:xfrm>
            <a:prstGeom prst="line">
              <a:avLst/>
            </a:prstGeom>
            <a:noFill/>
            <a:ln w="13335">
              <a:solidFill>
                <a:srgbClr val="42949E"/>
              </a:solidFill>
              <a:prstDash val="solid"/>
            </a:ln>
          </p:spPr>
        </p:sp>
        <p:sp>
          <p:nvSpPr>
            <p:cNvPr id="2095" name="panel4__line_2094"/>
            <p:cNvSpPr/>
            <p:nvPr/>
          </p:nvSpPr>
          <p:spPr>
            <a:xfrm flipV="1">
              <a:off x="1542245" y="7008260"/>
              <a:ext cx="12745" cy="30682"/>
            </a:xfrm>
            <a:prstGeom prst="line">
              <a:avLst/>
            </a:prstGeom>
            <a:noFill/>
            <a:ln w="13335">
              <a:solidFill>
                <a:srgbClr val="42949E"/>
              </a:solidFill>
              <a:prstDash val="solid"/>
            </a:ln>
          </p:spPr>
        </p:sp>
        <p:sp>
          <p:nvSpPr>
            <p:cNvPr id="2096" name="panel4__line_2095"/>
            <p:cNvSpPr/>
            <p:nvPr/>
          </p:nvSpPr>
          <p:spPr>
            <a:xfrm flipV="1">
              <a:off x="1554990" y="6977496"/>
              <a:ext cx="12745" cy="30764"/>
            </a:xfrm>
            <a:prstGeom prst="line">
              <a:avLst/>
            </a:prstGeom>
            <a:noFill/>
            <a:ln w="13335">
              <a:solidFill>
                <a:srgbClr val="42949E"/>
              </a:solidFill>
              <a:prstDash val="solid"/>
            </a:ln>
          </p:spPr>
        </p:sp>
        <p:sp>
          <p:nvSpPr>
            <p:cNvPr id="2097" name="panel4__line_2096"/>
            <p:cNvSpPr/>
            <p:nvPr/>
          </p:nvSpPr>
          <p:spPr>
            <a:xfrm flipV="1">
              <a:off x="1567735" y="6950003"/>
              <a:ext cx="12745" cy="27493"/>
            </a:xfrm>
            <a:prstGeom prst="line">
              <a:avLst/>
            </a:prstGeom>
            <a:noFill/>
            <a:ln w="13335">
              <a:solidFill>
                <a:srgbClr val="42949E"/>
              </a:solidFill>
              <a:prstDash val="solid"/>
            </a:ln>
          </p:spPr>
        </p:sp>
        <p:sp>
          <p:nvSpPr>
            <p:cNvPr id="2098" name="panel4__line_2097"/>
            <p:cNvSpPr/>
            <p:nvPr/>
          </p:nvSpPr>
          <p:spPr>
            <a:xfrm flipV="1">
              <a:off x="1580479" y="6928660"/>
              <a:ext cx="12745" cy="21343"/>
            </a:xfrm>
            <a:prstGeom prst="line">
              <a:avLst/>
            </a:prstGeom>
            <a:noFill/>
            <a:ln w="13335">
              <a:solidFill>
                <a:srgbClr val="42949E"/>
              </a:solidFill>
              <a:prstDash val="solid"/>
            </a:ln>
          </p:spPr>
        </p:sp>
        <p:sp>
          <p:nvSpPr>
            <p:cNvPr id="2099" name="panel4__line_2098"/>
            <p:cNvSpPr/>
            <p:nvPr/>
          </p:nvSpPr>
          <p:spPr>
            <a:xfrm flipV="1">
              <a:off x="1593224" y="6915537"/>
              <a:ext cx="12745" cy="13123"/>
            </a:xfrm>
            <a:prstGeom prst="line">
              <a:avLst/>
            </a:prstGeom>
            <a:noFill/>
            <a:ln w="13335">
              <a:solidFill>
                <a:srgbClr val="42949E"/>
              </a:solidFill>
              <a:prstDash val="solid"/>
            </a:ln>
          </p:spPr>
        </p:sp>
        <p:sp>
          <p:nvSpPr>
            <p:cNvPr id="2100" name="panel4__line_2099"/>
            <p:cNvSpPr/>
            <p:nvPr/>
          </p:nvSpPr>
          <p:spPr>
            <a:xfrm flipV="1">
              <a:off x="1605969" y="6911685"/>
              <a:ext cx="12745" cy="3853"/>
            </a:xfrm>
            <a:prstGeom prst="line">
              <a:avLst/>
            </a:prstGeom>
            <a:noFill/>
            <a:ln w="13335">
              <a:solidFill>
                <a:srgbClr val="42949E"/>
              </a:solidFill>
              <a:prstDash val="solid"/>
            </a:ln>
          </p:spPr>
        </p:sp>
        <p:sp>
          <p:nvSpPr>
            <p:cNvPr id="2101" name="panel4__line_2100"/>
            <p:cNvSpPr/>
            <p:nvPr/>
          </p:nvSpPr>
          <p:spPr>
            <a:xfrm>
              <a:off x="1618713" y="6911685"/>
              <a:ext cx="12745" cy="5370"/>
            </a:xfrm>
            <a:prstGeom prst="line">
              <a:avLst/>
            </a:prstGeom>
            <a:noFill/>
            <a:ln w="13335">
              <a:solidFill>
                <a:srgbClr val="42949E"/>
              </a:solidFill>
              <a:prstDash val="solid"/>
            </a:ln>
          </p:spPr>
        </p:sp>
        <p:sp>
          <p:nvSpPr>
            <p:cNvPr id="2102" name="panel4__line_2101"/>
            <p:cNvSpPr/>
            <p:nvPr/>
          </p:nvSpPr>
          <p:spPr>
            <a:xfrm>
              <a:off x="1631458" y="6917055"/>
              <a:ext cx="12745" cy="13520"/>
            </a:xfrm>
            <a:prstGeom prst="line">
              <a:avLst/>
            </a:prstGeom>
            <a:noFill/>
            <a:ln w="13335">
              <a:solidFill>
                <a:srgbClr val="42949E"/>
              </a:solidFill>
              <a:prstDash val="solid"/>
            </a:ln>
          </p:spPr>
        </p:sp>
        <p:sp>
          <p:nvSpPr>
            <p:cNvPr id="2103" name="panel4__line_2102"/>
            <p:cNvSpPr/>
            <p:nvPr/>
          </p:nvSpPr>
          <p:spPr>
            <a:xfrm>
              <a:off x="1644203" y="6930575"/>
              <a:ext cx="12745" cy="19761"/>
            </a:xfrm>
            <a:prstGeom prst="line">
              <a:avLst/>
            </a:prstGeom>
            <a:noFill/>
            <a:ln w="13335">
              <a:solidFill>
                <a:srgbClr val="42949E"/>
              </a:solidFill>
              <a:prstDash val="solid"/>
            </a:ln>
          </p:spPr>
        </p:sp>
        <p:sp>
          <p:nvSpPr>
            <p:cNvPr id="2104" name="panel4__line_2103"/>
            <p:cNvSpPr/>
            <p:nvPr/>
          </p:nvSpPr>
          <p:spPr>
            <a:xfrm>
              <a:off x="1656948" y="6950336"/>
              <a:ext cx="12745" cy="23543"/>
            </a:xfrm>
            <a:prstGeom prst="line">
              <a:avLst/>
            </a:prstGeom>
            <a:noFill/>
            <a:ln w="13335">
              <a:solidFill>
                <a:srgbClr val="42949E"/>
              </a:solidFill>
              <a:prstDash val="solid"/>
            </a:ln>
          </p:spPr>
        </p:sp>
        <p:sp>
          <p:nvSpPr>
            <p:cNvPr id="2105" name="panel4__line_2104"/>
            <p:cNvSpPr/>
            <p:nvPr/>
          </p:nvSpPr>
          <p:spPr>
            <a:xfrm>
              <a:off x="1669692" y="6973879"/>
              <a:ext cx="12745" cy="24641"/>
            </a:xfrm>
            <a:prstGeom prst="line">
              <a:avLst/>
            </a:prstGeom>
            <a:noFill/>
            <a:ln w="13335">
              <a:solidFill>
                <a:srgbClr val="42949E"/>
              </a:solidFill>
              <a:prstDash val="solid"/>
            </a:ln>
          </p:spPr>
        </p:sp>
        <p:sp>
          <p:nvSpPr>
            <p:cNvPr id="2106" name="panel4__line_2105"/>
            <p:cNvSpPr/>
            <p:nvPr/>
          </p:nvSpPr>
          <p:spPr>
            <a:xfrm>
              <a:off x="1682437" y="6998520"/>
              <a:ext cx="12745" cy="23152"/>
            </a:xfrm>
            <a:prstGeom prst="line">
              <a:avLst/>
            </a:prstGeom>
            <a:noFill/>
            <a:ln w="13335">
              <a:solidFill>
                <a:srgbClr val="42949E"/>
              </a:solidFill>
              <a:prstDash val="solid"/>
            </a:ln>
          </p:spPr>
        </p:sp>
        <p:sp>
          <p:nvSpPr>
            <p:cNvPr id="2107" name="panel4__line_2106"/>
            <p:cNvSpPr/>
            <p:nvPr/>
          </p:nvSpPr>
          <p:spPr>
            <a:xfrm>
              <a:off x="1695182" y="7021671"/>
              <a:ext cx="12745" cy="19450"/>
            </a:xfrm>
            <a:prstGeom prst="line">
              <a:avLst/>
            </a:prstGeom>
            <a:noFill/>
            <a:ln w="13335">
              <a:solidFill>
                <a:srgbClr val="42949E"/>
              </a:solidFill>
              <a:prstDash val="solid"/>
            </a:ln>
          </p:spPr>
        </p:sp>
        <p:sp>
          <p:nvSpPr>
            <p:cNvPr id="2108" name="panel4__line_2107"/>
            <p:cNvSpPr/>
            <p:nvPr/>
          </p:nvSpPr>
          <p:spPr>
            <a:xfrm>
              <a:off x="1707926" y="7041121"/>
              <a:ext cx="12745" cy="14109"/>
            </a:xfrm>
            <a:prstGeom prst="line">
              <a:avLst/>
            </a:prstGeom>
            <a:noFill/>
            <a:ln w="13335">
              <a:solidFill>
                <a:srgbClr val="42949E"/>
              </a:solidFill>
              <a:prstDash val="solid"/>
            </a:ln>
          </p:spPr>
        </p:sp>
        <p:sp>
          <p:nvSpPr>
            <p:cNvPr id="2109" name="panel4__line_2108"/>
            <p:cNvSpPr/>
            <p:nvPr/>
          </p:nvSpPr>
          <p:spPr>
            <a:xfrm>
              <a:off x="1720671" y="7055230"/>
              <a:ext cx="12745" cy="7811"/>
            </a:xfrm>
            <a:prstGeom prst="line">
              <a:avLst/>
            </a:prstGeom>
            <a:noFill/>
            <a:ln w="13335">
              <a:solidFill>
                <a:srgbClr val="42949E"/>
              </a:solidFill>
              <a:prstDash val="solid"/>
            </a:ln>
          </p:spPr>
        </p:sp>
        <p:sp>
          <p:nvSpPr>
            <p:cNvPr id="2110" name="panel4__line_2109"/>
            <p:cNvSpPr/>
            <p:nvPr/>
          </p:nvSpPr>
          <p:spPr>
            <a:xfrm>
              <a:off x="1733416" y="7063041"/>
              <a:ext cx="12745" cy="1253"/>
            </a:xfrm>
            <a:prstGeom prst="line">
              <a:avLst/>
            </a:prstGeom>
            <a:noFill/>
            <a:ln w="13335">
              <a:solidFill>
                <a:srgbClr val="42949E"/>
              </a:solidFill>
              <a:prstDash val="solid"/>
            </a:ln>
          </p:spPr>
        </p:sp>
        <p:sp>
          <p:nvSpPr>
            <p:cNvPr id="2111" name="panel4__line_2110"/>
            <p:cNvSpPr/>
            <p:nvPr/>
          </p:nvSpPr>
          <p:spPr>
            <a:xfrm flipV="1">
              <a:off x="1746161" y="7059361"/>
              <a:ext cx="12745" cy="4933"/>
            </a:xfrm>
            <a:prstGeom prst="line">
              <a:avLst/>
            </a:prstGeom>
            <a:noFill/>
            <a:ln w="13335">
              <a:solidFill>
                <a:srgbClr val="42949E"/>
              </a:solidFill>
              <a:prstDash val="solid"/>
            </a:ln>
          </p:spPr>
        </p:sp>
        <p:sp>
          <p:nvSpPr>
            <p:cNvPr id="2112" name="panel4__line_2111"/>
            <p:cNvSpPr/>
            <p:nvPr/>
          </p:nvSpPr>
          <p:spPr>
            <a:xfrm flipV="1">
              <a:off x="1758905" y="7049129"/>
              <a:ext cx="12745" cy="10232"/>
            </a:xfrm>
            <a:prstGeom prst="line">
              <a:avLst/>
            </a:prstGeom>
            <a:noFill/>
            <a:ln w="13335">
              <a:solidFill>
                <a:srgbClr val="42949E"/>
              </a:solidFill>
              <a:prstDash val="solid"/>
            </a:ln>
          </p:spPr>
        </p:sp>
        <p:sp>
          <p:nvSpPr>
            <p:cNvPr id="2113" name="panel4__rect_2112"/>
            <p:cNvSpPr/>
            <p:nvPr/>
          </p:nvSpPr>
          <p:spPr>
            <a:xfrm>
              <a:off x="2028825" y="6829425"/>
              <a:ext cx="981075" cy="342900"/>
            </a:xfrm>
            <a:prstGeom prst="rect">
              <a:avLst>
                <a:gd name="adj" fmla="val 26667"/>
              </a:avLst>
            </a:prstGeom>
            <a:solidFill>
              <a:srgbClr val="F8FAFB"/>
            </a:solidFill>
            <a:ln w="6191">
              <a:solidFill>
                <a:srgbClr val="D3DADF"/>
              </a:solidFill>
              <a:prstDash val="solid"/>
            </a:ln>
          </p:spPr>
        </p:sp>
        <p:sp>
          <p:nvSpPr>
            <p:cNvPr id="2114" name="panel4__line_2113"/>
            <p:cNvSpPr/>
            <p:nvPr/>
          </p:nvSpPr>
          <p:spPr>
            <a:xfrm>
              <a:off x="2066925" y="6937121"/>
              <a:ext cx="12745" cy="28546"/>
            </a:xfrm>
            <a:prstGeom prst="line">
              <a:avLst/>
            </a:prstGeom>
            <a:noFill/>
            <a:ln w="13335">
              <a:solidFill>
                <a:srgbClr val="9A4D8E"/>
              </a:solidFill>
              <a:prstDash val="solid"/>
            </a:ln>
          </p:spPr>
        </p:sp>
        <p:sp>
          <p:nvSpPr>
            <p:cNvPr id="2115" name="panel4__line_2114"/>
            <p:cNvSpPr/>
            <p:nvPr/>
          </p:nvSpPr>
          <p:spPr>
            <a:xfrm>
              <a:off x="2079670" y="6965666"/>
              <a:ext cx="12745" cy="42363"/>
            </a:xfrm>
            <a:prstGeom prst="line">
              <a:avLst/>
            </a:prstGeom>
            <a:noFill/>
            <a:ln w="13335">
              <a:solidFill>
                <a:srgbClr val="9A4D8E"/>
              </a:solidFill>
              <a:prstDash val="solid"/>
            </a:ln>
          </p:spPr>
        </p:sp>
        <p:sp>
          <p:nvSpPr>
            <p:cNvPr id="2116" name="panel4__line_2115"/>
            <p:cNvSpPr/>
            <p:nvPr/>
          </p:nvSpPr>
          <p:spPr>
            <a:xfrm>
              <a:off x="2092414" y="7008029"/>
              <a:ext cx="12745" cy="39555"/>
            </a:xfrm>
            <a:prstGeom prst="line">
              <a:avLst/>
            </a:prstGeom>
            <a:noFill/>
            <a:ln w="13335">
              <a:solidFill>
                <a:srgbClr val="9A4D8E"/>
              </a:solidFill>
              <a:prstDash val="solid"/>
            </a:ln>
          </p:spPr>
        </p:sp>
        <p:sp>
          <p:nvSpPr>
            <p:cNvPr id="2117" name="panel4__line_2116"/>
            <p:cNvSpPr/>
            <p:nvPr/>
          </p:nvSpPr>
          <p:spPr>
            <a:xfrm>
              <a:off x="2105159" y="7047584"/>
              <a:ext cx="12745" cy="21225"/>
            </a:xfrm>
            <a:prstGeom prst="line">
              <a:avLst/>
            </a:prstGeom>
            <a:noFill/>
            <a:ln w="13335">
              <a:solidFill>
                <a:srgbClr val="9A4D8E"/>
              </a:solidFill>
              <a:prstDash val="solid"/>
            </a:ln>
          </p:spPr>
        </p:sp>
        <p:sp>
          <p:nvSpPr>
            <p:cNvPr id="2118" name="panel4__line_2117"/>
            <p:cNvSpPr/>
            <p:nvPr/>
          </p:nvSpPr>
          <p:spPr>
            <a:xfrm flipV="1">
              <a:off x="2117904" y="7063374"/>
              <a:ext cx="12745" cy="5435"/>
            </a:xfrm>
            <a:prstGeom prst="line">
              <a:avLst/>
            </a:prstGeom>
            <a:noFill/>
            <a:ln w="13335">
              <a:solidFill>
                <a:srgbClr val="9A4D8E"/>
              </a:solidFill>
              <a:prstDash val="solid"/>
            </a:ln>
          </p:spPr>
        </p:sp>
        <p:sp>
          <p:nvSpPr>
            <p:cNvPr id="2119" name="panel4__line_2118"/>
            <p:cNvSpPr/>
            <p:nvPr/>
          </p:nvSpPr>
          <p:spPr>
            <a:xfrm flipV="1">
              <a:off x="2130649" y="7033413"/>
              <a:ext cx="12745" cy="29961"/>
            </a:xfrm>
            <a:prstGeom prst="line">
              <a:avLst/>
            </a:prstGeom>
            <a:noFill/>
            <a:ln w="13335">
              <a:solidFill>
                <a:srgbClr val="9A4D8E"/>
              </a:solidFill>
              <a:prstDash val="solid"/>
            </a:ln>
          </p:spPr>
        </p:sp>
        <p:sp>
          <p:nvSpPr>
            <p:cNvPr id="2120" name="panel4__line_2119"/>
            <p:cNvSpPr/>
            <p:nvPr/>
          </p:nvSpPr>
          <p:spPr>
            <a:xfrm flipV="1">
              <a:off x="2143393" y="6990683"/>
              <a:ext cx="12745" cy="42730"/>
            </a:xfrm>
            <a:prstGeom prst="line">
              <a:avLst/>
            </a:prstGeom>
            <a:noFill/>
            <a:ln w="13335">
              <a:solidFill>
                <a:srgbClr val="9A4D8E"/>
              </a:solidFill>
              <a:prstDash val="solid"/>
            </a:ln>
          </p:spPr>
        </p:sp>
        <p:sp>
          <p:nvSpPr>
            <p:cNvPr id="2121" name="panel4__line_2120"/>
            <p:cNvSpPr/>
            <p:nvPr/>
          </p:nvSpPr>
          <p:spPr>
            <a:xfrm flipV="1">
              <a:off x="2156138" y="6951952"/>
              <a:ext cx="12745" cy="38731"/>
            </a:xfrm>
            <a:prstGeom prst="line">
              <a:avLst/>
            </a:prstGeom>
            <a:noFill/>
            <a:ln w="13335">
              <a:solidFill>
                <a:srgbClr val="9A4D8E"/>
              </a:solidFill>
              <a:prstDash val="solid"/>
            </a:ln>
          </p:spPr>
        </p:sp>
        <p:sp>
          <p:nvSpPr>
            <p:cNvPr id="2122" name="panel4__line_2121"/>
            <p:cNvSpPr/>
            <p:nvPr/>
          </p:nvSpPr>
          <p:spPr>
            <a:xfrm flipV="1">
              <a:off x="2168883" y="6932420"/>
              <a:ext cx="12745" cy="19532"/>
            </a:xfrm>
            <a:prstGeom prst="line">
              <a:avLst/>
            </a:prstGeom>
            <a:noFill/>
            <a:ln w="13335">
              <a:solidFill>
                <a:srgbClr val="9A4D8E"/>
              </a:solidFill>
              <a:prstDash val="solid"/>
            </a:ln>
          </p:spPr>
        </p:sp>
        <p:sp>
          <p:nvSpPr>
            <p:cNvPr id="2123" name="panel4__line_2122"/>
            <p:cNvSpPr/>
            <p:nvPr/>
          </p:nvSpPr>
          <p:spPr>
            <a:xfrm>
              <a:off x="2181627" y="6932420"/>
              <a:ext cx="12745" cy="7332"/>
            </a:xfrm>
            <a:prstGeom prst="line">
              <a:avLst/>
            </a:prstGeom>
            <a:noFill/>
            <a:ln w="13335">
              <a:solidFill>
                <a:srgbClr val="9A4D8E"/>
              </a:solidFill>
              <a:prstDash val="solid"/>
            </a:ln>
          </p:spPr>
        </p:sp>
        <p:sp>
          <p:nvSpPr>
            <p:cNvPr id="2124" name="panel4__line_2123"/>
            <p:cNvSpPr/>
            <p:nvPr/>
          </p:nvSpPr>
          <p:spPr>
            <a:xfrm>
              <a:off x="2194372" y="6939753"/>
              <a:ext cx="12745" cy="31319"/>
            </a:xfrm>
            <a:prstGeom prst="line">
              <a:avLst/>
            </a:prstGeom>
            <a:noFill/>
            <a:ln w="13335">
              <a:solidFill>
                <a:srgbClr val="9A4D8E"/>
              </a:solidFill>
              <a:prstDash val="solid"/>
            </a:ln>
          </p:spPr>
        </p:sp>
        <p:sp>
          <p:nvSpPr>
            <p:cNvPr id="2125" name="panel4__line_2124"/>
            <p:cNvSpPr/>
            <p:nvPr/>
          </p:nvSpPr>
          <p:spPr>
            <a:xfrm>
              <a:off x="2207117" y="6971071"/>
              <a:ext cx="12745" cy="43015"/>
            </a:xfrm>
            <a:prstGeom prst="line">
              <a:avLst/>
            </a:prstGeom>
            <a:noFill/>
            <a:ln w="13335">
              <a:solidFill>
                <a:srgbClr val="9A4D8E"/>
              </a:solidFill>
              <a:prstDash val="solid"/>
            </a:ln>
          </p:spPr>
        </p:sp>
        <p:sp>
          <p:nvSpPr>
            <p:cNvPr id="2126" name="panel4__line_2125"/>
            <p:cNvSpPr/>
            <p:nvPr/>
          </p:nvSpPr>
          <p:spPr>
            <a:xfrm>
              <a:off x="2219862" y="7014086"/>
              <a:ext cx="12745" cy="37830"/>
            </a:xfrm>
            <a:prstGeom prst="line">
              <a:avLst/>
            </a:prstGeom>
            <a:noFill/>
            <a:ln w="13335">
              <a:solidFill>
                <a:srgbClr val="9A4D8E"/>
              </a:solidFill>
              <a:prstDash val="solid"/>
            </a:ln>
          </p:spPr>
        </p:sp>
        <p:sp>
          <p:nvSpPr>
            <p:cNvPr id="2127" name="panel4__line_2126"/>
            <p:cNvSpPr/>
            <p:nvPr/>
          </p:nvSpPr>
          <p:spPr>
            <a:xfrm>
              <a:off x="2232606" y="7051916"/>
              <a:ext cx="12745" cy="17800"/>
            </a:xfrm>
            <a:prstGeom prst="line">
              <a:avLst/>
            </a:prstGeom>
            <a:noFill/>
            <a:ln w="13335">
              <a:solidFill>
                <a:srgbClr val="9A4D8E"/>
              </a:solidFill>
              <a:prstDash val="solid"/>
            </a:ln>
          </p:spPr>
        </p:sp>
        <p:sp>
          <p:nvSpPr>
            <p:cNvPr id="2128" name="panel4__line_2127"/>
            <p:cNvSpPr/>
            <p:nvPr/>
          </p:nvSpPr>
          <p:spPr>
            <a:xfrm flipV="1">
              <a:off x="2245351" y="7060501"/>
              <a:ext cx="12745" cy="9215"/>
            </a:xfrm>
            <a:prstGeom prst="line">
              <a:avLst/>
            </a:prstGeom>
            <a:noFill/>
            <a:ln w="13335">
              <a:solidFill>
                <a:srgbClr val="9A4D8E"/>
              </a:solidFill>
              <a:prstDash val="solid"/>
            </a:ln>
          </p:spPr>
        </p:sp>
        <p:sp>
          <p:nvSpPr>
            <p:cNvPr id="2129" name="panel4__line_2128"/>
            <p:cNvSpPr/>
            <p:nvPr/>
          </p:nvSpPr>
          <p:spPr>
            <a:xfrm flipV="1">
              <a:off x="2258096" y="7027886"/>
              <a:ext cx="12745" cy="32614"/>
            </a:xfrm>
            <a:prstGeom prst="line">
              <a:avLst/>
            </a:prstGeom>
            <a:noFill/>
            <a:ln w="13335">
              <a:solidFill>
                <a:srgbClr val="9A4D8E"/>
              </a:solidFill>
              <a:prstDash val="solid"/>
            </a:ln>
          </p:spPr>
        </p:sp>
        <p:sp>
          <p:nvSpPr>
            <p:cNvPr id="2130" name="panel4__line_2129"/>
            <p:cNvSpPr/>
            <p:nvPr/>
          </p:nvSpPr>
          <p:spPr>
            <a:xfrm flipV="1">
              <a:off x="2270840" y="6984672"/>
              <a:ext cx="12745" cy="43215"/>
            </a:xfrm>
            <a:prstGeom prst="line">
              <a:avLst/>
            </a:prstGeom>
            <a:noFill/>
            <a:ln w="13335">
              <a:solidFill>
                <a:srgbClr val="9A4D8E"/>
              </a:solidFill>
              <a:prstDash val="solid"/>
            </a:ln>
          </p:spPr>
        </p:sp>
        <p:sp>
          <p:nvSpPr>
            <p:cNvPr id="2131" name="panel4__line_2130"/>
            <p:cNvSpPr/>
            <p:nvPr/>
          </p:nvSpPr>
          <p:spPr>
            <a:xfrm flipV="1">
              <a:off x="2283585" y="6947816"/>
              <a:ext cx="12745" cy="36856"/>
            </a:xfrm>
            <a:prstGeom prst="line">
              <a:avLst/>
            </a:prstGeom>
            <a:noFill/>
            <a:ln w="13335">
              <a:solidFill>
                <a:srgbClr val="9A4D8E"/>
              </a:solidFill>
              <a:prstDash val="solid"/>
            </a:ln>
          </p:spPr>
        </p:sp>
        <p:sp>
          <p:nvSpPr>
            <p:cNvPr id="2132" name="panel4__line_2131"/>
            <p:cNvSpPr/>
            <p:nvPr/>
          </p:nvSpPr>
          <p:spPr>
            <a:xfrm flipV="1">
              <a:off x="2296330" y="6931782"/>
              <a:ext cx="12745" cy="16034"/>
            </a:xfrm>
            <a:prstGeom prst="line">
              <a:avLst/>
            </a:prstGeom>
            <a:noFill/>
            <a:ln w="13335">
              <a:solidFill>
                <a:srgbClr val="9A4D8E"/>
              </a:solidFill>
              <a:prstDash val="solid"/>
            </a:ln>
          </p:spPr>
        </p:sp>
        <p:sp>
          <p:nvSpPr>
            <p:cNvPr id="2133" name="panel4__line_2132"/>
            <p:cNvSpPr/>
            <p:nvPr/>
          </p:nvSpPr>
          <p:spPr>
            <a:xfrm>
              <a:off x="2309075" y="6931782"/>
              <a:ext cx="12745" cy="11081"/>
            </a:xfrm>
            <a:prstGeom prst="line">
              <a:avLst/>
            </a:prstGeom>
            <a:noFill/>
            <a:ln w="13335">
              <a:solidFill>
                <a:srgbClr val="9A4D8E"/>
              </a:solidFill>
              <a:prstDash val="solid"/>
            </a:ln>
          </p:spPr>
        </p:sp>
        <p:sp>
          <p:nvSpPr>
            <p:cNvPr id="2134" name="panel4__line_2133"/>
            <p:cNvSpPr/>
            <p:nvPr/>
          </p:nvSpPr>
          <p:spPr>
            <a:xfrm>
              <a:off x="2321819" y="6942863"/>
              <a:ext cx="12745" cy="33847"/>
            </a:xfrm>
            <a:prstGeom prst="line">
              <a:avLst/>
            </a:prstGeom>
            <a:noFill/>
            <a:ln w="13335">
              <a:solidFill>
                <a:srgbClr val="9A4D8E"/>
              </a:solidFill>
              <a:prstDash val="solid"/>
            </a:ln>
          </p:spPr>
        </p:sp>
        <p:sp>
          <p:nvSpPr>
            <p:cNvPr id="2135" name="panel4__line_2134"/>
            <p:cNvSpPr/>
            <p:nvPr/>
          </p:nvSpPr>
          <p:spPr>
            <a:xfrm>
              <a:off x="2334564" y="6976709"/>
              <a:ext cx="12745" cy="43330"/>
            </a:xfrm>
            <a:prstGeom prst="line">
              <a:avLst/>
            </a:prstGeom>
            <a:noFill/>
            <a:ln w="13335">
              <a:solidFill>
                <a:srgbClr val="9A4D8E"/>
              </a:solidFill>
              <a:prstDash val="solid"/>
            </a:ln>
          </p:spPr>
        </p:sp>
        <p:sp>
          <p:nvSpPr>
            <p:cNvPr id="2136" name="panel4__line_2135"/>
            <p:cNvSpPr/>
            <p:nvPr/>
          </p:nvSpPr>
          <p:spPr>
            <a:xfrm>
              <a:off x="2347309" y="7020039"/>
              <a:ext cx="12745" cy="35809"/>
            </a:xfrm>
            <a:prstGeom prst="line">
              <a:avLst/>
            </a:prstGeom>
            <a:noFill/>
            <a:ln w="13335">
              <a:solidFill>
                <a:srgbClr val="9A4D8E"/>
              </a:solidFill>
              <a:prstDash val="solid"/>
            </a:ln>
          </p:spPr>
        </p:sp>
        <p:sp>
          <p:nvSpPr>
            <p:cNvPr id="2137" name="panel4__line_2136"/>
            <p:cNvSpPr/>
            <p:nvPr/>
          </p:nvSpPr>
          <p:spPr>
            <a:xfrm>
              <a:off x="2360054" y="7055848"/>
              <a:ext cx="12745" cy="14236"/>
            </a:xfrm>
            <a:prstGeom prst="line">
              <a:avLst/>
            </a:prstGeom>
            <a:noFill/>
            <a:ln w="13335">
              <a:solidFill>
                <a:srgbClr val="9A4D8E"/>
              </a:solidFill>
              <a:prstDash val="solid"/>
            </a:ln>
          </p:spPr>
        </p:sp>
        <p:sp>
          <p:nvSpPr>
            <p:cNvPr id="2138" name="panel4__line_2137"/>
            <p:cNvSpPr/>
            <p:nvPr/>
          </p:nvSpPr>
          <p:spPr>
            <a:xfrm flipV="1">
              <a:off x="2372798" y="7057160"/>
              <a:ext cx="12745" cy="12924"/>
            </a:xfrm>
            <a:prstGeom prst="line">
              <a:avLst/>
            </a:prstGeom>
            <a:noFill/>
            <a:ln w="13335">
              <a:solidFill>
                <a:srgbClr val="9A4D8E"/>
              </a:solidFill>
              <a:prstDash val="solid"/>
            </a:ln>
          </p:spPr>
        </p:sp>
        <p:sp>
          <p:nvSpPr>
            <p:cNvPr id="2139" name="panel4__line_2138"/>
            <p:cNvSpPr/>
            <p:nvPr/>
          </p:nvSpPr>
          <p:spPr>
            <a:xfrm flipV="1">
              <a:off x="2385543" y="7022148"/>
              <a:ext cx="12745" cy="35012"/>
            </a:xfrm>
            <a:prstGeom prst="line">
              <a:avLst/>
            </a:prstGeom>
            <a:noFill/>
            <a:ln w="13335">
              <a:solidFill>
                <a:srgbClr val="9A4D8E"/>
              </a:solidFill>
              <a:prstDash val="solid"/>
            </a:ln>
          </p:spPr>
        </p:sp>
        <p:sp>
          <p:nvSpPr>
            <p:cNvPr id="2140" name="panel4__line_2139"/>
            <p:cNvSpPr/>
            <p:nvPr/>
          </p:nvSpPr>
          <p:spPr>
            <a:xfrm flipV="1">
              <a:off x="2398288" y="6978788"/>
              <a:ext cx="12745" cy="43361"/>
            </a:xfrm>
            <a:prstGeom prst="line">
              <a:avLst/>
            </a:prstGeom>
            <a:noFill/>
            <a:ln w="13335">
              <a:solidFill>
                <a:srgbClr val="9A4D8E"/>
              </a:solidFill>
              <a:prstDash val="solid"/>
            </a:ln>
          </p:spPr>
        </p:sp>
        <p:sp>
          <p:nvSpPr>
            <p:cNvPr id="2141" name="panel4__line_2140"/>
            <p:cNvSpPr/>
            <p:nvPr/>
          </p:nvSpPr>
          <p:spPr>
            <a:xfrm flipV="1">
              <a:off x="2411032" y="6944095"/>
              <a:ext cx="12745" cy="34693"/>
            </a:xfrm>
            <a:prstGeom prst="line">
              <a:avLst/>
            </a:prstGeom>
            <a:noFill/>
            <a:ln w="13335">
              <a:solidFill>
                <a:srgbClr val="9A4D8E"/>
              </a:solidFill>
              <a:prstDash val="solid"/>
            </a:ln>
          </p:spPr>
        </p:sp>
        <p:sp>
          <p:nvSpPr>
            <p:cNvPr id="2142" name="panel4__line_2141"/>
            <p:cNvSpPr/>
            <p:nvPr/>
          </p:nvSpPr>
          <p:spPr>
            <a:xfrm flipV="1">
              <a:off x="2423777" y="6931685"/>
              <a:ext cx="12745" cy="12410"/>
            </a:xfrm>
            <a:prstGeom prst="line">
              <a:avLst/>
            </a:prstGeom>
            <a:noFill/>
            <a:ln w="13335">
              <a:solidFill>
                <a:srgbClr val="9A4D8E"/>
              </a:solidFill>
              <a:prstDash val="solid"/>
            </a:ln>
          </p:spPr>
        </p:sp>
        <p:sp>
          <p:nvSpPr>
            <p:cNvPr id="2143" name="panel4__line_2142"/>
            <p:cNvSpPr/>
            <p:nvPr/>
          </p:nvSpPr>
          <p:spPr>
            <a:xfrm>
              <a:off x="2436522" y="6931685"/>
              <a:ext cx="12745" cy="14742"/>
            </a:xfrm>
            <a:prstGeom prst="line">
              <a:avLst/>
            </a:prstGeom>
            <a:noFill/>
            <a:ln w="13335">
              <a:solidFill>
                <a:srgbClr val="9A4D8E"/>
              </a:solidFill>
              <a:prstDash val="solid"/>
            </a:ln>
          </p:spPr>
        </p:sp>
        <p:sp>
          <p:nvSpPr>
            <p:cNvPr id="2144" name="panel4__line_2143"/>
            <p:cNvSpPr/>
            <p:nvPr/>
          </p:nvSpPr>
          <p:spPr>
            <a:xfrm>
              <a:off x="2449267" y="6946427"/>
              <a:ext cx="12745" cy="36109"/>
            </a:xfrm>
            <a:prstGeom prst="line">
              <a:avLst/>
            </a:prstGeom>
            <a:noFill/>
            <a:ln w="13335">
              <a:solidFill>
                <a:srgbClr val="9A4D8E"/>
              </a:solidFill>
              <a:prstDash val="solid"/>
            </a:ln>
          </p:spPr>
        </p:sp>
        <p:sp>
          <p:nvSpPr>
            <p:cNvPr id="2145" name="panel4__line_2144"/>
            <p:cNvSpPr/>
            <p:nvPr/>
          </p:nvSpPr>
          <p:spPr>
            <a:xfrm>
              <a:off x="2462011" y="6982536"/>
              <a:ext cx="12745" cy="43306"/>
            </a:xfrm>
            <a:prstGeom prst="line">
              <a:avLst/>
            </a:prstGeom>
            <a:noFill/>
            <a:ln w="13335">
              <a:solidFill>
                <a:srgbClr val="9A4D8E"/>
              </a:solidFill>
              <a:prstDash val="solid"/>
            </a:ln>
          </p:spPr>
        </p:sp>
        <p:sp>
          <p:nvSpPr>
            <p:cNvPr id="2146" name="panel4__line_2145"/>
            <p:cNvSpPr/>
            <p:nvPr/>
          </p:nvSpPr>
          <p:spPr>
            <a:xfrm>
              <a:off x="2474756" y="7025843"/>
              <a:ext cx="12745" cy="33508"/>
            </a:xfrm>
            <a:prstGeom prst="line">
              <a:avLst/>
            </a:prstGeom>
            <a:noFill/>
            <a:ln w="13335">
              <a:solidFill>
                <a:srgbClr val="9A4D8E"/>
              </a:solidFill>
              <a:prstDash val="solid"/>
            </a:ln>
          </p:spPr>
        </p:sp>
        <p:sp>
          <p:nvSpPr>
            <p:cNvPr id="2147" name="panel4__line_2146"/>
            <p:cNvSpPr/>
            <p:nvPr/>
          </p:nvSpPr>
          <p:spPr>
            <a:xfrm>
              <a:off x="2487501" y="7059351"/>
              <a:ext cx="12745" cy="10560"/>
            </a:xfrm>
            <a:prstGeom prst="line">
              <a:avLst/>
            </a:prstGeom>
            <a:noFill/>
            <a:ln w="13335">
              <a:solidFill>
                <a:srgbClr val="9A4D8E"/>
              </a:solidFill>
              <a:prstDash val="solid"/>
            </a:ln>
          </p:spPr>
        </p:sp>
        <p:sp>
          <p:nvSpPr>
            <p:cNvPr id="2148" name="panel4__line_2147"/>
            <p:cNvSpPr/>
            <p:nvPr/>
          </p:nvSpPr>
          <p:spPr>
            <a:xfrm flipV="1">
              <a:off x="2500245" y="7053379"/>
              <a:ext cx="12745" cy="16532"/>
            </a:xfrm>
            <a:prstGeom prst="line">
              <a:avLst/>
            </a:prstGeom>
            <a:noFill/>
            <a:ln w="13335">
              <a:solidFill>
                <a:srgbClr val="9A4D8E"/>
              </a:solidFill>
              <a:prstDash val="solid"/>
            </a:ln>
          </p:spPr>
        </p:sp>
        <p:sp>
          <p:nvSpPr>
            <p:cNvPr id="2149" name="panel4__line_2148"/>
            <p:cNvSpPr/>
            <p:nvPr/>
          </p:nvSpPr>
          <p:spPr>
            <a:xfrm flipV="1">
              <a:off x="2512990" y="7016243"/>
              <a:ext cx="12745" cy="37136"/>
            </a:xfrm>
            <a:prstGeom prst="line">
              <a:avLst/>
            </a:prstGeom>
            <a:noFill/>
            <a:ln w="13335">
              <a:solidFill>
                <a:srgbClr val="9A4D8E"/>
              </a:solidFill>
              <a:prstDash val="solid"/>
            </a:ln>
          </p:spPr>
        </p:sp>
        <p:sp>
          <p:nvSpPr>
            <p:cNvPr id="2150" name="panel4__line_2149"/>
            <p:cNvSpPr/>
            <p:nvPr/>
          </p:nvSpPr>
          <p:spPr>
            <a:xfrm flipV="1">
              <a:off x="2525735" y="6973076"/>
              <a:ext cx="12745" cy="43167"/>
            </a:xfrm>
            <a:prstGeom prst="line">
              <a:avLst/>
            </a:prstGeom>
            <a:noFill/>
            <a:ln w="13335">
              <a:solidFill>
                <a:srgbClr val="9A4D8E"/>
              </a:solidFill>
              <a:prstDash val="solid"/>
            </a:ln>
          </p:spPr>
        </p:sp>
        <p:sp>
          <p:nvSpPr>
            <p:cNvPr id="2151" name="panel4__line_2150"/>
            <p:cNvSpPr/>
            <p:nvPr/>
          </p:nvSpPr>
          <p:spPr>
            <a:xfrm flipV="1">
              <a:off x="2538480" y="6940818"/>
              <a:ext cx="12745" cy="32258"/>
            </a:xfrm>
            <a:prstGeom prst="line">
              <a:avLst/>
            </a:prstGeom>
            <a:noFill/>
            <a:ln w="13335">
              <a:solidFill>
                <a:srgbClr val="9A4D8E"/>
              </a:solidFill>
              <a:prstDash val="solid"/>
            </a:ln>
          </p:spPr>
        </p:sp>
        <p:sp>
          <p:nvSpPr>
            <p:cNvPr id="2152" name="panel4__line_2151"/>
            <p:cNvSpPr/>
            <p:nvPr/>
          </p:nvSpPr>
          <p:spPr>
            <a:xfrm flipV="1">
              <a:off x="2551224" y="6932129"/>
              <a:ext cx="12745" cy="8690"/>
            </a:xfrm>
            <a:prstGeom prst="line">
              <a:avLst/>
            </a:prstGeom>
            <a:noFill/>
            <a:ln w="13335">
              <a:solidFill>
                <a:srgbClr val="9A4D8E"/>
              </a:solidFill>
              <a:prstDash val="solid"/>
            </a:ln>
          </p:spPr>
        </p:sp>
        <p:sp>
          <p:nvSpPr>
            <p:cNvPr id="2153" name="panel4__line_2152"/>
            <p:cNvSpPr/>
            <p:nvPr/>
          </p:nvSpPr>
          <p:spPr>
            <a:xfrm>
              <a:off x="2563969" y="6932129"/>
              <a:ext cx="12745" cy="18289"/>
            </a:xfrm>
            <a:prstGeom prst="line">
              <a:avLst/>
            </a:prstGeom>
            <a:noFill/>
            <a:ln w="13335">
              <a:solidFill>
                <a:srgbClr val="9A4D8E"/>
              </a:solidFill>
              <a:prstDash val="solid"/>
            </a:ln>
          </p:spPr>
        </p:sp>
        <p:sp>
          <p:nvSpPr>
            <p:cNvPr id="2154" name="panel4__line_2153"/>
            <p:cNvSpPr/>
            <p:nvPr/>
          </p:nvSpPr>
          <p:spPr>
            <a:xfrm>
              <a:off x="2576714" y="6950417"/>
              <a:ext cx="12745" cy="38090"/>
            </a:xfrm>
            <a:prstGeom prst="line">
              <a:avLst/>
            </a:prstGeom>
            <a:noFill/>
            <a:ln w="13335">
              <a:solidFill>
                <a:srgbClr val="9A4D8E"/>
              </a:solidFill>
              <a:prstDash val="solid"/>
            </a:ln>
          </p:spPr>
        </p:sp>
        <p:sp>
          <p:nvSpPr>
            <p:cNvPr id="2155" name="panel4__line_2154"/>
            <p:cNvSpPr/>
            <p:nvPr/>
          </p:nvSpPr>
          <p:spPr>
            <a:xfrm>
              <a:off x="2589458" y="6988507"/>
              <a:ext cx="12745" cy="42943"/>
            </a:xfrm>
            <a:prstGeom prst="line">
              <a:avLst/>
            </a:prstGeom>
            <a:noFill/>
            <a:ln w="13335">
              <a:solidFill>
                <a:srgbClr val="9A4D8E"/>
              </a:solidFill>
              <a:prstDash val="solid"/>
            </a:ln>
          </p:spPr>
        </p:sp>
        <p:sp>
          <p:nvSpPr>
            <p:cNvPr id="2156" name="panel4__line_2155"/>
            <p:cNvSpPr/>
            <p:nvPr/>
          </p:nvSpPr>
          <p:spPr>
            <a:xfrm>
              <a:off x="2602203" y="7031450"/>
              <a:ext cx="12745" cy="30945"/>
            </a:xfrm>
            <a:prstGeom prst="line">
              <a:avLst/>
            </a:prstGeom>
            <a:noFill/>
            <a:ln w="13335">
              <a:solidFill>
                <a:srgbClr val="9A4D8E"/>
              </a:solidFill>
              <a:prstDash val="solid"/>
            </a:ln>
          </p:spPr>
        </p:sp>
        <p:sp>
          <p:nvSpPr>
            <p:cNvPr id="2157" name="panel4__line_2156"/>
            <p:cNvSpPr/>
            <p:nvPr/>
          </p:nvSpPr>
          <p:spPr>
            <a:xfrm>
              <a:off x="2614948" y="7062395"/>
              <a:ext cx="12745" cy="6802"/>
            </a:xfrm>
            <a:prstGeom prst="line">
              <a:avLst/>
            </a:prstGeom>
            <a:noFill/>
            <a:ln w="13335">
              <a:solidFill>
                <a:srgbClr val="9A4D8E"/>
              </a:solidFill>
              <a:prstDash val="solid"/>
            </a:ln>
          </p:spPr>
        </p:sp>
        <p:sp>
          <p:nvSpPr>
            <p:cNvPr id="2158" name="panel4__line_2157"/>
            <p:cNvSpPr/>
            <p:nvPr/>
          </p:nvSpPr>
          <p:spPr>
            <a:xfrm flipV="1">
              <a:off x="2627693" y="7049188"/>
              <a:ext cx="12745" cy="20010"/>
            </a:xfrm>
            <a:prstGeom prst="line">
              <a:avLst/>
            </a:prstGeom>
            <a:noFill/>
            <a:ln w="13335">
              <a:solidFill>
                <a:srgbClr val="9A4D8E"/>
              </a:solidFill>
              <a:prstDash val="solid"/>
            </a:ln>
          </p:spPr>
        </p:sp>
        <p:sp>
          <p:nvSpPr>
            <p:cNvPr id="2159" name="panel4__line_2158"/>
            <p:cNvSpPr/>
            <p:nvPr/>
          </p:nvSpPr>
          <p:spPr>
            <a:xfrm flipV="1">
              <a:off x="2640437" y="7010218"/>
              <a:ext cx="12745" cy="38969"/>
            </a:xfrm>
            <a:prstGeom prst="line">
              <a:avLst/>
            </a:prstGeom>
            <a:noFill/>
            <a:ln w="13335">
              <a:solidFill>
                <a:srgbClr val="9A4D8E"/>
              </a:solidFill>
              <a:prstDash val="solid"/>
            </a:ln>
          </p:spPr>
        </p:sp>
        <p:sp>
          <p:nvSpPr>
            <p:cNvPr id="2160" name="panel4__line_2159"/>
            <p:cNvSpPr/>
            <p:nvPr/>
          </p:nvSpPr>
          <p:spPr>
            <a:xfrm flipV="1">
              <a:off x="2653182" y="6967583"/>
              <a:ext cx="12745" cy="42636"/>
            </a:xfrm>
            <a:prstGeom prst="line">
              <a:avLst/>
            </a:prstGeom>
            <a:noFill/>
            <a:ln w="13335">
              <a:solidFill>
                <a:srgbClr val="9A4D8E"/>
              </a:solidFill>
              <a:prstDash val="solid"/>
            </a:ln>
          </p:spPr>
        </p:sp>
        <p:sp>
          <p:nvSpPr>
            <p:cNvPr id="2161" name="panel4__line_2160"/>
            <p:cNvSpPr/>
            <p:nvPr/>
          </p:nvSpPr>
          <p:spPr>
            <a:xfrm flipV="1">
              <a:off x="2665927" y="6938012"/>
              <a:ext cx="12745" cy="29571"/>
            </a:xfrm>
            <a:prstGeom prst="line">
              <a:avLst/>
            </a:prstGeom>
            <a:noFill/>
            <a:ln w="13335">
              <a:solidFill>
                <a:srgbClr val="9A4D8E"/>
              </a:solidFill>
              <a:prstDash val="solid"/>
            </a:ln>
          </p:spPr>
        </p:sp>
        <p:sp>
          <p:nvSpPr>
            <p:cNvPr id="2162" name="panel4__line_2161"/>
            <p:cNvSpPr/>
            <p:nvPr/>
          </p:nvSpPr>
          <p:spPr>
            <a:xfrm flipV="1">
              <a:off x="2678671" y="6933111"/>
              <a:ext cx="12745" cy="4901"/>
            </a:xfrm>
            <a:prstGeom prst="line">
              <a:avLst/>
            </a:prstGeom>
            <a:noFill/>
            <a:ln w="13335">
              <a:solidFill>
                <a:srgbClr val="9A4D8E"/>
              </a:solidFill>
              <a:prstDash val="solid"/>
            </a:ln>
          </p:spPr>
        </p:sp>
        <p:sp>
          <p:nvSpPr>
            <p:cNvPr id="2163" name="panel4__line_2162"/>
            <p:cNvSpPr/>
            <p:nvPr/>
          </p:nvSpPr>
          <p:spPr>
            <a:xfrm>
              <a:off x="2691416" y="6933111"/>
              <a:ext cx="12745" cy="21692"/>
            </a:xfrm>
            <a:prstGeom prst="line">
              <a:avLst/>
            </a:prstGeom>
            <a:noFill/>
            <a:ln w="13335">
              <a:solidFill>
                <a:srgbClr val="9A4D8E"/>
              </a:solidFill>
              <a:prstDash val="solid"/>
            </a:ln>
          </p:spPr>
        </p:sp>
        <p:sp>
          <p:nvSpPr>
            <p:cNvPr id="2164" name="panel4__line_2163"/>
            <p:cNvSpPr/>
            <p:nvPr/>
          </p:nvSpPr>
          <p:spPr>
            <a:xfrm>
              <a:off x="2704161" y="6954802"/>
              <a:ext cx="12745" cy="39772"/>
            </a:xfrm>
            <a:prstGeom prst="line">
              <a:avLst/>
            </a:prstGeom>
            <a:noFill/>
            <a:ln w="13335">
              <a:solidFill>
                <a:srgbClr val="9A4D8E"/>
              </a:solidFill>
              <a:prstDash val="solid"/>
            </a:ln>
          </p:spPr>
        </p:sp>
        <p:sp>
          <p:nvSpPr>
            <p:cNvPr id="2165" name="panel4__line_2164"/>
            <p:cNvSpPr/>
            <p:nvPr/>
          </p:nvSpPr>
          <p:spPr>
            <a:xfrm>
              <a:off x="2716906" y="6994574"/>
              <a:ext cx="12745" cy="42245"/>
            </a:xfrm>
            <a:prstGeom prst="line">
              <a:avLst/>
            </a:prstGeom>
            <a:noFill/>
            <a:ln w="13335">
              <a:solidFill>
                <a:srgbClr val="9A4D8E"/>
              </a:solidFill>
              <a:prstDash val="solid"/>
            </a:ln>
          </p:spPr>
        </p:sp>
        <p:sp>
          <p:nvSpPr>
            <p:cNvPr id="2166" name="panel4__line_2165"/>
            <p:cNvSpPr/>
            <p:nvPr/>
          </p:nvSpPr>
          <p:spPr>
            <a:xfrm>
              <a:off x="2729650" y="7036819"/>
              <a:ext cx="12745" cy="28139"/>
            </a:xfrm>
            <a:prstGeom prst="line">
              <a:avLst/>
            </a:prstGeom>
            <a:noFill/>
            <a:ln w="13335">
              <a:solidFill>
                <a:srgbClr val="9A4D8E"/>
              </a:solidFill>
              <a:prstDash val="solid"/>
            </a:ln>
          </p:spPr>
        </p:sp>
        <p:sp>
          <p:nvSpPr>
            <p:cNvPr id="2167" name="panel4__line_2166"/>
            <p:cNvSpPr/>
            <p:nvPr/>
          </p:nvSpPr>
          <p:spPr>
            <a:xfrm>
              <a:off x="2742395" y="7064958"/>
              <a:ext cx="12745" cy="2991"/>
            </a:xfrm>
            <a:prstGeom prst="line">
              <a:avLst/>
            </a:prstGeom>
            <a:noFill/>
            <a:ln w="13335">
              <a:solidFill>
                <a:srgbClr val="9A4D8E"/>
              </a:solidFill>
              <a:prstDash val="solid"/>
            </a:ln>
          </p:spPr>
        </p:sp>
        <p:sp>
          <p:nvSpPr>
            <p:cNvPr id="2168" name="panel4__line_2167"/>
            <p:cNvSpPr/>
            <p:nvPr/>
          </p:nvSpPr>
          <p:spPr>
            <a:xfrm flipV="1">
              <a:off x="2755140" y="7044618"/>
              <a:ext cx="12745" cy="23331"/>
            </a:xfrm>
            <a:prstGeom prst="line">
              <a:avLst/>
            </a:prstGeom>
            <a:noFill/>
            <a:ln w="13335">
              <a:solidFill>
                <a:srgbClr val="9A4D8E"/>
              </a:solidFill>
              <a:prstDash val="solid"/>
            </a:ln>
          </p:spPr>
        </p:sp>
        <p:sp>
          <p:nvSpPr>
            <p:cNvPr id="2169" name="panel4__line_2168"/>
            <p:cNvSpPr/>
            <p:nvPr/>
          </p:nvSpPr>
          <p:spPr>
            <a:xfrm flipV="1">
              <a:off x="2767885" y="7004120"/>
              <a:ext cx="12745" cy="40497"/>
            </a:xfrm>
            <a:prstGeom prst="line">
              <a:avLst/>
            </a:prstGeom>
            <a:noFill/>
            <a:ln w="13335">
              <a:solidFill>
                <a:srgbClr val="9A4D8E"/>
              </a:solidFill>
              <a:prstDash val="solid"/>
            </a:ln>
          </p:spPr>
        </p:sp>
        <p:sp>
          <p:nvSpPr>
            <p:cNvPr id="2170" name="panel4__line_2169"/>
            <p:cNvSpPr/>
            <p:nvPr/>
          </p:nvSpPr>
          <p:spPr>
            <a:xfrm flipV="1">
              <a:off x="2780629" y="6962349"/>
              <a:ext cx="12745" cy="41771"/>
            </a:xfrm>
            <a:prstGeom prst="line">
              <a:avLst/>
            </a:prstGeom>
            <a:noFill/>
            <a:ln w="13335">
              <a:solidFill>
                <a:srgbClr val="9A4D8E"/>
              </a:solidFill>
              <a:prstDash val="solid"/>
            </a:ln>
          </p:spPr>
        </p:sp>
        <p:sp>
          <p:nvSpPr>
            <p:cNvPr id="2171" name="panel4__line_2170"/>
            <p:cNvSpPr/>
            <p:nvPr/>
          </p:nvSpPr>
          <p:spPr>
            <a:xfrm flipV="1">
              <a:off x="2793374" y="6935697"/>
              <a:ext cx="12745" cy="26652"/>
            </a:xfrm>
            <a:prstGeom prst="line">
              <a:avLst/>
            </a:prstGeom>
            <a:noFill/>
            <a:ln w="13335">
              <a:solidFill>
                <a:srgbClr val="9A4D8E"/>
              </a:solidFill>
              <a:prstDash val="solid"/>
            </a:ln>
          </p:spPr>
        </p:sp>
        <p:sp>
          <p:nvSpPr>
            <p:cNvPr id="2172" name="panel4__line_2171"/>
            <p:cNvSpPr/>
            <p:nvPr/>
          </p:nvSpPr>
          <p:spPr>
            <a:xfrm flipV="1">
              <a:off x="2806119" y="6934623"/>
              <a:ext cx="12745" cy="1074"/>
            </a:xfrm>
            <a:prstGeom prst="line">
              <a:avLst/>
            </a:prstGeom>
            <a:noFill/>
            <a:ln w="13335">
              <a:solidFill>
                <a:srgbClr val="9A4D8E"/>
              </a:solidFill>
              <a:prstDash val="solid"/>
            </a:ln>
          </p:spPr>
        </p:sp>
        <p:sp>
          <p:nvSpPr>
            <p:cNvPr id="2173" name="panel4__line_2172"/>
            <p:cNvSpPr/>
            <p:nvPr/>
          </p:nvSpPr>
          <p:spPr>
            <a:xfrm>
              <a:off x="2818863" y="6934623"/>
              <a:ext cx="12745" cy="24925"/>
            </a:xfrm>
            <a:prstGeom prst="line">
              <a:avLst/>
            </a:prstGeom>
            <a:noFill/>
            <a:ln w="13335">
              <a:solidFill>
                <a:srgbClr val="9A4D8E"/>
              </a:solidFill>
              <a:prstDash val="solid"/>
            </a:ln>
          </p:spPr>
        </p:sp>
        <p:sp>
          <p:nvSpPr>
            <p:cNvPr id="2174" name="panel4__line_2173"/>
            <p:cNvSpPr/>
            <p:nvPr/>
          </p:nvSpPr>
          <p:spPr>
            <a:xfrm>
              <a:off x="2831608" y="6959548"/>
              <a:ext cx="12745" cy="41143"/>
            </a:xfrm>
            <a:prstGeom prst="line">
              <a:avLst/>
            </a:prstGeom>
            <a:noFill/>
            <a:ln w="13335">
              <a:solidFill>
                <a:srgbClr val="9A4D8E"/>
              </a:solidFill>
              <a:prstDash val="solid"/>
            </a:ln>
          </p:spPr>
        </p:sp>
        <p:sp>
          <p:nvSpPr>
            <p:cNvPr id="2175" name="panel4__line_2174"/>
            <p:cNvSpPr/>
            <p:nvPr/>
          </p:nvSpPr>
          <p:spPr>
            <a:xfrm>
              <a:off x="2844353" y="7000691"/>
              <a:ext cx="12745" cy="41215"/>
            </a:xfrm>
            <a:prstGeom prst="line">
              <a:avLst/>
            </a:prstGeom>
            <a:noFill/>
            <a:ln w="13335">
              <a:solidFill>
                <a:srgbClr val="9A4D8E"/>
              </a:solidFill>
              <a:prstDash val="solid"/>
            </a:ln>
          </p:spPr>
        </p:sp>
        <p:sp>
          <p:nvSpPr>
            <p:cNvPr id="2176" name="panel4__line_2175"/>
            <p:cNvSpPr/>
            <p:nvPr/>
          </p:nvSpPr>
          <p:spPr>
            <a:xfrm>
              <a:off x="2857098" y="7041907"/>
              <a:ext cx="12745" cy="25113"/>
            </a:xfrm>
            <a:prstGeom prst="line">
              <a:avLst/>
            </a:prstGeom>
            <a:noFill/>
            <a:ln w="13335">
              <a:solidFill>
                <a:srgbClr val="9A4D8E"/>
              </a:solidFill>
              <a:prstDash val="solid"/>
            </a:ln>
          </p:spPr>
        </p:sp>
        <p:sp>
          <p:nvSpPr>
            <p:cNvPr id="2177" name="panel4__line_2176"/>
            <p:cNvSpPr/>
            <p:nvPr/>
          </p:nvSpPr>
          <p:spPr>
            <a:xfrm flipV="1">
              <a:off x="2869842" y="7066176"/>
              <a:ext cx="12745" cy="844"/>
            </a:xfrm>
            <a:prstGeom prst="line">
              <a:avLst/>
            </a:prstGeom>
            <a:noFill/>
            <a:ln w="13335">
              <a:solidFill>
                <a:srgbClr val="9A4D8E"/>
              </a:solidFill>
              <a:prstDash val="solid"/>
            </a:ln>
          </p:spPr>
        </p:sp>
        <p:sp>
          <p:nvSpPr>
            <p:cNvPr id="2178" name="panel4__line_2177"/>
            <p:cNvSpPr/>
            <p:nvPr/>
          </p:nvSpPr>
          <p:spPr>
            <a:xfrm flipV="1">
              <a:off x="2882587" y="7039705"/>
              <a:ext cx="12745" cy="26470"/>
            </a:xfrm>
            <a:prstGeom prst="line">
              <a:avLst/>
            </a:prstGeom>
            <a:noFill/>
            <a:ln w="13335">
              <a:solidFill>
                <a:srgbClr val="9A4D8E"/>
              </a:solidFill>
              <a:prstDash val="solid"/>
            </a:ln>
          </p:spPr>
        </p:sp>
        <p:sp>
          <p:nvSpPr>
            <p:cNvPr id="2179" name="panel4__line_2178"/>
            <p:cNvSpPr/>
            <p:nvPr/>
          </p:nvSpPr>
          <p:spPr>
            <a:xfrm flipV="1">
              <a:off x="2895332" y="6997997"/>
              <a:ext cx="12745" cy="41709"/>
            </a:xfrm>
            <a:prstGeom prst="line">
              <a:avLst/>
            </a:prstGeom>
            <a:noFill/>
            <a:ln w="13335">
              <a:solidFill>
                <a:srgbClr val="9A4D8E"/>
              </a:solidFill>
              <a:prstDash val="solid"/>
            </a:ln>
          </p:spPr>
        </p:sp>
        <p:sp>
          <p:nvSpPr>
            <p:cNvPr id="2180" name="panel4__line_2179"/>
            <p:cNvSpPr/>
            <p:nvPr/>
          </p:nvSpPr>
          <p:spPr>
            <a:xfrm flipV="1">
              <a:off x="2908076" y="6957418"/>
              <a:ext cx="12745" cy="40579"/>
            </a:xfrm>
            <a:prstGeom prst="line">
              <a:avLst/>
            </a:prstGeom>
            <a:noFill/>
            <a:ln w="13335">
              <a:solidFill>
                <a:srgbClr val="9A4D8E"/>
              </a:solidFill>
              <a:prstDash val="solid"/>
            </a:ln>
          </p:spPr>
        </p:sp>
        <p:sp>
          <p:nvSpPr>
            <p:cNvPr id="2181" name="panel4__line_2180"/>
            <p:cNvSpPr/>
            <p:nvPr/>
          </p:nvSpPr>
          <p:spPr>
            <a:xfrm flipV="1">
              <a:off x="2920821" y="6933893"/>
              <a:ext cx="12745" cy="23525"/>
            </a:xfrm>
            <a:prstGeom prst="line">
              <a:avLst/>
            </a:prstGeom>
            <a:noFill/>
            <a:ln w="13335">
              <a:solidFill>
                <a:srgbClr val="9A4D8E"/>
              </a:solidFill>
              <a:prstDash val="solid"/>
            </a:ln>
          </p:spPr>
        </p:sp>
        <p:sp>
          <p:nvSpPr>
            <p:cNvPr id="2182" name="panel4__line_2181"/>
            <p:cNvSpPr/>
            <p:nvPr/>
          </p:nvSpPr>
          <p:spPr>
            <a:xfrm>
              <a:off x="2933566" y="6933893"/>
              <a:ext cx="12745" cy="2761"/>
            </a:xfrm>
            <a:prstGeom prst="line">
              <a:avLst/>
            </a:prstGeom>
            <a:noFill/>
            <a:ln w="13335">
              <a:solidFill>
                <a:srgbClr val="9A4D8E"/>
              </a:solidFill>
              <a:prstDash val="solid"/>
            </a:ln>
          </p:spPr>
        </p:sp>
        <p:sp>
          <p:nvSpPr>
            <p:cNvPr id="2183" name="panel4__line_2182"/>
            <p:cNvSpPr/>
            <p:nvPr/>
          </p:nvSpPr>
          <p:spPr>
            <a:xfrm>
              <a:off x="2946311" y="6936654"/>
              <a:ext cx="12745" cy="27963"/>
            </a:xfrm>
            <a:prstGeom prst="line">
              <a:avLst/>
            </a:prstGeom>
            <a:noFill/>
            <a:ln w="13335">
              <a:solidFill>
                <a:srgbClr val="9A4D8E"/>
              </a:solidFill>
              <a:prstDash val="solid"/>
            </a:ln>
          </p:spPr>
        </p:sp>
        <p:sp>
          <p:nvSpPr>
            <p:cNvPr id="2184" name="panel4__line_2183"/>
            <p:cNvSpPr/>
            <p:nvPr/>
          </p:nvSpPr>
          <p:spPr>
            <a:xfrm>
              <a:off x="2959055" y="6964617"/>
              <a:ext cx="12745" cy="42192"/>
            </a:xfrm>
            <a:prstGeom prst="line">
              <a:avLst/>
            </a:prstGeom>
            <a:noFill/>
            <a:ln w="13335">
              <a:solidFill>
                <a:srgbClr val="9A4D8E"/>
              </a:solidFill>
              <a:prstDash val="solid"/>
            </a:ln>
          </p:spPr>
        </p:sp>
        <p:sp>
          <p:nvSpPr>
            <p:cNvPr id="2185" name="panel4__rect_2184"/>
            <p:cNvSpPr/>
            <p:nvPr/>
          </p:nvSpPr>
          <p:spPr>
            <a:xfrm>
              <a:off x="3228975" y="6829425"/>
              <a:ext cx="981075" cy="342900"/>
            </a:xfrm>
            <a:prstGeom prst="rect">
              <a:avLst>
                <a:gd name="adj" fmla="val 26667"/>
              </a:avLst>
            </a:prstGeom>
            <a:solidFill>
              <a:srgbClr val="F8FAFB"/>
            </a:solidFill>
            <a:ln w="6191">
              <a:solidFill>
                <a:srgbClr val="D3DADF"/>
              </a:solidFill>
              <a:prstDash val="solid"/>
            </a:ln>
          </p:spPr>
        </p:sp>
        <p:sp>
          <p:nvSpPr>
            <p:cNvPr id="2186" name="panel4__line_2185"/>
            <p:cNvSpPr/>
            <p:nvPr/>
          </p:nvSpPr>
          <p:spPr>
            <a:xfrm>
              <a:off x="3267075" y="6960182"/>
              <a:ext cx="12745" cy="8605"/>
            </a:xfrm>
            <a:prstGeom prst="line">
              <a:avLst/>
            </a:prstGeom>
            <a:noFill/>
            <a:ln w="13335">
              <a:solidFill>
                <a:srgbClr val="C88931"/>
              </a:solidFill>
              <a:prstDash val="solid"/>
            </a:ln>
          </p:spPr>
        </p:sp>
        <p:sp>
          <p:nvSpPr>
            <p:cNvPr id="2187" name="panel4__line_2186"/>
            <p:cNvSpPr/>
            <p:nvPr/>
          </p:nvSpPr>
          <p:spPr>
            <a:xfrm>
              <a:off x="3279820" y="6968787"/>
              <a:ext cx="12745" cy="39068"/>
            </a:xfrm>
            <a:prstGeom prst="line">
              <a:avLst/>
            </a:prstGeom>
            <a:noFill/>
            <a:ln w="13335">
              <a:solidFill>
                <a:srgbClr val="C88931"/>
              </a:solidFill>
              <a:prstDash val="solid"/>
            </a:ln>
          </p:spPr>
        </p:sp>
        <p:sp>
          <p:nvSpPr>
            <p:cNvPr id="2188" name="panel4__line_2187"/>
            <p:cNvSpPr/>
            <p:nvPr/>
          </p:nvSpPr>
          <p:spPr>
            <a:xfrm>
              <a:off x="3292564" y="7007855"/>
              <a:ext cx="12745" cy="32442"/>
            </a:xfrm>
            <a:prstGeom prst="line">
              <a:avLst/>
            </a:prstGeom>
            <a:noFill/>
            <a:ln w="13335">
              <a:solidFill>
                <a:srgbClr val="C88931"/>
              </a:solidFill>
              <a:prstDash val="solid"/>
            </a:ln>
          </p:spPr>
        </p:sp>
        <p:sp>
          <p:nvSpPr>
            <p:cNvPr id="2189" name="panel4__line_2188"/>
            <p:cNvSpPr/>
            <p:nvPr/>
          </p:nvSpPr>
          <p:spPr>
            <a:xfrm flipV="1">
              <a:off x="3305309" y="7035314"/>
              <a:ext cx="12745" cy="4983"/>
            </a:xfrm>
            <a:prstGeom prst="line">
              <a:avLst/>
            </a:prstGeom>
            <a:noFill/>
            <a:ln w="13335">
              <a:solidFill>
                <a:srgbClr val="C88931"/>
              </a:solidFill>
              <a:prstDash val="solid"/>
            </a:ln>
          </p:spPr>
        </p:sp>
        <p:sp>
          <p:nvSpPr>
            <p:cNvPr id="2190" name="panel4__line_2189"/>
            <p:cNvSpPr/>
            <p:nvPr/>
          </p:nvSpPr>
          <p:spPr>
            <a:xfrm flipV="1">
              <a:off x="3318054" y="6997636"/>
              <a:ext cx="12745" cy="37677"/>
            </a:xfrm>
            <a:prstGeom prst="line">
              <a:avLst/>
            </a:prstGeom>
            <a:noFill/>
            <a:ln w="13335">
              <a:solidFill>
                <a:srgbClr val="C88931"/>
              </a:solidFill>
              <a:prstDash val="solid"/>
            </a:ln>
          </p:spPr>
        </p:sp>
        <p:sp>
          <p:nvSpPr>
            <p:cNvPr id="2191" name="panel4__line_2190"/>
            <p:cNvSpPr/>
            <p:nvPr/>
          </p:nvSpPr>
          <p:spPr>
            <a:xfrm flipV="1">
              <a:off x="3330799" y="6963034"/>
              <a:ext cx="12745" cy="34603"/>
            </a:xfrm>
            <a:prstGeom prst="line">
              <a:avLst/>
            </a:prstGeom>
            <a:noFill/>
            <a:ln w="13335">
              <a:solidFill>
                <a:srgbClr val="C88931"/>
              </a:solidFill>
              <a:prstDash val="solid"/>
            </a:ln>
          </p:spPr>
        </p:sp>
        <p:sp>
          <p:nvSpPr>
            <p:cNvPr id="2192" name="panel4__line_2191"/>
            <p:cNvSpPr/>
            <p:nvPr/>
          </p:nvSpPr>
          <p:spPr>
            <a:xfrm>
              <a:off x="3343543" y="6963034"/>
              <a:ext cx="12745" cy="1322"/>
            </a:xfrm>
            <a:prstGeom prst="line">
              <a:avLst/>
            </a:prstGeom>
            <a:noFill/>
            <a:ln w="13335">
              <a:solidFill>
                <a:srgbClr val="C88931"/>
              </a:solidFill>
              <a:prstDash val="solid"/>
            </a:ln>
          </p:spPr>
        </p:sp>
        <p:sp>
          <p:nvSpPr>
            <p:cNvPr id="2193" name="panel4__line_2192"/>
            <p:cNvSpPr/>
            <p:nvPr/>
          </p:nvSpPr>
          <p:spPr>
            <a:xfrm>
              <a:off x="3356288" y="6964356"/>
              <a:ext cx="12745" cy="35992"/>
            </a:xfrm>
            <a:prstGeom prst="line">
              <a:avLst/>
            </a:prstGeom>
            <a:noFill/>
            <a:ln w="13335">
              <a:solidFill>
                <a:srgbClr val="C88931"/>
              </a:solidFill>
              <a:prstDash val="solid"/>
            </a:ln>
          </p:spPr>
        </p:sp>
        <p:sp>
          <p:nvSpPr>
            <p:cNvPr id="2194" name="panel4__line_2193"/>
            <p:cNvSpPr/>
            <p:nvPr/>
          </p:nvSpPr>
          <p:spPr>
            <a:xfrm>
              <a:off x="3369033" y="7000347"/>
              <a:ext cx="12745" cy="36493"/>
            </a:xfrm>
            <a:prstGeom prst="line">
              <a:avLst/>
            </a:prstGeom>
            <a:noFill/>
            <a:ln w="13335">
              <a:solidFill>
                <a:srgbClr val="C88931"/>
              </a:solidFill>
              <a:prstDash val="solid"/>
            </a:ln>
          </p:spPr>
        </p:sp>
        <p:sp>
          <p:nvSpPr>
            <p:cNvPr id="2195" name="panel4__line_2194"/>
            <p:cNvSpPr/>
            <p:nvPr/>
          </p:nvSpPr>
          <p:spPr>
            <a:xfrm>
              <a:off x="3381777" y="7036840"/>
              <a:ext cx="12745" cy="2349"/>
            </a:xfrm>
            <a:prstGeom prst="line">
              <a:avLst/>
            </a:prstGeom>
            <a:noFill/>
            <a:ln w="13335">
              <a:solidFill>
                <a:srgbClr val="C88931"/>
              </a:solidFill>
              <a:prstDash val="solid"/>
            </a:ln>
          </p:spPr>
        </p:sp>
        <p:sp>
          <p:nvSpPr>
            <p:cNvPr id="2196" name="panel4__line_2195"/>
            <p:cNvSpPr/>
            <p:nvPr/>
          </p:nvSpPr>
          <p:spPr>
            <a:xfrm flipV="1">
              <a:off x="3394522" y="7005165"/>
              <a:ext cx="12745" cy="34024"/>
            </a:xfrm>
            <a:prstGeom prst="line">
              <a:avLst/>
            </a:prstGeom>
            <a:noFill/>
            <a:ln w="13335">
              <a:solidFill>
                <a:srgbClr val="C88931"/>
              </a:solidFill>
              <a:prstDash val="solid"/>
            </a:ln>
          </p:spPr>
        </p:sp>
        <p:sp>
          <p:nvSpPr>
            <p:cNvPr id="2197" name="panel4__line_2196"/>
            <p:cNvSpPr/>
            <p:nvPr/>
          </p:nvSpPr>
          <p:spPr>
            <a:xfrm flipV="1">
              <a:off x="3407267" y="6967068"/>
              <a:ext cx="12745" cy="38097"/>
            </a:xfrm>
            <a:prstGeom prst="line">
              <a:avLst/>
            </a:prstGeom>
            <a:noFill/>
            <a:ln w="13335">
              <a:solidFill>
                <a:srgbClr val="C88931"/>
              </a:solidFill>
              <a:prstDash val="solid"/>
            </a:ln>
          </p:spPr>
        </p:sp>
        <p:sp>
          <p:nvSpPr>
            <p:cNvPr id="2198" name="panel4__line_2197"/>
            <p:cNvSpPr/>
            <p:nvPr/>
          </p:nvSpPr>
          <p:spPr>
            <a:xfrm flipV="1">
              <a:off x="3420012" y="6961066"/>
              <a:ext cx="12745" cy="6002"/>
            </a:xfrm>
            <a:prstGeom prst="line">
              <a:avLst/>
            </a:prstGeom>
            <a:noFill/>
            <a:ln w="13335">
              <a:solidFill>
                <a:srgbClr val="C88931"/>
              </a:solidFill>
              <a:prstDash val="solid"/>
            </a:ln>
          </p:spPr>
        </p:sp>
        <p:sp>
          <p:nvSpPr>
            <p:cNvPr id="2199" name="panel4__line_2198"/>
            <p:cNvSpPr/>
            <p:nvPr/>
          </p:nvSpPr>
          <p:spPr>
            <a:xfrm>
              <a:off x="3432756" y="6961066"/>
              <a:ext cx="12745" cy="31791"/>
            </a:xfrm>
            <a:prstGeom prst="line">
              <a:avLst/>
            </a:prstGeom>
            <a:noFill/>
            <a:ln w="13335">
              <a:solidFill>
                <a:srgbClr val="C88931"/>
              </a:solidFill>
              <a:prstDash val="solid"/>
            </a:ln>
          </p:spPr>
        </p:sp>
        <p:sp>
          <p:nvSpPr>
            <p:cNvPr id="2200" name="panel4__line_2199"/>
            <p:cNvSpPr/>
            <p:nvPr/>
          </p:nvSpPr>
          <p:spPr>
            <a:xfrm>
              <a:off x="3445501" y="6992856"/>
              <a:ext cx="12745" cy="39403"/>
            </a:xfrm>
            <a:prstGeom prst="line">
              <a:avLst/>
            </a:prstGeom>
            <a:noFill/>
            <a:ln w="13335">
              <a:solidFill>
                <a:srgbClr val="C88931"/>
              </a:solidFill>
              <a:prstDash val="solid"/>
            </a:ln>
          </p:spPr>
        </p:sp>
        <p:sp>
          <p:nvSpPr>
            <p:cNvPr id="2201" name="panel4__line_2200"/>
            <p:cNvSpPr/>
            <p:nvPr/>
          </p:nvSpPr>
          <p:spPr>
            <a:xfrm>
              <a:off x="3458246" y="7032259"/>
              <a:ext cx="12745" cy="9608"/>
            </a:xfrm>
            <a:prstGeom prst="line">
              <a:avLst/>
            </a:prstGeom>
            <a:noFill/>
            <a:ln w="13335">
              <a:solidFill>
                <a:srgbClr val="C88931"/>
              </a:solidFill>
              <a:prstDash val="solid"/>
            </a:ln>
          </p:spPr>
        </p:sp>
        <p:sp>
          <p:nvSpPr>
            <p:cNvPr id="2202" name="panel4__line_2201"/>
            <p:cNvSpPr/>
            <p:nvPr/>
          </p:nvSpPr>
          <p:spPr>
            <a:xfrm flipV="1">
              <a:off x="3470990" y="7012560"/>
              <a:ext cx="12745" cy="29308"/>
            </a:xfrm>
            <a:prstGeom prst="line">
              <a:avLst/>
            </a:prstGeom>
            <a:noFill/>
            <a:ln w="13335">
              <a:solidFill>
                <a:srgbClr val="C88931"/>
              </a:solidFill>
              <a:prstDash val="solid"/>
            </a:ln>
          </p:spPr>
        </p:sp>
        <p:sp>
          <p:nvSpPr>
            <p:cNvPr id="2203" name="panel4__line_2202"/>
            <p:cNvSpPr/>
            <p:nvPr/>
          </p:nvSpPr>
          <p:spPr>
            <a:xfrm flipV="1">
              <a:off x="3483735" y="6972159"/>
              <a:ext cx="12745" cy="40401"/>
            </a:xfrm>
            <a:prstGeom prst="line">
              <a:avLst/>
            </a:prstGeom>
            <a:noFill/>
            <a:ln w="13335">
              <a:solidFill>
                <a:srgbClr val="C88931"/>
              </a:solidFill>
              <a:prstDash val="solid"/>
            </a:ln>
          </p:spPr>
        </p:sp>
        <p:sp>
          <p:nvSpPr>
            <p:cNvPr id="2204" name="panel4__line_2203"/>
            <p:cNvSpPr/>
            <p:nvPr/>
          </p:nvSpPr>
          <p:spPr>
            <a:xfrm flipV="1">
              <a:off x="3496480" y="6959020"/>
              <a:ext cx="12745" cy="13139"/>
            </a:xfrm>
            <a:prstGeom prst="line">
              <a:avLst/>
            </a:prstGeom>
            <a:noFill/>
            <a:ln w="13335">
              <a:solidFill>
                <a:srgbClr val="C88931"/>
              </a:solidFill>
              <a:prstDash val="solid"/>
            </a:ln>
          </p:spPr>
        </p:sp>
        <p:sp>
          <p:nvSpPr>
            <p:cNvPr id="2205" name="panel4__line_2204"/>
            <p:cNvSpPr/>
            <p:nvPr/>
          </p:nvSpPr>
          <p:spPr>
            <a:xfrm>
              <a:off x="3509225" y="6959020"/>
              <a:ext cx="12745" cy="26596"/>
            </a:xfrm>
            <a:prstGeom prst="line">
              <a:avLst/>
            </a:prstGeom>
            <a:noFill/>
            <a:ln w="13335">
              <a:solidFill>
                <a:srgbClr val="C88931"/>
              </a:solidFill>
              <a:prstDash val="solid"/>
            </a:ln>
          </p:spPr>
        </p:sp>
        <p:sp>
          <p:nvSpPr>
            <p:cNvPr id="2206" name="panel4__line_2205"/>
            <p:cNvSpPr/>
            <p:nvPr/>
          </p:nvSpPr>
          <p:spPr>
            <a:xfrm>
              <a:off x="3521969" y="6985616"/>
              <a:ext cx="12745" cy="41082"/>
            </a:xfrm>
            <a:prstGeom prst="line">
              <a:avLst/>
            </a:prstGeom>
            <a:noFill/>
            <a:ln w="13335">
              <a:solidFill>
                <a:srgbClr val="C88931"/>
              </a:solidFill>
              <a:prstDash val="solid"/>
            </a:ln>
          </p:spPr>
        </p:sp>
        <p:sp>
          <p:nvSpPr>
            <p:cNvPr id="2207" name="panel4__line_2206"/>
            <p:cNvSpPr/>
            <p:nvPr/>
          </p:nvSpPr>
          <p:spPr>
            <a:xfrm>
              <a:off x="3534714" y="7026698"/>
              <a:ext cx="12745" cy="16567"/>
            </a:xfrm>
            <a:prstGeom prst="line">
              <a:avLst/>
            </a:prstGeom>
            <a:noFill/>
            <a:ln w="13335">
              <a:solidFill>
                <a:srgbClr val="C88931"/>
              </a:solidFill>
              <a:prstDash val="solid"/>
            </a:ln>
          </p:spPr>
        </p:sp>
        <p:sp>
          <p:nvSpPr>
            <p:cNvPr id="2208" name="panel4__line_2207"/>
            <p:cNvSpPr/>
            <p:nvPr/>
          </p:nvSpPr>
          <p:spPr>
            <a:xfrm flipV="1">
              <a:off x="3547459" y="7019589"/>
              <a:ext cx="12745" cy="23676"/>
            </a:xfrm>
            <a:prstGeom prst="line">
              <a:avLst/>
            </a:prstGeom>
            <a:noFill/>
            <a:ln w="13335">
              <a:solidFill>
                <a:srgbClr val="C88931"/>
              </a:solidFill>
              <a:prstDash val="solid"/>
            </a:ln>
          </p:spPr>
        </p:sp>
        <p:sp>
          <p:nvSpPr>
            <p:cNvPr id="2209" name="panel4__line_2208"/>
            <p:cNvSpPr/>
            <p:nvPr/>
          </p:nvSpPr>
          <p:spPr>
            <a:xfrm flipV="1">
              <a:off x="3560204" y="6978147"/>
              <a:ext cx="12745" cy="41443"/>
            </a:xfrm>
            <a:prstGeom prst="line">
              <a:avLst/>
            </a:prstGeom>
            <a:noFill/>
            <a:ln w="13335">
              <a:solidFill>
                <a:srgbClr val="C88931"/>
              </a:solidFill>
              <a:prstDash val="solid"/>
            </a:ln>
          </p:spPr>
        </p:sp>
        <p:sp>
          <p:nvSpPr>
            <p:cNvPr id="2210" name="panel4__line_2209"/>
            <p:cNvSpPr/>
            <p:nvPr/>
          </p:nvSpPr>
          <p:spPr>
            <a:xfrm flipV="1">
              <a:off x="3572948" y="6958281"/>
              <a:ext cx="12745" cy="19865"/>
            </a:xfrm>
            <a:prstGeom prst="line">
              <a:avLst/>
            </a:prstGeom>
            <a:noFill/>
            <a:ln w="13335">
              <a:solidFill>
                <a:srgbClr val="C88931"/>
              </a:solidFill>
              <a:prstDash val="solid"/>
            </a:ln>
          </p:spPr>
        </p:sp>
        <p:sp>
          <p:nvSpPr>
            <p:cNvPr id="2211" name="panel4__line_2210"/>
            <p:cNvSpPr/>
            <p:nvPr/>
          </p:nvSpPr>
          <p:spPr>
            <a:xfrm>
              <a:off x="3585693" y="6958281"/>
              <a:ext cx="12745" cy="20571"/>
            </a:xfrm>
            <a:prstGeom prst="line">
              <a:avLst/>
            </a:prstGeom>
            <a:noFill/>
            <a:ln w="13335">
              <a:solidFill>
                <a:srgbClr val="C88931"/>
              </a:solidFill>
              <a:prstDash val="solid"/>
            </a:ln>
          </p:spPr>
        </p:sp>
        <p:sp>
          <p:nvSpPr>
            <p:cNvPr id="2212" name="panel4__line_2211"/>
            <p:cNvSpPr/>
            <p:nvPr/>
          </p:nvSpPr>
          <p:spPr>
            <a:xfrm>
              <a:off x="3598438" y="6978852"/>
              <a:ext cx="12745" cy="41478"/>
            </a:xfrm>
            <a:prstGeom prst="line">
              <a:avLst/>
            </a:prstGeom>
            <a:noFill/>
            <a:ln w="13335">
              <a:solidFill>
                <a:srgbClr val="C88931"/>
              </a:solidFill>
              <a:prstDash val="solid"/>
            </a:ln>
          </p:spPr>
        </p:sp>
        <p:sp>
          <p:nvSpPr>
            <p:cNvPr id="2213" name="panel4__line_2212"/>
            <p:cNvSpPr/>
            <p:nvPr/>
          </p:nvSpPr>
          <p:spPr>
            <a:xfrm>
              <a:off x="3611182" y="7020331"/>
              <a:ext cx="12745" cy="23008"/>
            </a:xfrm>
            <a:prstGeom prst="line">
              <a:avLst/>
            </a:prstGeom>
            <a:noFill/>
            <a:ln w="13335">
              <a:solidFill>
                <a:srgbClr val="C88931"/>
              </a:solidFill>
              <a:prstDash val="solid"/>
            </a:ln>
          </p:spPr>
        </p:sp>
        <p:sp>
          <p:nvSpPr>
            <p:cNvPr id="2214" name="panel4__line_2213"/>
            <p:cNvSpPr/>
            <p:nvPr/>
          </p:nvSpPr>
          <p:spPr>
            <a:xfrm flipV="1">
              <a:off x="3623927" y="7026034"/>
              <a:ext cx="12745" cy="17305"/>
            </a:xfrm>
            <a:prstGeom prst="line">
              <a:avLst/>
            </a:prstGeom>
            <a:noFill/>
            <a:ln w="13335">
              <a:solidFill>
                <a:srgbClr val="C88931"/>
              </a:solidFill>
              <a:prstDash val="solid"/>
            </a:ln>
          </p:spPr>
        </p:sp>
        <p:sp>
          <p:nvSpPr>
            <p:cNvPr id="2215" name="panel4__line_2214"/>
            <p:cNvSpPr/>
            <p:nvPr/>
          </p:nvSpPr>
          <p:spPr>
            <a:xfrm flipV="1">
              <a:off x="3636672" y="6984845"/>
              <a:ext cx="12745" cy="41189"/>
            </a:xfrm>
            <a:prstGeom prst="line">
              <a:avLst/>
            </a:prstGeom>
            <a:noFill/>
            <a:ln w="13335">
              <a:solidFill>
                <a:srgbClr val="C88931"/>
              </a:solidFill>
              <a:prstDash val="solid"/>
            </a:ln>
          </p:spPr>
        </p:sp>
        <p:sp>
          <p:nvSpPr>
            <p:cNvPr id="2216" name="panel4__line_2215"/>
            <p:cNvSpPr/>
            <p:nvPr/>
          </p:nvSpPr>
          <p:spPr>
            <a:xfrm flipV="1">
              <a:off x="3649417" y="6958874"/>
              <a:ext cx="12745" cy="25971"/>
            </a:xfrm>
            <a:prstGeom prst="line">
              <a:avLst/>
            </a:prstGeom>
            <a:noFill/>
            <a:ln w="13335">
              <a:solidFill>
                <a:srgbClr val="C88931"/>
              </a:solidFill>
              <a:prstDash val="solid"/>
            </a:ln>
          </p:spPr>
        </p:sp>
        <p:sp>
          <p:nvSpPr>
            <p:cNvPr id="2217" name="panel4__line_2216"/>
            <p:cNvSpPr/>
            <p:nvPr/>
          </p:nvSpPr>
          <p:spPr>
            <a:xfrm>
              <a:off x="3662161" y="6958874"/>
              <a:ext cx="12745" cy="13903"/>
            </a:xfrm>
            <a:prstGeom prst="line">
              <a:avLst/>
            </a:prstGeom>
            <a:noFill/>
            <a:ln w="13335">
              <a:solidFill>
                <a:srgbClr val="C88931"/>
              </a:solidFill>
              <a:prstDash val="solid"/>
            </a:ln>
          </p:spPr>
        </p:sp>
        <p:sp>
          <p:nvSpPr>
            <p:cNvPr id="2218" name="panel4__line_2217"/>
            <p:cNvSpPr/>
            <p:nvPr/>
          </p:nvSpPr>
          <p:spPr>
            <a:xfrm>
              <a:off x="3674906" y="6972777"/>
              <a:ext cx="12745" cy="40578"/>
            </a:xfrm>
            <a:prstGeom prst="line">
              <a:avLst/>
            </a:prstGeom>
            <a:noFill/>
            <a:ln w="13335">
              <a:solidFill>
                <a:srgbClr val="C88931"/>
              </a:solidFill>
              <a:prstDash val="solid"/>
            </a:ln>
          </p:spPr>
        </p:sp>
        <p:sp>
          <p:nvSpPr>
            <p:cNvPr id="2219" name="panel4__line_2218"/>
            <p:cNvSpPr/>
            <p:nvPr/>
          </p:nvSpPr>
          <p:spPr>
            <a:xfrm>
              <a:off x="3687651" y="7013355"/>
              <a:ext cx="12745" cy="28730"/>
            </a:xfrm>
            <a:prstGeom prst="line">
              <a:avLst/>
            </a:prstGeom>
            <a:noFill/>
            <a:ln w="13335">
              <a:solidFill>
                <a:srgbClr val="C88931"/>
              </a:solidFill>
              <a:prstDash val="solid"/>
            </a:ln>
          </p:spPr>
        </p:sp>
        <p:sp>
          <p:nvSpPr>
            <p:cNvPr id="2220" name="panel4__line_2219"/>
            <p:cNvSpPr/>
            <p:nvPr/>
          </p:nvSpPr>
          <p:spPr>
            <a:xfrm flipV="1">
              <a:off x="3700395" y="7031693"/>
              <a:ext cx="12745" cy="10393"/>
            </a:xfrm>
            <a:prstGeom prst="line">
              <a:avLst/>
            </a:prstGeom>
            <a:noFill/>
            <a:ln w="13335">
              <a:solidFill>
                <a:srgbClr val="C88931"/>
              </a:solidFill>
              <a:prstDash val="solid"/>
            </a:ln>
          </p:spPr>
        </p:sp>
        <p:sp>
          <p:nvSpPr>
            <p:cNvPr id="2221" name="panel4__line_2220"/>
            <p:cNvSpPr/>
            <p:nvPr/>
          </p:nvSpPr>
          <p:spPr>
            <a:xfrm flipV="1">
              <a:off x="3713140" y="6992043"/>
              <a:ext cx="12745" cy="39649"/>
            </a:xfrm>
            <a:prstGeom prst="line">
              <a:avLst/>
            </a:prstGeom>
            <a:noFill/>
            <a:ln w="13335">
              <a:solidFill>
                <a:srgbClr val="C88931"/>
              </a:solidFill>
              <a:prstDash val="solid"/>
            </a:ln>
          </p:spPr>
        </p:sp>
        <p:sp>
          <p:nvSpPr>
            <p:cNvPr id="2222" name="panel4__line_2221"/>
            <p:cNvSpPr/>
            <p:nvPr/>
          </p:nvSpPr>
          <p:spPr>
            <a:xfrm flipV="1">
              <a:off x="3725885" y="6960778"/>
              <a:ext cx="12745" cy="31265"/>
            </a:xfrm>
            <a:prstGeom prst="line">
              <a:avLst/>
            </a:prstGeom>
            <a:noFill/>
            <a:ln w="13335">
              <a:solidFill>
                <a:srgbClr val="C88931"/>
              </a:solidFill>
              <a:prstDash val="solid"/>
            </a:ln>
          </p:spPr>
        </p:sp>
        <p:sp>
          <p:nvSpPr>
            <p:cNvPr id="2223" name="panel4__line_2222"/>
            <p:cNvSpPr/>
            <p:nvPr/>
          </p:nvSpPr>
          <p:spPr>
            <a:xfrm>
              <a:off x="3738630" y="6960778"/>
              <a:ext cx="12745" cy="6801"/>
            </a:xfrm>
            <a:prstGeom prst="line">
              <a:avLst/>
            </a:prstGeom>
            <a:noFill/>
            <a:ln w="13335">
              <a:solidFill>
                <a:srgbClr val="C88931"/>
              </a:solidFill>
              <a:prstDash val="solid"/>
            </a:ln>
          </p:spPr>
        </p:sp>
        <p:sp>
          <p:nvSpPr>
            <p:cNvPr id="2224" name="panel4__line_2223"/>
            <p:cNvSpPr/>
            <p:nvPr/>
          </p:nvSpPr>
          <p:spPr>
            <a:xfrm>
              <a:off x="3751374" y="6967579"/>
              <a:ext cx="12745" cy="38410"/>
            </a:xfrm>
            <a:prstGeom prst="line">
              <a:avLst/>
            </a:prstGeom>
            <a:noFill/>
            <a:ln w="13335">
              <a:solidFill>
                <a:srgbClr val="C88931"/>
              </a:solidFill>
              <a:prstDash val="solid"/>
            </a:ln>
          </p:spPr>
        </p:sp>
        <p:sp>
          <p:nvSpPr>
            <p:cNvPr id="2225" name="panel4__line_2224"/>
            <p:cNvSpPr/>
            <p:nvPr/>
          </p:nvSpPr>
          <p:spPr>
            <a:xfrm>
              <a:off x="3764119" y="7005989"/>
              <a:ext cx="12745" cy="33555"/>
            </a:xfrm>
            <a:prstGeom prst="line">
              <a:avLst/>
            </a:prstGeom>
            <a:noFill/>
            <a:ln w="13335">
              <a:solidFill>
                <a:srgbClr val="C88931"/>
              </a:solidFill>
              <a:prstDash val="solid"/>
            </a:ln>
          </p:spPr>
        </p:sp>
        <p:sp>
          <p:nvSpPr>
            <p:cNvPr id="2226" name="panel4__line_2225"/>
            <p:cNvSpPr/>
            <p:nvPr/>
          </p:nvSpPr>
          <p:spPr>
            <a:xfrm flipV="1">
              <a:off x="3776864" y="7036389"/>
              <a:ext cx="12745" cy="3156"/>
            </a:xfrm>
            <a:prstGeom prst="line">
              <a:avLst/>
            </a:prstGeom>
            <a:noFill/>
            <a:ln w="13335">
              <a:solidFill>
                <a:srgbClr val="C88931"/>
              </a:solidFill>
              <a:prstDash val="solid"/>
            </a:ln>
          </p:spPr>
        </p:sp>
        <p:sp>
          <p:nvSpPr>
            <p:cNvPr id="2227" name="panel4__line_2226"/>
            <p:cNvSpPr/>
            <p:nvPr/>
          </p:nvSpPr>
          <p:spPr>
            <a:xfrm flipV="1">
              <a:off x="3789608" y="6999518"/>
              <a:ext cx="12745" cy="36870"/>
            </a:xfrm>
            <a:prstGeom prst="line">
              <a:avLst/>
            </a:prstGeom>
            <a:noFill/>
            <a:ln w="13335">
              <a:solidFill>
                <a:srgbClr val="C88931"/>
              </a:solidFill>
              <a:prstDash val="solid"/>
            </a:ln>
          </p:spPr>
        </p:sp>
        <p:sp>
          <p:nvSpPr>
            <p:cNvPr id="2228" name="panel4__line_2227"/>
            <p:cNvSpPr/>
            <p:nvPr/>
          </p:nvSpPr>
          <p:spPr>
            <a:xfrm flipV="1">
              <a:off x="3802353" y="6963936"/>
              <a:ext cx="12745" cy="35582"/>
            </a:xfrm>
            <a:prstGeom prst="line">
              <a:avLst/>
            </a:prstGeom>
            <a:noFill/>
            <a:ln w="13335">
              <a:solidFill>
                <a:srgbClr val="C88931"/>
              </a:solidFill>
              <a:prstDash val="solid"/>
            </a:ln>
          </p:spPr>
        </p:sp>
        <p:sp>
          <p:nvSpPr>
            <p:cNvPr id="2229" name="panel4__line_2228"/>
            <p:cNvSpPr/>
            <p:nvPr/>
          </p:nvSpPr>
          <p:spPr>
            <a:xfrm flipV="1">
              <a:off x="3815098" y="6963422"/>
              <a:ext cx="12745" cy="514"/>
            </a:xfrm>
            <a:prstGeom prst="line">
              <a:avLst/>
            </a:prstGeom>
            <a:noFill/>
            <a:ln w="13335">
              <a:solidFill>
                <a:srgbClr val="C88931"/>
              </a:solidFill>
              <a:prstDash val="solid"/>
            </a:ln>
          </p:spPr>
        </p:sp>
        <p:sp>
          <p:nvSpPr>
            <p:cNvPr id="2230" name="panel4__line_2229"/>
            <p:cNvSpPr/>
            <p:nvPr/>
          </p:nvSpPr>
          <p:spPr>
            <a:xfrm>
              <a:off x="3827843" y="6963422"/>
              <a:ext cx="12745" cy="35042"/>
            </a:xfrm>
            <a:prstGeom prst="line">
              <a:avLst/>
            </a:prstGeom>
            <a:noFill/>
            <a:ln w="13335">
              <a:solidFill>
                <a:srgbClr val="C88931"/>
              </a:solidFill>
              <a:prstDash val="solid"/>
            </a:ln>
          </p:spPr>
        </p:sp>
        <p:sp>
          <p:nvSpPr>
            <p:cNvPr id="2231" name="panel4__line_2230"/>
            <p:cNvSpPr/>
            <p:nvPr/>
          </p:nvSpPr>
          <p:spPr>
            <a:xfrm>
              <a:off x="3840587" y="6998464"/>
              <a:ext cx="12745" cy="37331"/>
            </a:xfrm>
            <a:prstGeom prst="line">
              <a:avLst/>
            </a:prstGeom>
            <a:noFill/>
            <a:ln w="13335">
              <a:solidFill>
                <a:srgbClr val="C88931"/>
              </a:solidFill>
              <a:prstDash val="solid"/>
            </a:ln>
          </p:spPr>
        </p:sp>
        <p:sp>
          <p:nvSpPr>
            <p:cNvPr id="2232" name="panel4__line_2231"/>
            <p:cNvSpPr/>
            <p:nvPr/>
          </p:nvSpPr>
          <p:spPr>
            <a:xfrm>
              <a:off x="3853332" y="7035795"/>
              <a:ext cx="12745" cy="4180"/>
            </a:xfrm>
            <a:prstGeom prst="line">
              <a:avLst/>
            </a:prstGeom>
            <a:noFill/>
            <a:ln w="13335">
              <a:solidFill>
                <a:srgbClr val="C88931"/>
              </a:solidFill>
              <a:prstDash val="solid"/>
            </a:ln>
          </p:spPr>
        </p:sp>
        <p:sp>
          <p:nvSpPr>
            <p:cNvPr id="2233" name="panel4__line_2232"/>
            <p:cNvSpPr/>
            <p:nvPr/>
          </p:nvSpPr>
          <p:spPr>
            <a:xfrm flipV="1">
              <a:off x="3866077" y="7007035"/>
              <a:ext cx="12745" cy="32940"/>
            </a:xfrm>
            <a:prstGeom prst="line">
              <a:avLst/>
            </a:prstGeom>
            <a:noFill/>
            <a:ln w="13335">
              <a:solidFill>
                <a:srgbClr val="C88931"/>
              </a:solidFill>
              <a:prstDash val="solid"/>
            </a:ln>
          </p:spPr>
        </p:sp>
        <p:sp>
          <p:nvSpPr>
            <p:cNvPr id="2234" name="panel4__line_2233"/>
            <p:cNvSpPr/>
            <p:nvPr/>
          </p:nvSpPr>
          <p:spPr>
            <a:xfrm flipV="1">
              <a:off x="3878821" y="6968247"/>
              <a:ext cx="12745" cy="38788"/>
            </a:xfrm>
            <a:prstGeom prst="line">
              <a:avLst/>
            </a:prstGeom>
            <a:noFill/>
            <a:ln w="13335">
              <a:solidFill>
                <a:srgbClr val="C88931"/>
              </a:solidFill>
              <a:prstDash val="solid"/>
            </a:ln>
          </p:spPr>
        </p:sp>
        <p:sp>
          <p:nvSpPr>
            <p:cNvPr id="2235" name="panel4__line_2234"/>
            <p:cNvSpPr/>
            <p:nvPr/>
          </p:nvSpPr>
          <p:spPr>
            <a:xfrm flipV="1">
              <a:off x="3891566" y="6960434"/>
              <a:ext cx="12745" cy="7813"/>
            </a:xfrm>
            <a:prstGeom prst="line">
              <a:avLst/>
            </a:prstGeom>
            <a:noFill/>
            <a:ln w="13335">
              <a:solidFill>
                <a:srgbClr val="C88931"/>
              </a:solidFill>
              <a:prstDash val="solid"/>
            </a:ln>
          </p:spPr>
        </p:sp>
        <p:sp>
          <p:nvSpPr>
            <p:cNvPr id="2236" name="panel4__line_2235"/>
            <p:cNvSpPr/>
            <p:nvPr/>
          </p:nvSpPr>
          <p:spPr>
            <a:xfrm>
              <a:off x="3904311" y="6960434"/>
              <a:ext cx="12745" cy="30579"/>
            </a:xfrm>
            <a:prstGeom prst="line">
              <a:avLst/>
            </a:prstGeom>
            <a:noFill/>
            <a:ln w="13335">
              <a:solidFill>
                <a:srgbClr val="C88931"/>
              </a:solidFill>
              <a:prstDash val="solid"/>
            </a:ln>
          </p:spPr>
        </p:sp>
        <p:sp>
          <p:nvSpPr>
            <p:cNvPr id="2237" name="panel4__line_2236"/>
            <p:cNvSpPr/>
            <p:nvPr/>
          </p:nvSpPr>
          <p:spPr>
            <a:xfrm>
              <a:off x="3917056" y="6991014"/>
              <a:ext cx="12745" cy="39941"/>
            </a:xfrm>
            <a:prstGeom prst="line">
              <a:avLst/>
            </a:prstGeom>
            <a:noFill/>
            <a:ln w="13335">
              <a:solidFill>
                <a:srgbClr val="C88931"/>
              </a:solidFill>
              <a:prstDash val="solid"/>
            </a:ln>
          </p:spPr>
        </p:sp>
        <p:sp>
          <p:nvSpPr>
            <p:cNvPr id="2238" name="panel4__line_2237"/>
            <p:cNvSpPr/>
            <p:nvPr/>
          </p:nvSpPr>
          <p:spPr>
            <a:xfrm>
              <a:off x="3929800" y="7030955"/>
              <a:ext cx="12745" cy="11385"/>
            </a:xfrm>
            <a:prstGeom prst="line">
              <a:avLst/>
            </a:prstGeom>
            <a:noFill/>
            <a:ln w="13335">
              <a:solidFill>
                <a:srgbClr val="C88931"/>
              </a:solidFill>
              <a:prstDash val="solid"/>
            </a:ln>
          </p:spPr>
        </p:sp>
        <p:sp>
          <p:nvSpPr>
            <p:cNvPr id="2239" name="panel4__line_2238"/>
            <p:cNvSpPr/>
            <p:nvPr/>
          </p:nvSpPr>
          <p:spPr>
            <a:xfrm flipV="1">
              <a:off x="3942545" y="7014360"/>
              <a:ext cx="12745" cy="27980"/>
            </a:xfrm>
            <a:prstGeom prst="line">
              <a:avLst/>
            </a:prstGeom>
            <a:noFill/>
            <a:ln w="13335">
              <a:solidFill>
                <a:srgbClr val="C88931"/>
              </a:solidFill>
              <a:prstDash val="solid"/>
            </a:ln>
          </p:spPr>
        </p:sp>
        <p:sp>
          <p:nvSpPr>
            <p:cNvPr id="2240" name="panel4__line_2239"/>
            <p:cNvSpPr/>
            <p:nvPr/>
          </p:nvSpPr>
          <p:spPr>
            <a:xfrm flipV="1">
              <a:off x="3955290" y="6973578"/>
              <a:ext cx="12745" cy="40782"/>
            </a:xfrm>
            <a:prstGeom prst="line">
              <a:avLst/>
            </a:prstGeom>
            <a:noFill/>
            <a:ln w="13335">
              <a:solidFill>
                <a:srgbClr val="C88931"/>
              </a:solidFill>
              <a:prstDash val="solid"/>
            </a:ln>
          </p:spPr>
        </p:sp>
        <p:sp>
          <p:nvSpPr>
            <p:cNvPr id="2241" name="panel4__line_2240"/>
            <p:cNvSpPr/>
            <p:nvPr/>
          </p:nvSpPr>
          <p:spPr>
            <a:xfrm flipV="1">
              <a:off x="3968035" y="6958711"/>
              <a:ext cx="12745" cy="14868"/>
            </a:xfrm>
            <a:prstGeom prst="line">
              <a:avLst/>
            </a:prstGeom>
            <a:noFill/>
            <a:ln w="13335">
              <a:solidFill>
                <a:srgbClr val="C88931"/>
              </a:solidFill>
              <a:prstDash val="solid"/>
            </a:ln>
          </p:spPr>
        </p:sp>
        <p:sp>
          <p:nvSpPr>
            <p:cNvPr id="2242" name="panel4__line_2241"/>
            <p:cNvSpPr/>
            <p:nvPr/>
          </p:nvSpPr>
          <p:spPr>
            <a:xfrm>
              <a:off x="3980779" y="6958711"/>
              <a:ext cx="12745" cy="25161"/>
            </a:xfrm>
            <a:prstGeom prst="line">
              <a:avLst/>
            </a:prstGeom>
            <a:noFill/>
            <a:ln w="13335">
              <a:solidFill>
                <a:srgbClr val="C88931"/>
              </a:solidFill>
              <a:prstDash val="solid"/>
            </a:ln>
          </p:spPr>
        </p:sp>
        <p:sp>
          <p:nvSpPr>
            <p:cNvPr id="2243" name="panel4__line_2242"/>
            <p:cNvSpPr/>
            <p:nvPr/>
          </p:nvSpPr>
          <p:spPr>
            <a:xfrm>
              <a:off x="3993524" y="6983872"/>
              <a:ext cx="12745" cy="41303"/>
            </a:xfrm>
            <a:prstGeom prst="line">
              <a:avLst/>
            </a:prstGeom>
            <a:noFill/>
            <a:ln w="13335">
              <a:solidFill>
                <a:srgbClr val="C88931"/>
              </a:solidFill>
              <a:prstDash val="solid"/>
            </a:ln>
          </p:spPr>
        </p:sp>
        <p:sp>
          <p:nvSpPr>
            <p:cNvPr id="2244" name="panel4__line_2243"/>
            <p:cNvSpPr/>
            <p:nvPr/>
          </p:nvSpPr>
          <p:spPr>
            <a:xfrm>
              <a:off x="4006269" y="7025175"/>
              <a:ext cx="12745" cy="18234"/>
            </a:xfrm>
            <a:prstGeom prst="line">
              <a:avLst/>
            </a:prstGeom>
            <a:noFill/>
            <a:ln w="13335">
              <a:solidFill>
                <a:srgbClr val="C88931"/>
              </a:solidFill>
              <a:prstDash val="solid"/>
            </a:ln>
          </p:spPr>
        </p:sp>
        <p:sp>
          <p:nvSpPr>
            <p:cNvPr id="2245" name="panel4__line_2244"/>
            <p:cNvSpPr/>
            <p:nvPr/>
          </p:nvSpPr>
          <p:spPr>
            <a:xfrm flipV="1">
              <a:off x="4019013" y="7021263"/>
              <a:ext cx="12745" cy="22145"/>
            </a:xfrm>
            <a:prstGeom prst="line">
              <a:avLst/>
            </a:prstGeom>
            <a:noFill/>
            <a:ln w="13335">
              <a:solidFill>
                <a:srgbClr val="C88931"/>
              </a:solidFill>
              <a:prstDash val="solid"/>
            </a:ln>
          </p:spPr>
        </p:sp>
        <p:sp>
          <p:nvSpPr>
            <p:cNvPr id="2246" name="panel4__line_2245"/>
            <p:cNvSpPr/>
            <p:nvPr/>
          </p:nvSpPr>
          <p:spPr>
            <a:xfrm flipV="1">
              <a:off x="4031758" y="6979762"/>
              <a:ext cx="12745" cy="41501"/>
            </a:xfrm>
            <a:prstGeom prst="line">
              <a:avLst/>
            </a:prstGeom>
            <a:noFill/>
            <a:ln w="13335">
              <a:solidFill>
                <a:srgbClr val="C88931"/>
              </a:solidFill>
              <a:prstDash val="solid"/>
            </a:ln>
          </p:spPr>
        </p:sp>
        <p:sp>
          <p:nvSpPr>
            <p:cNvPr id="2247" name="panel4__line_2246"/>
            <p:cNvSpPr/>
            <p:nvPr/>
          </p:nvSpPr>
          <p:spPr>
            <a:xfrm flipV="1">
              <a:off x="4044503" y="6958305"/>
              <a:ext cx="12745" cy="21458"/>
            </a:xfrm>
            <a:prstGeom prst="line">
              <a:avLst/>
            </a:prstGeom>
            <a:noFill/>
            <a:ln w="13335">
              <a:solidFill>
                <a:srgbClr val="C88931"/>
              </a:solidFill>
              <a:prstDash val="solid"/>
            </a:ln>
          </p:spPr>
        </p:sp>
        <p:sp>
          <p:nvSpPr>
            <p:cNvPr id="2248" name="panel4__line_2247"/>
            <p:cNvSpPr/>
            <p:nvPr/>
          </p:nvSpPr>
          <p:spPr>
            <a:xfrm>
              <a:off x="4057248" y="6958305"/>
              <a:ext cx="12745" cy="18956"/>
            </a:xfrm>
            <a:prstGeom prst="line">
              <a:avLst/>
            </a:prstGeom>
            <a:noFill/>
            <a:ln w="13335">
              <a:solidFill>
                <a:srgbClr val="C88931"/>
              </a:solidFill>
              <a:prstDash val="solid"/>
            </a:ln>
          </p:spPr>
        </p:sp>
        <p:sp>
          <p:nvSpPr>
            <p:cNvPr id="2249" name="panel4__line_2248"/>
            <p:cNvSpPr/>
            <p:nvPr/>
          </p:nvSpPr>
          <p:spPr>
            <a:xfrm>
              <a:off x="4069992" y="6977261"/>
              <a:ext cx="12745" cy="41374"/>
            </a:xfrm>
            <a:prstGeom prst="line">
              <a:avLst/>
            </a:prstGeom>
            <a:noFill/>
            <a:ln w="13335">
              <a:solidFill>
                <a:srgbClr val="C88931"/>
              </a:solidFill>
              <a:prstDash val="solid"/>
            </a:ln>
          </p:spPr>
        </p:sp>
        <p:sp>
          <p:nvSpPr>
            <p:cNvPr id="2250" name="panel4__line_2249"/>
            <p:cNvSpPr/>
            <p:nvPr/>
          </p:nvSpPr>
          <p:spPr>
            <a:xfrm>
              <a:off x="4082737" y="7018635"/>
              <a:ext cx="12745" cy="24514"/>
            </a:xfrm>
            <a:prstGeom prst="line">
              <a:avLst/>
            </a:prstGeom>
            <a:noFill/>
            <a:ln w="13335">
              <a:solidFill>
                <a:srgbClr val="C88931"/>
              </a:solidFill>
              <a:prstDash val="solid"/>
            </a:ln>
          </p:spPr>
        </p:sp>
        <p:sp>
          <p:nvSpPr>
            <p:cNvPr id="2251" name="panel4__line_2250"/>
            <p:cNvSpPr/>
            <p:nvPr/>
          </p:nvSpPr>
          <p:spPr>
            <a:xfrm flipV="1">
              <a:off x="4095482" y="7027530"/>
              <a:ext cx="12745" cy="15619"/>
            </a:xfrm>
            <a:prstGeom prst="line">
              <a:avLst/>
            </a:prstGeom>
            <a:noFill/>
            <a:ln w="13335">
              <a:solidFill>
                <a:srgbClr val="C88931"/>
              </a:solidFill>
              <a:prstDash val="solid"/>
            </a:ln>
          </p:spPr>
        </p:sp>
        <p:sp>
          <p:nvSpPr>
            <p:cNvPr id="2252" name="panel4__line_2251"/>
            <p:cNvSpPr/>
            <p:nvPr/>
          </p:nvSpPr>
          <p:spPr>
            <a:xfrm flipV="1">
              <a:off x="4108226" y="6986606"/>
              <a:ext cx="12745" cy="40924"/>
            </a:xfrm>
            <a:prstGeom prst="line">
              <a:avLst/>
            </a:prstGeom>
            <a:noFill/>
            <a:ln w="13335">
              <a:solidFill>
                <a:srgbClr val="C88931"/>
              </a:solidFill>
              <a:prstDash val="solid"/>
            </a:ln>
          </p:spPr>
        </p:sp>
        <p:sp>
          <p:nvSpPr>
            <p:cNvPr id="2253" name="panel4__line_2252"/>
            <p:cNvSpPr/>
            <p:nvPr/>
          </p:nvSpPr>
          <p:spPr>
            <a:xfrm flipV="1">
              <a:off x="4120971" y="6959228"/>
              <a:ext cx="12745" cy="27378"/>
            </a:xfrm>
            <a:prstGeom prst="line">
              <a:avLst/>
            </a:prstGeom>
            <a:noFill/>
            <a:ln w="13335">
              <a:solidFill>
                <a:srgbClr val="C88931"/>
              </a:solidFill>
              <a:prstDash val="solid"/>
            </a:ln>
          </p:spPr>
        </p:sp>
        <p:sp>
          <p:nvSpPr>
            <p:cNvPr id="2254" name="panel4__line_2253"/>
            <p:cNvSpPr/>
            <p:nvPr/>
          </p:nvSpPr>
          <p:spPr>
            <a:xfrm>
              <a:off x="4133716" y="6959228"/>
              <a:ext cx="12745" cy="12160"/>
            </a:xfrm>
            <a:prstGeom prst="line">
              <a:avLst/>
            </a:prstGeom>
            <a:noFill/>
            <a:ln w="13335">
              <a:solidFill>
                <a:srgbClr val="C88931"/>
              </a:solidFill>
              <a:prstDash val="solid"/>
            </a:ln>
          </p:spPr>
        </p:sp>
        <p:sp>
          <p:nvSpPr>
            <p:cNvPr id="2255" name="panel4__line_2254"/>
            <p:cNvSpPr/>
            <p:nvPr/>
          </p:nvSpPr>
          <p:spPr>
            <a:xfrm>
              <a:off x="4146461" y="6971388"/>
              <a:ext cx="12745" cy="40153"/>
            </a:xfrm>
            <a:prstGeom prst="line">
              <a:avLst/>
            </a:prstGeom>
            <a:noFill/>
            <a:ln w="13335">
              <a:solidFill>
                <a:srgbClr val="C88931"/>
              </a:solidFill>
              <a:prstDash val="solid"/>
            </a:ln>
          </p:spPr>
        </p:sp>
        <p:sp>
          <p:nvSpPr>
            <p:cNvPr id="2256" name="panel4__line_2255"/>
            <p:cNvSpPr/>
            <p:nvPr/>
          </p:nvSpPr>
          <p:spPr>
            <a:xfrm>
              <a:off x="4159205" y="7011541"/>
              <a:ext cx="12745" cy="30027"/>
            </a:xfrm>
            <a:prstGeom prst="line">
              <a:avLst/>
            </a:prstGeom>
            <a:noFill/>
            <a:ln w="13335">
              <a:solidFill>
                <a:srgbClr val="C88931"/>
              </a:solidFill>
              <a:prstDash val="solid"/>
            </a:ln>
          </p:spPr>
        </p:sp>
        <p:sp>
          <p:nvSpPr>
            <p:cNvPr id="2257" name="panel4__text_2256"/>
            <p:cNvSpPr/>
            <p:nvPr/>
          </p:nvSpPr>
          <p:spPr>
            <a:xfrm>
              <a:off x="3038475" y="6848475"/>
              <a:ext cx="219075" cy="257175"/>
            </a:xfrm>
            <a:prstGeom prst="rect">
              <a:avLst/>
            </a:prstGeom>
            <a:noFill/>
            <a:ln/>
          </p:spPr>
          <p:txBody>
            <a:bodyPr wrap="none" lIns="0" tIns="0" rIns="0" bIns="0" rtlCol="0" anchor="ctr"/>
            <a:lstStyle/>
            <a:p>
              <a:pPr algn="ctr" indent="0" marL="0">
                <a:buNone/>
              </a:pPr>
              <a:r>
                <a:rPr lang="en-US" sz="1350" dirty="0">
                  <a:solidFill>
                    <a:srgbClr val="242B32"/>
                  </a:solidFill>
                  <a:latin typeface="Times New Roman" pitchFamily="34" charset="0"/>
                  <a:ea typeface="Times New Roman" pitchFamily="34" charset="-122"/>
                  <a:cs typeface="Times New Roman" pitchFamily="34" charset="-120"/>
                </a:rPr>
                <a:t>···</a:t>
              </a:r>
              <a:endParaRPr lang="en-US" sz="1350" dirty="0"/>
            </a:p>
          </p:txBody>
        </p:sp>
        <p:sp>
          <p:nvSpPr>
            <p:cNvPr id="2258" name="panel4__sum_2257"/>
            <p:cNvSpPr/>
            <p:nvPr/>
          </p:nvSpPr>
          <p:spPr>
            <a:xfrm>
              <a:off x="4400550" y="6858000"/>
              <a:ext cx="276225" cy="276225"/>
            </a:xfrm>
            <a:prstGeom prst="ellipse">
              <a:avLst/>
            </a:prstGeom>
            <a:solidFill>
              <a:srgbClr val="FFFFFF"/>
            </a:solidFill>
            <a:ln w="9525">
              <a:solidFill>
                <a:srgbClr val="242B32"/>
              </a:solidFill>
              <a:prstDash val="solid"/>
            </a:ln>
          </p:spPr>
        </p:sp>
        <p:sp>
          <p:nvSpPr>
            <p:cNvPr id="2259" name="panel4__text_2258"/>
            <p:cNvSpPr/>
            <p:nvPr/>
          </p:nvSpPr>
          <p:spPr>
            <a:xfrm>
              <a:off x="4438650" y="6867525"/>
              <a:ext cx="200025" cy="238125"/>
            </a:xfrm>
            <a:prstGeom prst="rect">
              <a:avLst/>
            </a:prstGeom>
            <a:noFill/>
            <a:ln/>
          </p:spPr>
          <p:txBody>
            <a:bodyPr wrap="none" lIns="0" tIns="0" rIns="0" bIns="0" rtlCol="0" anchor="ctr"/>
            <a:lstStyle/>
            <a:p>
              <a:pPr algn="ctr" indent="0" marL="0">
                <a:buNone/>
              </a:pPr>
              <a:r>
                <a:rPr lang="en-US" sz="1650" dirty="0">
                  <a:solidFill>
                    <a:srgbClr val="242B32"/>
                  </a:solidFill>
                  <a:latin typeface="Times New Roman" pitchFamily="34" charset="0"/>
                  <a:ea typeface="Times New Roman" pitchFamily="34" charset="-122"/>
                  <a:cs typeface="Times New Roman" pitchFamily="34" charset="-120"/>
                </a:rPr>
                <a:t>Σ</a:t>
              </a:r>
              <a:endParaRPr lang="en-US" sz="1650" dirty="0"/>
            </a:p>
          </p:txBody>
        </p:sp>
        <p:sp>
          <p:nvSpPr>
            <p:cNvPr id="2260" name="panel4__line_2259"/>
            <p:cNvSpPr/>
            <p:nvPr/>
          </p:nvSpPr>
          <p:spPr>
            <a:xfrm>
              <a:off x="5010150" y="7000875"/>
              <a:ext cx="2057400" cy="0"/>
            </a:xfrm>
            <a:prstGeom prst="line">
              <a:avLst/>
            </a:prstGeom>
            <a:noFill/>
            <a:ln w="5239">
              <a:solidFill>
                <a:srgbClr val="E3E7EA"/>
              </a:solidFill>
              <a:prstDash val="solid"/>
            </a:ln>
          </p:spPr>
        </p:sp>
        <p:sp>
          <p:nvSpPr>
            <p:cNvPr id="2261" name="panel4__line_2260"/>
            <p:cNvSpPr/>
            <p:nvPr/>
          </p:nvSpPr>
          <p:spPr>
            <a:xfrm>
              <a:off x="5010150" y="6888578"/>
              <a:ext cx="28977" cy="18385"/>
            </a:xfrm>
            <a:prstGeom prst="line">
              <a:avLst/>
            </a:prstGeom>
            <a:noFill/>
            <a:ln w="19050">
              <a:solidFill>
                <a:srgbClr val="A4A9AE"/>
              </a:solidFill>
              <a:prstDash val="dash"/>
            </a:ln>
          </p:spPr>
        </p:sp>
        <p:sp>
          <p:nvSpPr>
            <p:cNvPr id="2262" name="panel4__line_2261"/>
            <p:cNvSpPr/>
            <p:nvPr/>
          </p:nvSpPr>
          <p:spPr>
            <a:xfrm>
              <a:off x="5039127" y="6906963"/>
              <a:ext cx="28977" cy="50251"/>
            </a:xfrm>
            <a:prstGeom prst="line">
              <a:avLst/>
            </a:prstGeom>
            <a:noFill/>
            <a:ln w="19050">
              <a:solidFill>
                <a:srgbClr val="A4A9AE"/>
              </a:solidFill>
              <a:prstDash val="dash"/>
            </a:ln>
          </p:spPr>
        </p:sp>
        <p:sp>
          <p:nvSpPr>
            <p:cNvPr id="2263" name="panel4__line_2262"/>
            <p:cNvSpPr/>
            <p:nvPr/>
          </p:nvSpPr>
          <p:spPr>
            <a:xfrm>
              <a:off x="5068105" y="6957214"/>
              <a:ext cx="28977" cy="50471"/>
            </a:xfrm>
            <a:prstGeom prst="line">
              <a:avLst/>
            </a:prstGeom>
            <a:noFill/>
            <a:ln w="19050">
              <a:solidFill>
                <a:srgbClr val="A4A9AE"/>
              </a:solidFill>
              <a:prstDash val="dash"/>
            </a:ln>
          </p:spPr>
        </p:sp>
        <p:sp>
          <p:nvSpPr>
            <p:cNvPr id="2264" name="panel4__line_2263"/>
            <p:cNvSpPr/>
            <p:nvPr/>
          </p:nvSpPr>
          <p:spPr>
            <a:xfrm>
              <a:off x="5097082" y="7007685"/>
              <a:ext cx="28977" cy="22487"/>
            </a:xfrm>
            <a:prstGeom prst="line">
              <a:avLst/>
            </a:prstGeom>
            <a:noFill/>
            <a:ln w="19050">
              <a:solidFill>
                <a:srgbClr val="A4A9AE"/>
              </a:solidFill>
              <a:prstDash val="dash"/>
            </a:ln>
          </p:spPr>
        </p:sp>
        <p:sp>
          <p:nvSpPr>
            <p:cNvPr id="2265" name="panel4__line_2264"/>
            <p:cNvSpPr/>
            <p:nvPr/>
          </p:nvSpPr>
          <p:spPr>
            <a:xfrm flipV="1">
              <a:off x="5126060" y="7021866"/>
              <a:ext cx="28977" cy="8306"/>
            </a:xfrm>
            <a:prstGeom prst="line">
              <a:avLst/>
            </a:prstGeom>
            <a:noFill/>
            <a:ln w="19050">
              <a:solidFill>
                <a:srgbClr val="A4A9AE"/>
              </a:solidFill>
              <a:prstDash val="dash"/>
            </a:ln>
          </p:spPr>
        </p:sp>
        <p:sp>
          <p:nvSpPr>
            <p:cNvPr id="2266" name="panel4__line_2265"/>
            <p:cNvSpPr/>
            <p:nvPr/>
          </p:nvSpPr>
          <p:spPr>
            <a:xfrm flipV="1">
              <a:off x="5155037" y="7004322"/>
              <a:ext cx="28977" cy="17544"/>
            </a:xfrm>
            <a:prstGeom prst="line">
              <a:avLst/>
            </a:prstGeom>
            <a:noFill/>
            <a:ln w="19050">
              <a:solidFill>
                <a:srgbClr val="A4A9AE"/>
              </a:solidFill>
              <a:prstDash val="dash"/>
            </a:ln>
          </p:spPr>
        </p:sp>
        <p:sp>
          <p:nvSpPr>
            <p:cNvPr id="2267" name="panel4__line_2266"/>
            <p:cNvSpPr/>
            <p:nvPr/>
          </p:nvSpPr>
          <p:spPr>
            <a:xfrm flipV="1">
              <a:off x="5184015" y="7001526"/>
              <a:ext cx="28977" cy="2797"/>
            </a:xfrm>
            <a:prstGeom prst="line">
              <a:avLst/>
            </a:prstGeom>
            <a:noFill/>
            <a:ln w="19050">
              <a:solidFill>
                <a:srgbClr val="A4A9AE"/>
              </a:solidFill>
              <a:prstDash val="dash"/>
            </a:ln>
          </p:spPr>
        </p:sp>
        <p:sp>
          <p:nvSpPr>
            <p:cNvPr id="2268" name="panel4__line_2267"/>
            <p:cNvSpPr/>
            <p:nvPr/>
          </p:nvSpPr>
          <p:spPr>
            <a:xfrm>
              <a:off x="5212992" y="7001526"/>
              <a:ext cx="28977" cy="16542"/>
            </a:xfrm>
            <a:prstGeom prst="line">
              <a:avLst/>
            </a:prstGeom>
            <a:noFill/>
            <a:ln w="19050">
              <a:solidFill>
                <a:srgbClr val="A4A9AE"/>
              </a:solidFill>
              <a:prstDash val="dash"/>
            </a:ln>
          </p:spPr>
        </p:sp>
        <p:sp>
          <p:nvSpPr>
            <p:cNvPr id="2269" name="panel4__line_2268"/>
            <p:cNvSpPr/>
            <p:nvPr/>
          </p:nvSpPr>
          <p:spPr>
            <a:xfrm>
              <a:off x="5241970" y="7018068"/>
              <a:ext cx="28977" cy="19355"/>
            </a:xfrm>
            <a:prstGeom prst="line">
              <a:avLst/>
            </a:prstGeom>
            <a:noFill/>
            <a:ln w="19050">
              <a:solidFill>
                <a:srgbClr val="A4A9AE"/>
              </a:solidFill>
              <a:prstDash val="dash"/>
            </a:ln>
          </p:spPr>
        </p:sp>
        <p:sp>
          <p:nvSpPr>
            <p:cNvPr id="2270" name="panel4__line_2269"/>
            <p:cNvSpPr/>
            <p:nvPr/>
          </p:nvSpPr>
          <p:spPr>
            <a:xfrm>
              <a:off x="5270947" y="7037423"/>
              <a:ext cx="28977" cy="3173"/>
            </a:xfrm>
            <a:prstGeom prst="line">
              <a:avLst/>
            </a:prstGeom>
            <a:noFill/>
            <a:ln w="19050">
              <a:solidFill>
                <a:srgbClr val="A4A9AE"/>
              </a:solidFill>
              <a:prstDash val="dash"/>
            </a:ln>
          </p:spPr>
        </p:sp>
        <p:sp>
          <p:nvSpPr>
            <p:cNvPr id="2271" name="panel4__line_2270"/>
            <p:cNvSpPr/>
            <p:nvPr/>
          </p:nvSpPr>
          <p:spPr>
            <a:xfrm flipV="1">
              <a:off x="5299925" y="7026028"/>
              <a:ext cx="28977" cy="14568"/>
            </a:xfrm>
            <a:prstGeom prst="line">
              <a:avLst/>
            </a:prstGeom>
            <a:noFill/>
            <a:ln w="19050">
              <a:solidFill>
                <a:srgbClr val="A4A9AE"/>
              </a:solidFill>
              <a:prstDash val="dash"/>
            </a:ln>
          </p:spPr>
        </p:sp>
        <p:sp>
          <p:nvSpPr>
            <p:cNvPr id="2272" name="panel4__line_2271"/>
            <p:cNvSpPr/>
            <p:nvPr/>
          </p:nvSpPr>
          <p:spPr>
            <a:xfrm flipV="1">
              <a:off x="5328902" y="7010978"/>
              <a:ext cx="28977" cy="15050"/>
            </a:xfrm>
            <a:prstGeom prst="line">
              <a:avLst/>
            </a:prstGeom>
            <a:noFill/>
            <a:ln w="19050">
              <a:solidFill>
                <a:srgbClr val="A4A9AE"/>
              </a:solidFill>
              <a:prstDash val="dash"/>
            </a:ln>
          </p:spPr>
        </p:sp>
        <p:sp>
          <p:nvSpPr>
            <p:cNvPr id="2273" name="panel4__line_2272"/>
            <p:cNvSpPr/>
            <p:nvPr/>
          </p:nvSpPr>
          <p:spPr>
            <a:xfrm>
              <a:off x="5357880" y="7010978"/>
              <a:ext cx="28977" cy="2106"/>
            </a:xfrm>
            <a:prstGeom prst="line">
              <a:avLst/>
            </a:prstGeom>
            <a:noFill/>
            <a:ln w="19050">
              <a:solidFill>
                <a:srgbClr val="A4A9AE"/>
              </a:solidFill>
              <a:prstDash val="dash"/>
            </a:ln>
          </p:spPr>
        </p:sp>
        <p:sp>
          <p:nvSpPr>
            <p:cNvPr id="2274" name="panel4__line_2273"/>
            <p:cNvSpPr/>
            <p:nvPr/>
          </p:nvSpPr>
          <p:spPr>
            <a:xfrm>
              <a:off x="5386857" y="7013084"/>
              <a:ext cx="28977" cy="17457"/>
            </a:xfrm>
            <a:prstGeom prst="line">
              <a:avLst/>
            </a:prstGeom>
            <a:noFill/>
            <a:ln w="19050">
              <a:solidFill>
                <a:srgbClr val="A4A9AE"/>
              </a:solidFill>
              <a:prstDash val="dash"/>
            </a:ln>
          </p:spPr>
        </p:sp>
        <p:sp>
          <p:nvSpPr>
            <p:cNvPr id="2275" name="panel4__line_2274"/>
            <p:cNvSpPr/>
            <p:nvPr/>
          </p:nvSpPr>
          <p:spPr>
            <a:xfrm>
              <a:off x="5415835" y="7030540"/>
              <a:ext cx="28977" cy="10611"/>
            </a:xfrm>
            <a:prstGeom prst="line">
              <a:avLst/>
            </a:prstGeom>
            <a:noFill/>
            <a:ln w="19050">
              <a:solidFill>
                <a:srgbClr val="A4A9AE"/>
              </a:solidFill>
              <a:prstDash val="dash"/>
            </a:ln>
          </p:spPr>
        </p:sp>
        <p:sp>
          <p:nvSpPr>
            <p:cNvPr id="2276" name="panel4__line_2275"/>
            <p:cNvSpPr/>
            <p:nvPr/>
          </p:nvSpPr>
          <p:spPr>
            <a:xfrm flipV="1">
              <a:off x="5444812" y="7022535"/>
              <a:ext cx="28977" cy="18617"/>
            </a:xfrm>
            <a:prstGeom prst="line">
              <a:avLst/>
            </a:prstGeom>
            <a:noFill/>
            <a:ln w="19050">
              <a:solidFill>
                <a:srgbClr val="A4A9AE"/>
              </a:solidFill>
              <a:prstDash val="dash"/>
            </a:ln>
          </p:spPr>
        </p:sp>
        <p:sp>
          <p:nvSpPr>
            <p:cNvPr id="2277" name="panel4__line_2276"/>
            <p:cNvSpPr/>
            <p:nvPr/>
          </p:nvSpPr>
          <p:spPr>
            <a:xfrm flipV="1">
              <a:off x="5473789" y="6974998"/>
              <a:ext cx="28977" cy="47536"/>
            </a:xfrm>
            <a:prstGeom prst="line">
              <a:avLst/>
            </a:prstGeom>
            <a:noFill/>
            <a:ln w="19050">
              <a:solidFill>
                <a:srgbClr val="A4A9AE"/>
              </a:solidFill>
              <a:prstDash val="dash"/>
            </a:ln>
          </p:spPr>
        </p:sp>
        <p:sp>
          <p:nvSpPr>
            <p:cNvPr id="2278" name="panel4__line_2277"/>
            <p:cNvSpPr/>
            <p:nvPr/>
          </p:nvSpPr>
          <p:spPr>
            <a:xfrm flipV="1">
              <a:off x="5502767" y="6925079"/>
              <a:ext cx="28977" cy="49920"/>
            </a:xfrm>
            <a:prstGeom prst="line">
              <a:avLst/>
            </a:prstGeom>
            <a:noFill/>
            <a:ln w="19050">
              <a:solidFill>
                <a:srgbClr val="A4A9AE"/>
              </a:solidFill>
              <a:prstDash val="dash"/>
            </a:ln>
          </p:spPr>
        </p:sp>
        <p:sp>
          <p:nvSpPr>
            <p:cNvPr id="2279" name="panel4__line_2278"/>
            <p:cNvSpPr/>
            <p:nvPr/>
          </p:nvSpPr>
          <p:spPr>
            <a:xfrm flipV="1">
              <a:off x="5531744" y="6905161"/>
              <a:ext cx="28977" cy="19918"/>
            </a:xfrm>
            <a:prstGeom prst="line">
              <a:avLst/>
            </a:prstGeom>
            <a:noFill/>
            <a:ln w="19050">
              <a:solidFill>
                <a:srgbClr val="A4A9AE"/>
              </a:solidFill>
              <a:prstDash val="dash"/>
            </a:ln>
          </p:spPr>
        </p:sp>
        <p:sp>
          <p:nvSpPr>
            <p:cNvPr id="2280" name="panel4__line_2279"/>
            <p:cNvSpPr/>
            <p:nvPr/>
          </p:nvSpPr>
          <p:spPr>
            <a:xfrm>
              <a:off x="5560722" y="6905161"/>
              <a:ext cx="28977" cy="21673"/>
            </a:xfrm>
            <a:prstGeom prst="line">
              <a:avLst/>
            </a:prstGeom>
            <a:noFill/>
            <a:ln w="19050">
              <a:solidFill>
                <a:srgbClr val="A4A9AE"/>
              </a:solidFill>
              <a:prstDash val="dash"/>
            </a:ln>
          </p:spPr>
        </p:sp>
        <p:sp>
          <p:nvSpPr>
            <p:cNvPr id="2281" name="panel4__line_2280"/>
            <p:cNvSpPr/>
            <p:nvPr/>
          </p:nvSpPr>
          <p:spPr>
            <a:xfrm>
              <a:off x="5589699" y="6926833"/>
              <a:ext cx="28977" cy="44942"/>
            </a:xfrm>
            <a:prstGeom prst="line">
              <a:avLst/>
            </a:prstGeom>
            <a:noFill/>
            <a:ln w="19050">
              <a:solidFill>
                <a:srgbClr val="A4A9AE"/>
              </a:solidFill>
              <a:prstDash val="dash"/>
            </a:ln>
          </p:spPr>
        </p:sp>
        <p:sp>
          <p:nvSpPr>
            <p:cNvPr id="2282" name="panel4__line_2281"/>
            <p:cNvSpPr/>
            <p:nvPr/>
          </p:nvSpPr>
          <p:spPr>
            <a:xfrm>
              <a:off x="5618677" y="6971776"/>
              <a:ext cx="28977" cy="36332"/>
            </a:xfrm>
            <a:prstGeom prst="line">
              <a:avLst/>
            </a:prstGeom>
            <a:noFill/>
            <a:ln w="19050">
              <a:solidFill>
                <a:srgbClr val="A4A9AE"/>
              </a:solidFill>
              <a:prstDash val="dash"/>
            </a:ln>
          </p:spPr>
        </p:sp>
        <p:sp>
          <p:nvSpPr>
            <p:cNvPr id="2283" name="panel4__line_2282"/>
            <p:cNvSpPr/>
            <p:nvPr/>
          </p:nvSpPr>
          <p:spPr>
            <a:xfrm>
              <a:off x="5647654" y="7008108"/>
              <a:ext cx="28977" cy="8954"/>
            </a:xfrm>
            <a:prstGeom prst="line">
              <a:avLst/>
            </a:prstGeom>
            <a:noFill/>
            <a:ln w="19050">
              <a:solidFill>
                <a:srgbClr val="A4A9AE"/>
              </a:solidFill>
              <a:prstDash val="dash"/>
            </a:ln>
          </p:spPr>
        </p:sp>
        <p:sp>
          <p:nvSpPr>
            <p:cNvPr id="2284" name="panel4__line_2283"/>
            <p:cNvSpPr/>
            <p:nvPr/>
          </p:nvSpPr>
          <p:spPr>
            <a:xfrm flipV="1">
              <a:off x="5676632" y="7005978"/>
              <a:ext cx="28977" cy="11085"/>
            </a:xfrm>
            <a:prstGeom prst="line">
              <a:avLst/>
            </a:prstGeom>
            <a:noFill/>
            <a:ln w="19050">
              <a:solidFill>
                <a:srgbClr val="A4A9AE"/>
              </a:solidFill>
              <a:prstDash val="dash"/>
            </a:ln>
          </p:spPr>
        </p:sp>
        <p:sp>
          <p:nvSpPr>
            <p:cNvPr id="2285" name="panel4__line_2284"/>
            <p:cNvSpPr/>
            <p:nvPr/>
          </p:nvSpPr>
          <p:spPr>
            <a:xfrm flipV="1">
              <a:off x="5705609" y="6997055"/>
              <a:ext cx="28977" cy="8923"/>
            </a:xfrm>
            <a:prstGeom prst="line">
              <a:avLst/>
            </a:prstGeom>
            <a:noFill/>
            <a:ln w="19050">
              <a:solidFill>
                <a:srgbClr val="A4A9AE"/>
              </a:solidFill>
              <a:prstDash val="dash"/>
            </a:ln>
          </p:spPr>
        </p:sp>
        <p:sp>
          <p:nvSpPr>
            <p:cNvPr id="2286" name="panel4__line_2285"/>
            <p:cNvSpPr/>
            <p:nvPr/>
          </p:nvSpPr>
          <p:spPr>
            <a:xfrm>
              <a:off x="5734587" y="6997055"/>
              <a:ext cx="28977" cy="6995"/>
            </a:xfrm>
            <a:prstGeom prst="line">
              <a:avLst/>
            </a:prstGeom>
            <a:noFill/>
            <a:ln w="19050">
              <a:solidFill>
                <a:srgbClr val="A4A9AE"/>
              </a:solidFill>
              <a:prstDash val="dash"/>
            </a:ln>
          </p:spPr>
        </p:sp>
        <p:sp>
          <p:nvSpPr>
            <p:cNvPr id="2287" name="panel4__line_2286"/>
            <p:cNvSpPr/>
            <p:nvPr/>
          </p:nvSpPr>
          <p:spPr>
            <a:xfrm>
              <a:off x="5763564" y="7004050"/>
              <a:ext cx="28977" cy="15651"/>
            </a:xfrm>
            <a:prstGeom prst="line">
              <a:avLst/>
            </a:prstGeom>
            <a:noFill/>
            <a:ln w="19050">
              <a:solidFill>
                <a:srgbClr val="A4A9AE"/>
              </a:solidFill>
              <a:prstDash val="dash"/>
            </a:ln>
          </p:spPr>
        </p:sp>
        <p:sp>
          <p:nvSpPr>
            <p:cNvPr id="2288" name="panel4__line_2287"/>
            <p:cNvSpPr/>
            <p:nvPr/>
          </p:nvSpPr>
          <p:spPr>
            <a:xfrm>
              <a:off x="5792542" y="7019701"/>
              <a:ext cx="28977" cy="5681"/>
            </a:xfrm>
            <a:prstGeom prst="line">
              <a:avLst/>
            </a:prstGeom>
            <a:noFill/>
            <a:ln w="19050">
              <a:solidFill>
                <a:srgbClr val="A4A9AE"/>
              </a:solidFill>
              <a:prstDash val="dash"/>
            </a:ln>
          </p:spPr>
        </p:sp>
        <p:sp>
          <p:nvSpPr>
            <p:cNvPr id="2289" name="panel4__line_2288"/>
            <p:cNvSpPr/>
            <p:nvPr/>
          </p:nvSpPr>
          <p:spPr>
            <a:xfrm flipV="1">
              <a:off x="5821519" y="7012473"/>
              <a:ext cx="28977" cy="12908"/>
            </a:xfrm>
            <a:prstGeom prst="line">
              <a:avLst/>
            </a:prstGeom>
            <a:noFill/>
            <a:ln w="19050">
              <a:solidFill>
                <a:srgbClr val="A4A9AE"/>
              </a:solidFill>
              <a:prstDash val="dash"/>
            </a:ln>
          </p:spPr>
        </p:sp>
        <p:sp>
          <p:nvSpPr>
            <p:cNvPr id="2290" name="panel4__line_2289"/>
            <p:cNvSpPr/>
            <p:nvPr/>
          </p:nvSpPr>
          <p:spPr>
            <a:xfrm flipV="1">
              <a:off x="5850496" y="6993466"/>
              <a:ext cx="28977" cy="19007"/>
            </a:xfrm>
            <a:prstGeom prst="line">
              <a:avLst/>
            </a:prstGeom>
            <a:noFill/>
            <a:ln w="19050">
              <a:solidFill>
                <a:srgbClr val="A4A9AE"/>
              </a:solidFill>
              <a:prstDash val="dash"/>
            </a:ln>
          </p:spPr>
        </p:sp>
        <p:sp>
          <p:nvSpPr>
            <p:cNvPr id="2291" name="panel4__line_2290"/>
            <p:cNvSpPr/>
            <p:nvPr/>
          </p:nvSpPr>
          <p:spPr>
            <a:xfrm flipV="1">
              <a:off x="5879474" y="6990915"/>
              <a:ext cx="28977" cy="2551"/>
            </a:xfrm>
            <a:prstGeom prst="line">
              <a:avLst/>
            </a:prstGeom>
            <a:noFill/>
            <a:ln w="19050">
              <a:solidFill>
                <a:srgbClr val="A4A9AE"/>
              </a:solidFill>
              <a:prstDash val="dash"/>
            </a:ln>
          </p:spPr>
        </p:sp>
        <p:sp>
          <p:nvSpPr>
            <p:cNvPr id="2292" name="panel4__line_2291"/>
            <p:cNvSpPr/>
            <p:nvPr/>
          </p:nvSpPr>
          <p:spPr>
            <a:xfrm>
              <a:off x="5908451" y="6990915"/>
              <a:ext cx="28977" cy="23382"/>
            </a:xfrm>
            <a:prstGeom prst="line">
              <a:avLst/>
            </a:prstGeom>
            <a:noFill/>
            <a:ln w="19050">
              <a:solidFill>
                <a:srgbClr val="A4A9AE"/>
              </a:solidFill>
              <a:prstDash val="dash"/>
            </a:ln>
          </p:spPr>
        </p:sp>
        <p:sp>
          <p:nvSpPr>
            <p:cNvPr id="2293" name="panel4__line_2292"/>
            <p:cNvSpPr/>
            <p:nvPr/>
          </p:nvSpPr>
          <p:spPr>
            <a:xfrm>
              <a:off x="5937429" y="7014297"/>
              <a:ext cx="28977" cy="33106"/>
            </a:xfrm>
            <a:prstGeom prst="line">
              <a:avLst/>
            </a:prstGeom>
            <a:noFill/>
            <a:ln w="19050">
              <a:solidFill>
                <a:srgbClr val="A4A9AE"/>
              </a:solidFill>
              <a:prstDash val="dash"/>
            </a:ln>
          </p:spPr>
        </p:sp>
        <p:sp>
          <p:nvSpPr>
            <p:cNvPr id="2294" name="panel4__line_2293"/>
            <p:cNvSpPr/>
            <p:nvPr/>
          </p:nvSpPr>
          <p:spPr>
            <a:xfrm>
              <a:off x="5966406" y="7047403"/>
              <a:ext cx="28977" cy="12322"/>
            </a:xfrm>
            <a:prstGeom prst="line">
              <a:avLst/>
            </a:prstGeom>
            <a:noFill/>
            <a:ln w="19050">
              <a:solidFill>
                <a:srgbClr val="A4A9AE"/>
              </a:solidFill>
              <a:prstDash val="dash"/>
            </a:ln>
          </p:spPr>
        </p:sp>
        <p:sp>
          <p:nvSpPr>
            <p:cNvPr id="2295" name="panel4__line_2294"/>
            <p:cNvSpPr/>
            <p:nvPr/>
          </p:nvSpPr>
          <p:spPr>
            <a:xfrm flipV="1">
              <a:off x="5995384" y="7032758"/>
              <a:ext cx="28977" cy="26968"/>
            </a:xfrm>
            <a:prstGeom prst="line">
              <a:avLst/>
            </a:prstGeom>
            <a:noFill/>
            <a:ln w="19050">
              <a:solidFill>
                <a:srgbClr val="A4A9AE"/>
              </a:solidFill>
              <a:prstDash val="dash"/>
            </a:ln>
          </p:spPr>
        </p:sp>
        <p:sp>
          <p:nvSpPr>
            <p:cNvPr id="2296" name="panel4__line_2295"/>
            <p:cNvSpPr/>
            <p:nvPr/>
          </p:nvSpPr>
          <p:spPr>
            <a:xfrm flipV="1">
              <a:off x="6024361" y="6977492"/>
              <a:ext cx="28977" cy="55265"/>
            </a:xfrm>
            <a:prstGeom prst="line">
              <a:avLst/>
            </a:prstGeom>
            <a:noFill/>
            <a:ln w="19050">
              <a:solidFill>
                <a:srgbClr val="A4A9AE"/>
              </a:solidFill>
              <a:prstDash val="dash"/>
            </a:ln>
          </p:spPr>
        </p:sp>
        <p:sp>
          <p:nvSpPr>
            <p:cNvPr id="2297" name="panel4__line_2296"/>
            <p:cNvSpPr/>
            <p:nvPr/>
          </p:nvSpPr>
          <p:spPr>
            <a:xfrm flipV="1">
              <a:off x="6053339" y="6926781"/>
              <a:ext cx="28977" cy="50711"/>
            </a:xfrm>
            <a:prstGeom prst="line">
              <a:avLst/>
            </a:prstGeom>
            <a:noFill/>
            <a:ln w="19050">
              <a:solidFill>
                <a:srgbClr val="A4A9AE"/>
              </a:solidFill>
              <a:prstDash val="dash"/>
            </a:ln>
          </p:spPr>
        </p:sp>
        <p:sp>
          <p:nvSpPr>
            <p:cNvPr id="2298" name="panel4__line_2297"/>
            <p:cNvSpPr/>
            <p:nvPr/>
          </p:nvSpPr>
          <p:spPr>
            <a:xfrm flipV="1">
              <a:off x="6082316" y="6908977"/>
              <a:ext cx="28977" cy="17804"/>
            </a:xfrm>
            <a:prstGeom prst="line">
              <a:avLst/>
            </a:prstGeom>
            <a:noFill/>
            <a:ln w="19050">
              <a:solidFill>
                <a:srgbClr val="A4A9AE"/>
              </a:solidFill>
              <a:prstDash val="dash"/>
            </a:ln>
          </p:spPr>
        </p:sp>
        <p:sp>
          <p:nvSpPr>
            <p:cNvPr id="2299" name="panel4__line_2298"/>
            <p:cNvSpPr/>
            <p:nvPr/>
          </p:nvSpPr>
          <p:spPr>
            <a:xfrm>
              <a:off x="6111294" y="6908977"/>
              <a:ext cx="28977" cy="17279"/>
            </a:xfrm>
            <a:prstGeom prst="line">
              <a:avLst/>
            </a:prstGeom>
            <a:noFill/>
            <a:ln w="19050">
              <a:solidFill>
                <a:srgbClr val="A4A9AE"/>
              </a:solidFill>
              <a:prstDash val="dash"/>
            </a:ln>
          </p:spPr>
        </p:sp>
        <p:sp>
          <p:nvSpPr>
            <p:cNvPr id="2300" name="panel4__line_2299"/>
            <p:cNvSpPr/>
            <p:nvPr/>
          </p:nvSpPr>
          <p:spPr>
            <a:xfrm>
              <a:off x="6140271" y="6926256"/>
              <a:ext cx="28977" cy="30158"/>
            </a:xfrm>
            <a:prstGeom prst="line">
              <a:avLst/>
            </a:prstGeom>
            <a:noFill/>
            <a:ln w="19050">
              <a:solidFill>
                <a:srgbClr val="A4A9AE"/>
              </a:solidFill>
              <a:prstDash val="dash"/>
            </a:ln>
          </p:spPr>
        </p:sp>
        <p:sp>
          <p:nvSpPr>
            <p:cNvPr id="2301" name="panel4__line_2300"/>
            <p:cNvSpPr/>
            <p:nvPr/>
          </p:nvSpPr>
          <p:spPr>
            <a:xfrm>
              <a:off x="6169249" y="6956414"/>
              <a:ext cx="28977" cy="18735"/>
            </a:xfrm>
            <a:prstGeom prst="line">
              <a:avLst/>
            </a:prstGeom>
            <a:noFill/>
            <a:ln w="19050">
              <a:solidFill>
                <a:srgbClr val="A4A9AE"/>
              </a:solidFill>
              <a:prstDash val="dash"/>
            </a:ln>
          </p:spPr>
        </p:sp>
        <p:sp>
          <p:nvSpPr>
            <p:cNvPr id="2302" name="panel4__line_2301"/>
            <p:cNvSpPr/>
            <p:nvPr/>
          </p:nvSpPr>
          <p:spPr>
            <a:xfrm>
              <a:off x="6198226" y="6975149"/>
              <a:ext cx="28977" cy="2247"/>
            </a:xfrm>
            <a:prstGeom prst="line">
              <a:avLst/>
            </a:prstGeom>
            <a:noFill/>
            <a:ln w="19050">
              <a:solidFill>
                <a:srgbClr val="A4A9AE"/>
              </a:solidFill>
              <a:prstDash val="dash"/>
            </a:ln>
          </p:spPr>
        </p:sp>
        <p:sp>
          <p:nvSpPr>
            <p:cNvPr id="2303" name="panel4__line_2302"/>
            <p:cNvSpPr/>
            <p:nvPr/>
          </p:nvSpPr>
          <p:spPr>
            <a:xfrm>
              <a:off x="6227204" y="6977395"/>
              <a:ext cx="28977" cy="835"/>
            </a:xfrm>
            <a:prstGeom prst="line">
              <a:avLst/>
            </a:prstGeom>
            <a:noFill/>
            <a:ln w="19050">
              <a:solidFill>
                <a:srgbClr val="A4A9AE"/>
              </a:solidFill>
              <a:prstDash val="dash"/>
            </a:ln>
          </p:spPr>
        </p:sp>
        <p:sp>
          <p:nvSpPr>
            <p:cNvPr id="2304" name="panel4__line_2303"/>
            <p:cNvSpPr/>
            <p:nvPr/>
          </p:nvSpPr>
          <p:spPr>
            <a:xfrm>
              <a:off x="6256181" y="6978231"/>
              <a:ext cx="28977" cy="15763"/>
            </a:xfrm>
            <a:prstGeom prst="line">
              <a:avLst/>
            </a:prstGeom>
            <a:noFill/>
            <a:ln w="19050">
              <a:solidFill>
                <a:srgbClr val="A4A9AE"/>
              </a:solidFill>
              <a:prstDash val="dash"/>
            </a:ln>
          </p:spPr>
        </p:sp>
        <p:sp>
          <p:nvSpPr>
            <p:cNvPr id="2305" name="panel4__line_2304"/>
            <p:cNvSpPr/>
            <p:nvPr/>
          </p:nvSpPr>
          <p:spPr>
            <a:xfrm>
              <a:off x="6285158" y="6993993"/>
              <a:ext cx="28977" cy="29175"/>
            </a:xfrm>
            <a:prstGeom prst="line">
              <a:avLst/>
            </a:prstGeom>
            <a:noFill/>
            <a:ln w="19050">
              <a:solidFill>
                <a:srgbClr val="A4A9AE"/>
              </a:solidFill>
              <a:prstDash val="dash"/>
            </a:ln>
          </p:spPr>
        </p:sp>
        <p:sp>
          <p:nvSpPr>
            <p:cNvPr id="2306" name="panel4__line_2305"/>
            <p:cNvSpPr/>
            <p:nvPr/>
          </p:nvSpPr>
          <p:spPr>
            <a:xfrm>
              <a:off x="6314136" y="7023169"/>
              <a:ext cx="28977" cy="23131"/>
            </a:xfrm>
            <a:prstGeom prst="line">
              <a:avLst/>
            </a:prstGeom>
            <a:noFill/>
            <a:ln w="19050">
              <a:solidFill>
                <a:srgbClr val="A4A9AE"/>
              </a:solidFill>
              <a:prstDash val="dash"/>
            </a:ln>
          </p:spPr>
        </p:sp>
        <p:sp>
          <p:nvSpPr>
            <p:cNvPr id="2307" name="panel4__line_2306"/>
            <p:cNvSpPr/>
            <p:nvPr/>
          </p:nvSpPr>
          <p:spPr>
            <a:xfrm flipV="1">
              <a:off x="6343113" y="7045206"/>
              <a:ext cx="28977" cy="1094"/>
            </a:xfrm>
            <a:prstGeom prst="line">
              <a:avLst/>
            </a:prstGeom>
            <a:noFill/>
            <a:ln w="19050">
              <a:solidFill>
                <a:srgbClr val="A4A9AE"/>
              </a:solidFill>
              <a:prstDash val="dash"/>
            </a:ln>
          </p:spPr>
        </p:sp>
        <p:sp>
          <p:nvSpPr>
            <p:cNvPr id="2308" name="panel4__line_2307"/>
            <p:cNvSpPr/>
            <p:nvPr/>
          </p:nvSpPr>
          <p:spPr>
            <a:xfrm flipV="1">
              <a:off x="6372091" y="7022533"/>
              <a:ext cx="28977" cy="22673"/>
            </a:xfrm>
            <a:prstGeom prst="line">
              <a:avLst/>
            </a:prstGeom>
            <a:noFill/>
            <a:ln w="19050">
              <a:solidFill>
                <a:srgbClr val="A4A9AE"/>
              </a:solidFill>
              <a:prstDash val="dash"/>
            </a:ln>
          </p:spPr>
        </p:sp>
        <p:sp>
          <p:nvSpPr>
            <p:cNvPr id="2309" name="panel4__line_2308"/>
            <p:cNvSpPr/>
            <p:nvPr/>
          </p:nvSpPr>
          <p:spPr>
            <a:xfrm flipV="1">
              <a:off x="6401068" y="7001750"/>
              <a:ext cx="28977" cy="20783"/>
            </a:xfrm>
            <a:prstGeom prst="line">
              <a:avLst/>
            </a:prstGeom>
            <a:noFill/>
            <a:ln w="19050">
              <a:solidFill>
                <a:srgbClr val="A4A9AE"/>
              </a:solidFill>
              <a:prstDash val="dash"/>
            </a:ln>
          </p:spPr>
        </p:sp>
        <p:sp>
          <p:nvSpPr>
            <p:cNvPr id="2310" name="panel4__line_2309"/>
            <p:cNvSpPr/>
            <p:nvPr/>
          </p:nvSpPr>
          <p:spPr>
            <a:xfrm>
              <a:off x="6430046" y="7001750"/>
              <a:ext cx="28977" cy="4519"/>
            </a:xfrm>
            <a:prstGeom prst="line">
              <a:avLst/>
            </a:prstGeom>
            <a:noFill/>
            <a:ln w="19050">
              <a:solidFill>
                <a:srgbClr val="A4A9AE"/>
              </a:solidFill>
              <a:prstDash val="dash"/>
            </a:ln>
          </p:spPr>
        </p:sp>
        <p:sp>
          <p:nvSpPr>
            <p:cNvPr id="2311" name="panel4__line_2310"/>
            <p:cNvSpPr/>
            <p:nvPr/>
          </p:nvSpPr>
          <p:spPr>
            <a:xfrm>
              <a:off x="6459023" y="7006270"/>
              <a:ext cx="28977" cy="30472"/>
            </a:xfrm>
            <a:prstGeom prst="line">
              <a:avLst/>
            </a:prstGeom>
            <a:noFill/>
            <a:ln w="19050">
              <a:solidFill>
                <a:srgbClr val="A4A9AE"/>
              </a:solidFill>
              <a:prstDash val="dash"/>
            </a:ln>
          </p:spPr>
        </p:sp>
        <p:sp>
          <p:nvSpPr>
            <p:cNvPr id="2312" name="panel4__line_2311"/>
            <p:cNvSpPr/>
            <p:nvPr/>
          </p:nvSpPr>
          <p:spPr>
            <a:xfrm>
              <a:off x="6488001" y="7036742"/>
              <a:ext cx="28977" cy="31436"/>
            </a:xfrm>
            <a:prstGeom prst="line">
              <a:avLst/>
            </a:prstGeom>
            <a:noFill/>
            <a:ln w="19050">
              <a:solidFill>
                <a:srgbClr val="A4A9AE"/>
              </a:solidFill>
              <a:prstDash val="dash"/>
            </a:ln>
          </p:spPr>
        </p:sp>
        <p:sp>
          <p:nvSpPr>
            <p:cNvPr id="2313" name="panel4__line_2312"/>
            <p:cNvSpPr/>
            <p:nvPr/>
          </p:nvSpPr>
          <p:spPr>
            <a:xfrm>
              <a:off x="6516978" y="7068178"/>
              <a:ext cx="28977" cy="2396"/>
            </a:xfrm>
            <a:prstGeom prst="line">
              <a:avLst/>
            </a:prstGeom>
            <a:noFill/>
            <a:ln w="19050">
              <a:solidFill>
                <a:srgbClr val="A4A9AE"/>
              </a:solidFill>
              <a:prstDash val="dash"/>
            </a:ln>
          </p:spPr>
        </p:sp>
        <p:sp>
          <p:nvSpPr>
            <p:cNvPr id="2314" name="panel4__line_2313"/>
            <p:cNvSpPr/>
            <p:nvPr/>
          </p:nvSpPr>
          <p:spPr>
            <a:xfrm flipV="1">
              <a:off x="6545956" y="7034835"/>
              <a:ext cx="28977" cy="35738"/>
            </a:xfrm>
            <a:prstGeom prst="line">
              <a:avLst/>
            </a:prstGeom>
            <a:noFill/>
            <a:ln w="19050">
              <a:solidFill>
                <a:srgbClr val="A4A9AE"/>
              </a:solidFill>
              <a:prstDash val="dash"/>
            </a:ln>
          </p:spPr>
        </p:sp>
        <p:sp>
          <p:nvSpPr>
            <p:cNvPr id="2315" name="panel4__line_2314"/>
            <p:cNvSpPr/>
            <p:nvPr/>
          </p:nvSpPr>
          <p:spPr>
            <a:xfrm flipV="1">
              <a:off x="6574933" y="6980664"/>
              <a:ext cx="28977" cy="54171"/>
            </a:xfrm>
            <a:prstGeom prst="line">
              <a:avLst/>
            </a:prstGeom>
            <a:noFill/>
            <a:ln w="19050">
              <a:solidFill>
                <a:srgbClr val="A4A9AE"/>
              </a:solidFill>
              <a:prstDash val="dash"/>
            </a:ln>
          </p:spPr>
        </p:sp>
        <p:sp>
          <p:nvSpPr>
            <p:cNvPr id="2316" name="panel4__line_2315"/>
            <p:cNvSpPr/>
            <p:nvPr/>
          </p:nvSpPr>
          <p:spPr>
            <a:xfrm flipV="1">
              <a:off x="6603911" y="6939545"/>
              <a:ext cx="28977" cy="41119"/>
            </a:xfrm>
            <a:prstGeom prst="line">
              <a:avLst/>
            </a:prstGeom>
            <a:noFill/>
            <a:ln w="19050">
              <a:solidFill>
                <a:srgbClr val="A4A9AE"/>
              </a:solidFill>
              <a:prstDash val="dash"/>
            </a:ln>
          </p:spPr>
        </p:sp>
        <p:sp>
          <p:nvSpPr>
            <p:cNvPr id="2317" name="panel4__line_2316"/>
            <p:cNvSpPr/>
            <p:nvPr/>
          </p:nvSpPr>
          <p:spPr>
            <a:xfrm flipV="1">
              <a:off x="6632888" y="6928697"/>
              <a:ext cx="28977" cy="10848"/>
            </a:xfrm>
            <a:prstGeom prst="line">
              <a:avLst/>
            </a:prstGeom>
            <a:noFill/>
            <a:ln w="19050">
              <a:solidFill>
                <a:srgbClr val="A4A9AE"/>
              </a:solidFill>
              <a:prstDash val="dash"/>
            </a:ln>
          </p:spPr>
        </p:sp>
        <p:sp>
          <p:nvSpPr>
            <p:cNvPr id="2318" name="panel4__line_2317"/>
            <p:cNvSpPr/>
            <p:nvPr/>
          </p:nvSpPr>
          <p:spPr>
            <a:xfrm>
              <a:off x="6661865" y="6928697"/>
              <a:ext cx="28977" cy="10914"/>
            </a:xfrm>
            <a:prstGeom prst="line">
              <a:avLst/>
            </a:prstGeom>
            <a:noFill/>
            <a:ln w="19050">
              <a:solidFill>
                <a:srgbClr val="A4A9AE"/>
              </a:solidFill>
              <a:prstDash val="dash"/>
            </a:ln>
          </p:spPr>
        </p:sp>
        <p:sp>
          <p:nvSpPr>
            <p:cNvPr id="2319" name="panel4__line_2318"/>
            <p:cNvSpPr/>
            <p:nvPr/>
          </p:nvSpPr>
          <p:spPr>
            <a:xfrm>
              <a:off x="6690843" y="6939610"/>
              <a:ext cx="28977" cy="10890"/>
            </a:xfrm>
            <a:prstGeom prst="line">
              <a:avLst/>
            </a:prstGeom>
            <a:noFill/>
            <a:ln w="19050">
              <a:solidFill>
                <a:srgbClr val="A4A9AE"/>
              </a:solidFill>
              <a:prstDash val="dash"/>
            </a:ln>
          </p:spPr>
        </p:sp>
        <p:sp>
          <p:nvSpPr>
            <p:cNvPr id="2320" name="panel4__line_2319"/>
            <p:cNvSpPr/>
            <p:nvPr/>
          </p:nvSpPr>
          <p:spPr>
            <a:xfrm flipV="1">
              <a:off x="6719820" y="6949447"/>
              <a:ext cx="28977" cy="1053"/>
            </a:xfrm>
            <a:prstGeom prst="line">
              <a:avLst/>
            </a:prstGeom>
            <a:noFill/>
            <a:ln w="19050">
              <a:solidFill>
                <a:srgbClr val="A4A9AE"/>
              </a:solidFill>
              <a:prstDash val="dash"/>
            </a:ln>
          </p:spPr>
        </p:sp>
        <p:sp>
          <p:nvSpPr>
            <p:cNvPr id="2321" name="panel4__line_2320"/>
            <p:cNvSpPr/>
            <p:nvPr/>
          </p:nvSpPr>
          <p:spPr>
            <a:xfrm flipV="1">
              <a:off x="6748798" y="6945488"/>
              <a:ext cx="28977" cy="3959"/>
            </a:xfrm>
            <a:prstGeom prst="line">
              <a:avLst/>
            </a:prstGeom>
            <a:noFill/>
            <a:ln w="19050">
              <a:solidFill>
                <a:srgbClr val="A4A9AE"/>
              </a:solidFill>
              <a:prstDash val="dash"/>
            </a:ln>
          </p:spPr>
        </p:sp>
        <p:sp>
          <p:nvSpPr>
            <p:cNvPr id="2322" name="panel4__line_2321"/>
            <p:cNvSpPr/>
            <p:nvPr/>
          </p:nvSpPr>
          <p:spPr>
            <a:xfrm>
              <a:off x="6777775" y="6945488"/>
              <a:ext cx="28977" cy="11796"/>
            </a:xfrm>
            <a:prstGeom prst="line">
              <a:avLst/>
            </a:prstGeom>
            <a:noFill/>
            <a:ln w="19050">
              <a:solidFill>
                <a:srgbClr val="A4A9AE"/>
              </a:solidFill>
              <a:prstDash val="dash"/>
            </a:ln>
          </p:spPr>
        </p:sp>
        <p:sp>
          <p:nvSpPr>
            <p:cNvPr id="2323" name="panel4__line_2322"/>
            <p:cNvSpPr/>
            <p:nvPr/>
          </p:nvSpPr>
          <p:spPr>
            <a:xfrm>
              <a:off x="6806753" y="6957284"/>
              <a:ext cx="28977" cy="33819"/>
            </a:xfrm>
            <a:prstGeom prst="line">
              <a:avLst/>
            </a:prstGeom>
            <a:noFill/>
            <a:ln w="19050">
              <a:solidFill>
                <a:srgbClr val="A4A9AE"/>
              </a:solidFill>
              <a:prstDash val="dash"/>
            </a:ln>
          </p:spPr>
        </p:sp>
        <p:sp>
          <p:nvSpPr>
            <p:cNvPr id="2324" name="panel4__line_2323"/>
            <p:cNvSpPr/>
            <p:nvPr/>
          </p:nvSpPr>
          <p:spPr>
            <a:xfrm>
              <a:off x="6835730" y="6991104"/>
              <a:ext cx="28977" cy="39391"/>
            </a:xfrm>
            <a:prstGeom prst="line">
              <a:avLst/>
            </a:prstGeom>
            <a:noFill/>
            <a:ln w="19050">
              <a:solidFill>
                <a:srgbClr val="A4A9AE"/>
              </a:solidFill>
              <a:prstDash val="dash"/>
            </a:ln>
          </p:spPr>
        </p:sp>
        <p:sp>
          <p:nvSpPr>
            <p:cNvPr id="2325" name="panel4__line_2324"/>
            <p:cNvSpPr/>
            <p:nvPr/>
          </p:nvSpPr>
          <p:spPr>
            <a:xfrm>
              <a:off x="6864708" y="7030495"/>
              <a:ext cx="28977" cy="18341"/>
            </a:xfrm>
            <a:prstGeom prst="line">
              <a:avLst/>
            </a:prstGeom>
            <a:noFill/>
            <a:ln w="19050">
              <a:solidFill>
                <a:srgbClr val="A4A9AE"/>
              </a:solidFill>
              <a:prstDash val="dash"/>
            </a:ln>
          </p:spPr>
        </p:sp>
        <p:sp>
          <p:nvSpPr>
            <p:cNvPr id="2326" name="panel4__line_2325"/>
            <p:cNvSpPr/>
            <p:nvPr/>
          </p:nvSpPr>
          <p:spPr>
            <a:xfrm flipV="1">
              <a:off x="6893685" y="7033691"/>
              <a:ext cx="28977" cy="15145"/>
            </a:xfrm>
            <a:prstGeom prst="line">
              <a:avLst/>
            </a:prstGeom>
            <a:noFill/>
            <a:ln w="19050">
              <a:solidFill>
                <a:srgbClr val="A4A9AE"/>
              </a:solidFill>
              <a:prstDash val="dash"/>
            </a:ln>
          </p:spPr>
        </p:sp>
        <p:sp>
          <p:nvSpPr>
            <p:cNvPr id="2327" name="panel4__line_2326"/>
            <p:cNvSpPr/>
            <p:nvPr/>
          </p:nvSpPr>
          <p:spPr>
            <a:xfrm flipV="1">
              <a:off x="6922663" y="6999841"/>
              <a:ext cx="28977" cy="33849"/>
            </a:xfrm>
            <a:prstGeom prst="line">
              <a:avLst/>
            </a:prstGeom>
            <a:noFill/>
            <a:ln w="19050">
              <a:solidFill>
                <a:srgbClr val="A4A9AE"/>
              </a:solidFill>
              <a:prstDash val="dash"/>
            </a:ln>
          </p:spPr>
        </p:sp>
        <p:sp>
          <p:nvSpPr>
            <p:cNvPr id="2328" name="panel4__line_2327"/>
            <p:cNvSpPr/>
            <p:nvPr/>
          </p:nvSpPr>
          <p:spPr>
            <a:xfrm flipV="1">
              <a:off x="6951640" y="6977848"/>
              <a:ext cx="28977" cy="21993"/>
            </a:xfrm>
            <a:prstGeom prst="line">
              <a:avLst/>
            </a:prstGeom>
            <a:noFill/>
            <a:ln w="19050">
              <a:solidFill>
                <a:srgbClr val="A4A9AE"/>
              </a:solidFill>
              <a:prstDash val="dash"/>
            </a:ln>
          </p:spPr>
        </p:sp>
        <p:sp>
          <p:nvSpPr>
            <p:cNvPr id="2329" name="panel4__line_2328"/>
            <p:cNvSpPr/>
            <p:nvPr/>
          </p:nvSpPr>
          <p:spPr>
            <a:xfrm>
              <a:off x="6980618" y="6977848"/>
              <a:ext cx="28977" cy="9906"/>
            </a:xfrm>
            <a:prstGeom prst="line">
              <a:avLst/>
            </a:prstGeom>
            <a:noFill/>
            <a:ln w="19050">
              <a:solidFill>
                <a:srgbClr val="A4A9AE"/>
              </a:solidFill>
              <a:prstDash val="dash"/>
            </a:ln>
          </p:spPr>
        </p:sp>
        <p:sp>
          <p:nvSpPr>
            <p:cNvPr id="2330" name="panel4__line_2329"/>
            <p:cNvSpPr/>
            <p:nvPr/>
          </p:nvSpPr>
          <p:spPr>
            <a:xfrm>
              <a:off x="7009595" y="6987755"/>
              <a:ext cx="28977" cy="33938"/>
            </a:xfrm>
            <a:prstGeom prst="line">
              <a:avLst/>
            </a:prstGeom>
            <a:noFill/>
            <a:ln w="19050">
              <a:solidFill>
                <a:srgbClr val="A4A9AE"/>
              </a:solidFill>
              <a:prstDash val="dash"/>
            </a:ln>
          </p:spPr>
        </p:sp>
        <p:sp>
          <p:nvSpPr>
            <p:cNvPr id="2331" name="panel4__line_2330"/>
            <p:cNvSpPr/>
            <p:nvPr/>
          </p:nvSpPr>
          <p:spPr>
            <a:xfrm>
              <a:off x="7038573" y="7021693"/>
              <a:ext cx="28977" cy="29517"/>
            </a:xfrm>
            <a:prstGeom prst="line">
              <a:avLst/>
            </a:prstGeom>
            <a:noFill/>
            <a:ln w="19050">
              <a:solidFill>
                <a:srgbClr val="A4A9AE"/>
              </a:solidFill>
              <a:prstDash val="dash"/>
            </a:ln>
          </p:spPr>
        </p:sp>
        <p:sp>
          <p:nvSpPr>
            <p:cNvPr id="2332" name="panel4__line_2331"/>
            <p:cNvSpPr/>
            <p:nvPr/>
          </p:nvSpPr>
          <p:spPr>
            <a:xfrm>
              <a:off x="5010150" y="6888578"/>
              <a:ext cx="28977" cy="20187"/>
            </a:xfrm>
            <a:prstGeom prst="line">
              <a:avLst/>
            </a:prstGeom>
            <a:noFill/>
            <a:ln w="14288">
              <a:solidFill>
                <a:srgbClr val="0F4D92"/>
              </a:solidFill>
              <a:prstDash val="solid"/>
            </a:ln>
          </p:spPr>
        </p:sp>
        <p:sp>
          <p:nvSpPr>
            <p:cNvPr id="2333" name="panel4__line_2332"/>
            <p:cNvSpPr/>
            <p:nvPr/>
          </p:nvSpPr>
          <p:spPr>
            <a:xfrm>
              <a:off x="5039127" y="6908765"/>
              <a:ext cx="28977" cy="51182"/>
            </a:xfrm>
            <a:prstGeom prst="line">
              <a:avLst/>
            </a:prstGeom>
            <a:noFill/>
            <a:ln w="14288">
              <a:solidFill>
                <a:srgbClr val="0F4D92"/>
              </a:solidFill>
              <a:prstDash val="solid"/>
            </a:ln>
          </p:spPr>
        </p:sp>
        <p:sp>
          <p:nvSpPr>
            <p:cNvPr id="2334" name="panel4__line_2333"/>
            <p:cNvSpPr/>
            <p:nvPr/>
          </p:nvSpPr>
          <p:spPr>
            <a:xfrm>
              <a:off x="5068105" y="6959947"/>
              <a:ext cx="28977" cy="50081"/>
            </a:xfrm>
            <a:prstGeom prst="line">
              <a:avLst/>
            </a:prstGeom>
            <a:noFill/>
            <a:ln w="14288">
              <a:solidFill>
                <a:srgbClr val="0F4D92"/>
              </a:solidFill>
              <a:prstDash val="solid"/>
            </a:ln>
          </p:spPr>
        </p:sp>
        <p:sp>
          <p:nvSpPr>
            <p:cNvPr id="2335" name="panel4__line_2334"/>
            <p:cNvSpPr/>
            <p:nvPr/>
          </p:nvSpPr>
          <p:spPr>
            <a:xfrm>
              <a:off x="5097082" y="7010029"/>
              <a:ext cx="28977" cy="20965"/>
            </a:xfrm>
            <a:prstGeom prst="line">
              <a:avLst/>
            </a:prstGeom>
            <a:noFill/>
            <a:ln w="14288">
              <a:solidFill>
                <a:srgbClr val="0F4D92"/>
              </a:solidFill>
              <a:prstDash val="solid"/>
            </a:ln>
          </p:spPr>
        </p:sp>
        <p:sp>
          <p:nvSpPr>
            <p:cNvPr id="2336" name="panel4__line_2335"/>
            <p:cNvSpPr/>
            <p:nvPr/>
          </p:nvSpPr>
          <p:spPr>
            <a:xfrm flipV="1">
              <a:off x="5126060" y="7020768"/>
              <a:ext cx="28977" cy="10226"/>
            </a:xfrm>
            <a:prstGeom prst="line">
              <a:avLst/>
            </a:prstGeom>
            <a:noFill/>
            <a:ln w="14288">
              <a:solidFill>
                <a:srgbClr val="0F4D92"/>
              </a:solidFill>
              <a:prstDash val="solid"/>
            </a:ln>
          </p:spPr>
        </p:sp>
        <p:sp>
          <p:nvSpPr>
            <p:cNvPr id="2337" name="panel4__line_2336"/>
            <p:cNvSpPr/>
            <p:nvPr/>
          </p:nvSpPr>
          <p:spPr>
            <a:xfrm flipV="1">
              <a:off x="5155037" y="7001836"/>
              <a:ext cx="28977" cy="18932"/>
            </a:xfrm>
            <a:prstGeom prst="line">
              <a:avLst/>
            </a:prstGeom>
            <a:noFill/>
            <a:ln w="14288">
              <a:solidFill>
                <a:srgbClr val="0F4D92"/>
              </a:solidFill>
              <a:prstDash val="solid"/>
            </a:ln>
          </p:spPr>
        </p:sp>
        <p:sp>
          <p:nvSpPr>
            <p:cNvPr id="2338" name="panel4__line_2337"/>
            <p:cNvSpPr/>
            <p:nvPr/>
          </p:nvSpPr>
          <p:spPr>
            <a:xfrm flipV="1">
              <a:off x="5184015" y="6998852"/>
              <a:ext cx="28977" cy="2983"/>
            </a:xfrm>
            <a:prstGeom prst="line">
              <a:avLst/>
            </a:prstGeom>
            <a:noFill/>
            <a:ln w="14288">
              <a:solidFill>
                <a:srgbClr val="0F4D92"/>
              </a:solidFill>
              <a:prstDash val="solid"/>
            </a:ln>
          </p:spPr>
        </p:sp>
        <p:sp>
          <p:nvSpPr>
            <p:cNvPr id="2339" name="panel4__line_2338"/>
            <p:cNvSpPr/>
            <p:nvPr/>
          </p:nvSpPr>
          <p:spPr>
            <a:xfrm>
              <a:off x="5212992" y="6998852"/>
              <a:ext cx="28977" cy="17647"/>
            </a:xfrm>
            <a:prstGeom prst="line">
              <a:avLst/>
            </a:prstGeom>
            <a:noFill/>
            <a:ln w="14288">
              <a:solidFill>
                <a:srgbClr val="0F4D92"/>
              </a:solidFill>
              <a:prstDash val="solid"/>
            </a:ln>
          </p:spPr>
        </p:sp>
        <p:sp>
          <p:nvSpPr>
            <p:cNvPr id="2340" name="panel4__line_2339"/>
            <p:cNvSpPr/>
            <p:nvPr/>
          </p:nvSpPr>
          <p:spPr>
            <a:xfrm>
              <a:off x="5241970" y="7016500"/>
              <a:ext cx="28977" cy="21218"/>
            </a:xfrm>
            <a:prstGeom prst="line">
              <a:avLst/>
            </a:prstGeom>
            <a:noFill/>
            <a:ln w="14288">
              <a:solidFill>
                <a:srgbClr val="0F4D92"/>
              </a:solidFill>
              <a:prstDash val="solid"/>
            </a:ln>
          </p:spPr>
        </p:sp>
        <p:sp>
          <p:nvSpPr>
            <p:cNvPr id="2341" name="panel4__line_2340"/>
            <p:cNvSpPr/>
            <p:nvPr/>
          </p:nvSpPr>
          <p:spPr>
            <a:xfrm>
              <a:off x="5270947" y="7037718"/>
              <a:ext cx="28977" cy="4893"/>
            </a:xfrm>
            <a:prstGeom prst="line">
              <a:avLst/>
            </a:prstGeom>
            <a:noFill/>
            <a:ln w="14288">
              <a:solidFill>
                <a:srgbClr val="0F4D92"/>
              </a:solidFill>
              <a:prstDash val="solid"/>
            </a:ln>
          </p:spPr>
        </p:sp>
        <p:sp>
          <p:nvSpPr>
            <p:cNvPr id="2342" name="panel4__line_2341"/>
            <p:cNvSpPr/>
            <p:nvPr/>
          </p:nvSpPr>
          <p:spPr>
            <a:xfrm flipV="1">
              <a:off x="5299925" y="7028790"/>
              <a:ext cx="28977" cy="13821"/>
            </a:xfrm>
            <a:prstGeom prst="line">
              <a:avLst/>
            </a:prstGeom>
            <a:noFill/>
            <a:ln w="14288">
              <a:solidFill>
                <a:srgbClr val="0F4D92"/>
              </a:solidFill>
              <a:prstDash val="solid"/>
            </a:ln>
          </p:spPr>
        </p:sp>
        <p:sp>
          <p:nvSpPr>
            <p:cNvPr id="2343" name="panel4__line_2342"/>
            <p:cNvSpPr/>
            <p:nvPr/>
          </p:nvSpPr>
          <p:spPr>
            <a:xfrm flipV="1">
              <a:off x="5328902" y="7013152"/>
              <a:ext cx="28977" cy="15638"/>
            </a:xfrm>
            <a:prstGeom prst="line">
              <a:avLst/>
            </a:prstGeom>
            <a:noFill/>
            <a:ln w="14288">
              <a:solidFill>
                <a:srgbClr val="0F4D92"/>
              </a:solidFill>
              <a:prstDash val="solid"/>
            </a:ln>
          </p:spPr>
        </p:sp>
        <p:sp>
          <p:nvSpPr>
            <p:cNvPr id="2344" name="panel4__line_2343"/>
            <p:cNvSpPr/>
            <p:nvPr/>
          </p:nvSpPr>
          <p:spPr>
            <a:xfrm>
              <a:off x="5357880" y="7013152"/>
              <a:ext cx="28977" cy="467"/>
            </a:xfrm>
            <a:prstGeom prst="line">
              <a:avLst/>
            </a:prstGeom>
            <a:noFill/>
            <a:ln w="14288">
              <a:solidFill>
                <a:srgbClr val="0F4D92"/>
              </a:solidFill>
              <a:prstDash val="solid"/>
            </a:ln>
          </p:spPr>
        </p:sp>
        <p:sp>
          <p:nvSpPr>
            <p:cNvPr id="2345" name="panel4__line_2344"/>
            <p:cNvSpPr/>
            <p:nvPr/>
          </p:nvSpPr>
          <p:spPr>
            <a:xfrm>
              <a:off x="5386857" y="7013619"/>
              <a:ext cx="28977" cy="15559"/>
            </a:xfrm>
            <a:prstGeom prst="line">
              <a:avLst/>
            </a:prstGeom>
            <a:noFill/>
            <a:ln w="14288">
              <a:solidFill>
                <a:srgbClr val="0F4D92"/>
              </a:solidFill>
              <a:prstDash val="solid"/>
            </a:ln>
          </p:spPr>
        </p:sp>
        <p:sp>
          <p:nvSpPr>
            <p:cNvPr id="2346" name="panel4__line_2345"/>
            <p:cNvSpPr/>
            <p:nvPr/>
          </p:nvSpPr>
          <p:spPr>
            <a:xfrm>
              <a:off x="5415835" y="7029178"/>
              <a:ext cx="28977" cy="9372"/>
            </a:xfrm>
            <a:prstGeom prst="line">
              <a:avLst/>
            </a:prstGeom>
            <a:noFill/>
            <a:ln w="14288">
              <a:solidFill>
                <a:srgbClr val="0F4D92"/>
              </a:solidFill>
              <a:prstDash val="solid"/>
            </a:ln>
          </p:spPr>
        </p:sp>
        <p:sp>
          <p:nvSpPr>
            <p:cNvPr id="2347" name="panel4__line_2346"/>
            <p:cNvSpPr/>
            <p:nvPr/>
          </p:nvSpPr>
          <p:spPr>
            <a:xfrm flipV="1">
              <a:off x="5444812" y="7019952"/>
              <a:ext cx="28977" cy="18599"/>
            </a:xfrm>
            <a:prstGeom prst="line">
              <a:avLst/>
            </a:prstGeom>
            <a:noFill/>
            <a:ln w="14288">
              <a:solidFill>
                <a:srgbClr val="0F4D92"/>
              </a:solidFill>
              <a:prstDash val="solid"/>
            </a:ln>
          </p:spPr>
        </p:sp>
        <p:sp>
          <p:nvSpPr>
            <p:cNvPr id="2348" name="panel4__line_2347"/>
            <p:cNvSpPr/>
            <p:nvPr/>
          </p:nvSpPr>
          <p:spPr>
            <a:xfrm flipV="1">
              <a:off x="5473789" y="6973682"/>
              <a:ext cx="28977" cy="46270"/>
            </a:xfrm>
            <a:prstGeom prst="line">
              <a:avLst/>
            </a:prstGeom>
            <a:noFill/>
            <a:ln w="14288">
              <a:solidFill>
                <a:srgbClr val="0F4D92"/>
              </a:solidFill>
              <a:prstDash val="solid"/>
            </a:ln>
          </p:spPr>
        </p:sp>
        <p:sp>
          <p:nvSpPr>
            <p:cNvPr id="2349" name="panel4__line_2348"/>
            <p:cNvSpPr/>
            <p:nvPr/>
          </p:nvSpPr>
          <p:spPr>
            <a:xfrm flipV="1">
              <a:off x="5502767" y="6925665"/>
              <a:ext cx="28977" cy="48017"/>
            </a:xfrm>
            <a:prstGeom prst="line">
              <a:avLst/>
            </a:prstGeom>
            <a:noFill/>
            <a:ln w="14288">
              <a:solidFill>
                <a:srgbClr val="0F4D92"/>
              </a:solidFill>
              <a:prstDash val="solid"/>
            </a:ln>
          </p:spPr>
        </p:sp>
        <p:sp>
          <p:nvSpPr>
            <p:cNvPr id="2350" name="panel4__line_2349"/>
            <p:cNvSpPr/>
            <p:nvPr/>
          </p:nvSpPr>
          <p:spPr>
            <a:xfrm flipV="1">
              <a:off x="5531744" y="6907366"/>
              <a:ext cx="28977" cy="18299"/>
            </a:xfrm>
            <a:prstGeom prst="line">
              <a:avLst/>
            </a:prstGeom>
            <a:noFill/>
            <a:ln w="14288">
              <a:solidFill>
                <a:srgbClr val="0F4D92"/>
              </a:solidFill>
              <a:prstDash val="solid"/>
            </a:ln>
          </p:spPr>
        </p:sp>
        <p:sp>
          <p:nvSpPr>
            <p:cNvPr id="2351" name="panel4__line_2350"/>
            <p:cNvSpPr/>
            <p:nvPr/>
          </p:nvSpPr>
          <p:spPr>
            <a:xfrm>
              <a:off x="5560722" y="6907366"/>
              <a:ext cx="28977" cy="22226"/>
            </a:xfrm>
            <a:prstGeom prst="line">
              <a:avLst/>
            </a:prstGeom>
            <a:noFill/>
            <a:ln w="14288">
              <a:solidFill>
                <a:srgbClr val="0F4D92"/>
              </a:solidFill>
              <a:prstDash val="solid"/>
            </a:ln>
          </p:spPr>
        </p:sp>
        <p:sp>
          <p:nvSpPr>
            <p:cNvPr id="2352" name="panel4__line_2351"/>
            <p:cNvSpPr/>
            <p:nvPr/>
          </p:nvSpPr>
          <p:spPr>
            <a:xfrm>
              <a:off x="5589699" y="6929593"/>
              <a:ext cx="28977" cy="44163"/>
            </a:xfrm>
            <a:prstGeom prst="line">
              <a:avLst/>
            </a:prstGeom>
            <a:noFill/>
            <a:ln w="14288">
              <a:solidFill>
                <a:srgbClr val="0F4D92"/>
              </a:solidFill>
              <a:prstDash val="solid"/>
            </a:ln>
          </p:spPr>
        </p:sp>
        <p:sp>
          <p:nvSpPr>
            <p:cNvPr id="2353" name="panel4__line_2352"/>
            <p:cNvSpPr/>
            <p:nvPr/>
          </p:nvSpPr>
          <p:spPr>
            <a:xfrm>
              <a:off x="5618677" y="6973755"/>
              <a:ext cx="28977" cy="34596"/>
            </a:xfrm>
            <a:prstGeom prst="line">
              <a:avLst/>
            </a:prstGeom>
            <a:noFill/>
            <a:ln w="14288">
              <a:solidFill>
                <a:srgbClr val="0F4D92"/>
              </a:solidFill>
              <a:prstDash val="solid"/>
            </a:ln>
          </p:spPr>
        </p:sp>
        <p:sp>
          <p:nvSpPr>
            <p:cNvPr id="2354" name="panel4__line_2353"/>
            <p:cNvSpPr/>
            <p:nvPr/>
          </p:nvSpPr>
          <p:spPr>
            <a:xfrm>
              <a:off x="5647654" y="7008351"/>
              <a:ext cx="28977" cy="7100"/>
            </a:xfrm>
            <a:prstGeom prst="line">
              <a:avLst/>
            </a:prstGeom>
            <a:noFill/>
            <a:ln w="14288">
              <a:solidFill>
                <a:srgbClr val="0F4D92"/>
              </a:solidFill>
              <a:prstDash val="solid"/>
            </a:ln>
          </p:spPr>
        </p:sp>
        <p:sp>
          <p:nvSpPr>
            <p:cNvPr id="2355" name="panel4__line_2354"/>
            <p:cNvSpPr/>
            <p:nvPr/>
          </p:nvSpPr>
          <p:spPr>
            <a:xfrm flipV="1">
              <a:off x="5676632" y="7003291"/>
              <a:ext cx="28977" cy="12160"/>
            </a:xfrm>
            <a:prstGeom prst="line">
              <a:avLst/>
            </a:prstGeom>
            <a:noFill/>
            <a:ln w="14288">
              <a:solidFill>
                <a:srgbClr val="0F4D92"/>
              </a:solidFill>
              <a:prstDash val="solid"/>
            </a:ln>
          </p:spPr>
        </p:sp>
        <p:sp>
          <p:nvSpPr>
            <p:cNvPr id="2356" name="panel4__line_2355"/>
            <p:cNvSpPr/>
            <p:nvPr/>
          </p:nvSpPr>
          <p:spPr>
            <a:xfrm flipV="1">
              <a:off x="5705609" y="6994591"/>
              <a:ext cx="28977" cy="8700"/>
            </a:xfrm>
            <a:prstGeom prst="line">
              <a:avLst/>
            </a:prstGeom>
            <a:noFill/>
            <a:ln w="14288">
              <a:solidFill>
                <a:srgbClr val="0F4D92"/>
              </a:solidFill>
              <a:prstDash val="solid"/>
            </a:ln>
          </p:spPr>
        </p:sp>
        <p:sp>
          <p:nvSpPr>
            <p:cNvPr id="2357" name="panel4__line_2356"/>
            <p:cNvSpPr/>
            <p:nvPr/>
          </p:nvSpPr>
          <p:spPr>
            <a:xfrm>
              <a:off x="5734587" y="6994591"/>
              <a:ext cx="28977" cy="8408"/>
            </a:xfrm>
            <a:prstGeom prst="line">
              <a:avLst/>
            </a:prstGeom>
            <a:noFill/>
            <a:ln w="14288">
              <a:solidFill>
                <a:srgbClr val="0F4D92"/>
              </a:solidFill>
              <a:prstDash val="solid"/>
            </a:ln>
          </p:spPr>
        </p:sp>
        <p:sp>
          <p:nvSpPr>
            <p:cNvPr id="2358" name="panel4__line_2357"/>
            <p:cNvSpPr/>
            <p:nvPr/>
          </p:nvSpPr>
          <p:spPr>
            <a:xfrm>
              <a:off x="5763564" y="7003000"/>
              <a:ext cx="28977" cy="17572"/>
            </a:xfrm>
            <a:prstGeom prst="line">
              <a:avLst/>
            </a:prstGeom>
            <a:noFill/>
            <a:ln w="14288">
              <a:solidFill>
                <a:srgbClr val="0F4D92"/>
              </a:solidFill>
              <a:prstDash val="solid"/>
            </a:ln>
          </p:spPr>
        </p:sp>
        <p:sp>
          <p:nvSpPr>
            <p:cNvPr id="2359" name="panel4__line_2358"/>
            <p:cNvSpPr/>
            <p:nvPr/>
          </p:nvSpPr>
          <p:spPr>
            <a:xfrm>
              <a:off x="5792542" y="7020571"/>
              <a:ext cx="28977" cy="7181"/>
            </a:xfrm>
            <a:prstGeom prst="line">
              <a:avLst/>
            </a:prstGeom>
            <a:noFill/>
            <a:ln w="14288">
              <a:solidFill>
                <a:srgbClr val="0F4D92"/>
              </a:solidFill>
              <a:prstDash val="solid"/>
            </a:ln>
          </p:spPr>
        </p:sp>
        <p:sp>
          <p:nvSpPr>
            <p:cNvPr id="2360" name="panel4__line_2359"/>
            <p:cNvSpPr/>
            <p:nvPr/>
          </p:nvSpPr>
          <p:spPr>
            <a:xfrm flipV="1">
              <a:off x="5821519" y="7015198"/>
              <a:ext cx="28977" cy="12554"/>
            </a:xfrm>
            <a:prstGeom prst="line">
              <a:avLst/>
            </a:prstGeom>
            <a:noFill/>
            <a:ln w="14288">
              <a:solidFill>
                <a:srgbClr val="0F4D92"/>
              </a:solidFill>
              <a:prstDash val="solid"/>
            </a:ln>
          </p:spPr>
        </p:sp>
        <p:sp>
          <p:nvSpPr>
            <p:cNvPr id="2361" name="panel4__line_2360"/>
            <p:cNvSpPr/>
            <p:nvPr/>
          </p:nvSpPr>
          <p:spPr>
            <a:xfrm flipV="1">
              <a:off x="5850496" y="6995228"/>
              <a:ext cx="28977" cy="19970"/>
            </a:xfrm>
            <a:prstGeom prst="line">
              <a:avLst/>
            </a:prstGeom>
            <a:noFill/>
            <a:ln w="14288">
              <a:solidFill>
                <a:srgbClr val="0F4D92"/>
              </a:solidFill>
              <a:prstDash val="solid"/>
            </a:ln>
          </p:spPr>
        </p:sp>
        <p:sp>
          <p:nvSpPr>
            <p:cNvPr id="2362" name="panel4__line_2361"/>
            <p:cNvSpPr/>
            <p:nvPr/>
          </p:nvSpPr>
          <p:spPr>
            <a:xfrm flipV="1">
              <a:off x="5879474" y="6990863"/>
              <a:ext cx="28977" cy="4365"/>
            </a:xfrm>
            <a:prstGeom prst="line">
              <a:avLst/>
            </a:prstGeom>
            <a:noFill/>
            <a:ln w="14288">
              <a:solidFill>
                <a:srgbClr val="0F4D92"/>
              </a:solidFill>
              <a:prstDash val="solid"/>
            </a:ln>
          </p:spPr>
        </p:sp>
        <p:sp>
          <p:nvSpPr>
            <p:cNvPr id="2363" name="panel4__line_2362"/>
            <p:cNvSpPr/>
            <p:nvPr/>
          </p:nvSpPr>
          <p:spPr>
            <a:xfrm>
              <a:off x="5908451" y="6990863"/>
              <a:ext cx="28977" cy="21593"/>
            </a:xfrm>
            <a:prstGeom prst="line">
              <a:avLst/>
            </a:prstGeom>
            <a:noFill/>
            <a:ln w="14288">
              <a:solidFill>
                <a:srgbClr val="0F4D92"/>
              </a:solidFill>
              <a:prstDash val="solid"/>
            </a:ln>
          </p:spPr>
        </p:sp>
        <p:sp>
          <p:nvSpPr>
            <p:cNvPr id="2364" name="panel4__line_2363"/>
            <p:cNvSpPr/>
            <p:nvPr/>
          </p:nvSpPr>
          <p:spPr>
            <a:xfrm>
              <a:off x="5937429" y="7012456"/>
              <a:ext cx="28977" cy="32207"/>
            </a:xfrm>
            <a:prstGeom prst="line">
              <a:avLst/>
            </a:prstGeom>
            <a:noFill/>
            <a:ln w="14288">
              <a:solidFill>
                <a:srgbClr val="0F4D92"/>
              </a:solidFill>
              <a:prstDash val="solid"/>
            </a:ln>
          </p:spPr>
        </p:sp>
        <p:sp>
          <p:nvSpPr>
            <p:cNvPr id="2365" name="panel4__line_2364"/>
            <p:cNvSpPr/>
            <p:nvPr/>
          </p:nvSpPr>
          <p:spPr>
            <a:xfrm>
              <a:off x="5966406" y="7044663"/>
              <a:ext cx="28977" cy="12747"/>
            </a:xfrm>
            <a:prstGeom prst="line">
              <a:avLst/>
            </a:prstGeom>
            <a:noFill/>
            <a:ln w="14288">
              <a:solidFill>
                <a:srgbClr val="0F4D92"/>
              </a:solidFill>
              <a:prstDash val="solid"/>
            </a:ln>
          </p:spPr>
        </p:sp>
        <p:sp>
          <p:nvSpPr>
            <p:cNvPr id="2366" name="panel4__line_2365"/>
            <p:cNvSpPr/>
            <p:nvPr/>
          </p:nvSpPr>
          <p:spPr>
            <a:xfrm flipV="1">
              <a:off x="5995384" y="7031986"/>
              <a:ext cx="28977" cy="25424"/>
            </a:xfrm>
            <a:prstGeom prst="line">
              <a:avLst/>
            </a:prstGeom>
            <a:noFill/>
            <a:ln w="14288">
              <a:solidFill>
                <a:srgbClr val="0F4D92"/>
              </a:solidFill>
              <a:prstDash val="solid"/>
            </a:ln>
          </p:spPr>
        </p:sp>
        <p:sp>
          <p:nvSpPr>
            <p:cNvPr id="2367" name="panel4__line_2366"/>
            <p:cNvSpPr/>
            <p:nvPr/>
          </p:nvSpPr>
          <p:spPr>
            <a:xfrm flipV="1">
              <a:off x="6024361" y="6978638"/>
              <a:ext cx="28977" cy="53348"/>
            </a:xfrm>
            <a:prstGeom prst="line">
              <a:avLst/>
            </a:prstGeom>
            <a:noFill/>
            <a:ln w="14288">
              <a:solidFill>
                <a:srgbClr val="0F4D92"/>
              </a:solidFill>
              <a:prstDash val="solid"/>
            </a:ln>
          </p:spPr>
        </p:sp>
        <p:sp>
          <p:nvSpPr>
            <p:cNvPr id="2368" name="panel4__line_2367"/>
            <p:cNvSpPr/>
            <p:nvPr/>
          </p:nvSpPr>
          <p:spPr>
            <a:xfrm flipV="1">
              <a:off x="6053339" y="6929290"/>
              <a:ext cx="28977" cy="49348"/>
            </a:xfrm>
            <a:prstGeom prst="line">
              <a:avLst/>
            </a:prstGeom>
            <a:noFill/>
            <a:ln w="14288">
              <a:solidFill>
                <a:srgbClr val="0F4D92"/>
              </a:solidFill>
              <a:prstDash val="solid"/>
            </a:ln>
          </p:spPr>
        </p:sp>
        <p:sp>
          <p:nvSpPr>
            <p:cNvPr id="2369" name="panel4__line_2368"/>
            <p:cNvSpPr/>
            <p:nvPr/>
          </p:nvSpPr>
          <p:spPr>
            <a:xfrm flipV="1">
              <a:off x="6082316" y="6911637"/>
              <a:ext cx="28977" cy="17653"/>
            </a:xfrm>
            <a:prstGeom prst="line">
              <a:avLst/>
            </a:prstGeom>
            <a:noFill/>
            <a:ln w="14288">
              <a:solidFill>
                <a:srgbClr val="0F4D92"/>
              </a:solidFill>
              <a:prstDash val="solid"/>
            </a:ln>
          </p:spPr>
        </p:sp>
        <p:sp>
          <p:nvSpPr>
            <p:cNvPr id="2370" name="panel4__line_2369"/>
            <p:cNvSpPr/>
            <p:nvPr/>
          </p:nvSpPr>
          <p:spPr>
            <a:xfrm>
              <a:off x="6111294" y="6911637"/>
              <a:ext cx="28977" cy="16145"/>
            </a:xfrm>
            <a:prstGeom prst="line">
              <a:avLst/>
            </a:prstGeom>
            <a:noFill/>
            <a:ln w="14288">
              <a:solidFill>
                <a:srgbClr val="0F4D92"/>
              </a:solidFill>
              <a:prstDash val="solid"/>
            </a:ln>
          </p:spPr>
        </p:sp>
        <p:sp>
          <p:nvSpPr>
            <p:cNvPr id="2371" name="panel4__line_2370"/>
            <p:cNvSpPr/>
            <p:nvPr/>
          </p:nvSpPr>
          <p:spPr>
            <a:xfrm>
              <a:off x="6140271" y="6927781"/>
              <a:ext cx="28977" cy="28286"/>
            </a:xfrm>
            <a:prstGeom prst="line">
              <a:avLst/>
            </a:prstGeom>
            <a:noFill/>
            <a:ln w="14288">
              <a:solidFill>
                <a:srgbClr val="0F4D92"/>
              </a:solidFill>
              <a:prstDash val="solid"/>
            </a:ln>
          </p:spPr>
        </p:sp>
        <p:sp>
          <p:nvSpPr>
            <p:cNvPr id="2372" name="panel4__line_2371"/>
            <p:cNvSpPr/>
            <p:nvPr/>
          </p:nvSpPr>
          <p:spPr>
            <a:xfrm>
              <a:off x="6169249" y="6956067"/>
              <a:ext cx="28977" cy="17030"/>
            </a:xfrm>
            <a:prstGeom prst="line">
              <a:avLst/>
            </a:prstGeom>
            <a:noFill/>
            <a:ln w="14288">
              <a:solidFill>
                <a:srgbClr val="0F4D92"/>
              </a:solidFill>
              <a:prstDash val="solid"/>
            </a:ln>
          </p:spPr>
        </p:sp>
        <p:sp>
          <p:nvSpPr>
            <p:cNvPr id="2373" name="panel4__line_2372"/>
            <p:cNvSpPr/>
            <p:nvPr/>
          </p:nvSpPr>
          <p:spPr>
            <a:xfrm>
              <a:off x="6198226" y="6973098"/>
              <a:ext cx="28977" cy="1534"/>
            </a:xfrm>
            <a:prstGeom prst="line">
              <a:avLst/>
            </a:prstGeom>
            <a:noFill/>
            <a:ln w="14288">
              <a:solidFill>
                <a:srgbClr val="0F4D92"/>
              </a:solidFill>
              <a:prstDash val="solid"/>
            </a:ln>
          </p:spPr>
        </p:sp>
        <p:sp>
          <p:nvSpPr>
            <p:cNvPr id="2374" name="panel4__line_2373"/>
            <p:cNvSpPr/>
            <p:nvPr/>
          </p:nvSpPr>
          <p:spPr>
            <a:xfrm>
              <a:off x="6227204" y="6974632"/>
              <a:ext cx="28977" cy="1458"/>
            </a:xfrm>
            <a:prstGeom prst="line">
              <a:avLst/>
            </a:prstGeom>
            <a:noFill/>
            <a:ln w="14288">
              <a:solidFill>
                <a:srgbClr val="0F4D92"/>
              </a:solidFill>
              <a:prstDash val="solid"/>
            </a:ln>
          </p:spPr>
        </p:sp>
        <p:sp>
          <p:nvSpPr>
            <p:cNvPr id="2375" name="panel4__line_2374"/>
            <p:cNvSpPr/>
            <p:nvPr/>
          </p:nvSpPr>
          <p:spPr>
            <a:xfrm>
              <a:off x="6256181" y="6976090"/>
              <a:ext cx="28977" cy="17420"/>
            </a:xfrm>
            <a:prstGeom prst="line">
              <a:avLst/>
            </a:prstGeom>
            <a:noFill/>
            <a:ln w="14288">
              <a:solidFill>
                <a:srgbClr val="0F4D92"/>
              </a:solidFill>
              <a:prstDash val="solid"/>
            </a:ln>
          </p:spPr>
        </p:sp>
        <p:sp>
          <p:nvSpPr>
            <p:cNvPr id="2376" name="panel4__line_2375"/>
            <p:cNvSpPr/>
            <p:nvPr/>
          </p:nvSpPr>
          <p:spPr>
            <a:xfrm>
              <a:off x="6285158" y="6993509"/>
              <a:ext cx="28977" cy="31067"/>
            </a:xfrm>
            <a:prstGeom prst="line">
              <a:avLst/>
            </a:prstGeom>
            <a:noFill/>
            <a:ln w="14288">
              <a:solidFill>
                <a:srgbClr val="0F4D92"/>
              </a:solidFill>
              <a:prstDash val="solid"/>
            </a:ln>
          </p:spPr>
        </p:sp>
        <p:sp>
          <p:nvSpPr>
            <p:cNvPr id="2377" name="panel4__line_2376"/>
            <p:cNvSpPr/>
            <p:nvPr/>
          </p:nvSpPr>
          <p:spPr>
            <a:xfrm>
              <a:off x="6314136" y="7024576"/>
              <a:ext cx="28977" cy="24342"/>
            </a:xfrm>
            <a:prstGeom prst="line">
              <a:avLst/>
            </a:prstGeom>
            <a:noFill/>
            <a:ln w="14288">
              <a:solidFill>
                <a:srgbClr val="0F4D92"/>
              </a:solidFill>
              <a:prstDash val="solid"/>
            </a:ln>
          </p:spPr>
        </p:sp>
        <p:sp>
          <p:nvSpPr>
            <p:cNvPr id="2378" name="panel4__line_2377"/>
            <p:cNvSpPr/>
            <p:nvPr/>
          </p:nvSpPr>
          <p:spPr>
            <a:xfrm flipV="1">
              <a:off x="6343113" y="7047770"/>
              <a:ext cx="28977" cy="1148"/>
            </a:xfrm>
            <a:prstGeom prst="line">
              <a:avLst/>
            </a:prstGeom>
            <a:noFill/>
            <a:ln w="14288">
              <a:solidFill>
                <a:srgbClr val="0F4D92"/>
              </a:solidFill>
              <a:prstDash val="solid"/>
            </a:ln>
          </p:spPr>
        </p:sp>
        <p:sp>
          <p:nvSpPr>
            <p:cNvPr id="2379" name="panel4__line_2378"/>
            <p:cNvSpPr/>
            <p:nvPr/>
          </p:nvSpPr>
          <p:spPr>
            <a:xfrm flipV="1">
              <a:off x="6372091" y="7023804"/>
              <a:ext cx="28977" cy="23966"/>
            </a:xfrm>
            <a:prstGeom prst="line">
              <a:avLst/>
            </a:prstGeom>
            <a:noFill/>
            <a:ln w="14288">
              <a:solidFill>
                <a:srgbClr val="0F4D92"/>
              </a:solidFill>
              <a:prstDash val="solid"/>
            </a:ln>
          </p:spPr>
        </p:sp>
        <p:sp>
          <p:nvSpPr>
            <p:cNvPr id="2380" name="panel4__line_2379"/>
            <p:cNvSpPr/>
            <p:nvPr/>
          </p:nvSpPr>
          <p:spPr>
            <a:xfrm flipV="1">
              <a:off x="6401068" y="7001113"/>
              <a:ext cx="28977" cy="22691"/>
            </a:xfrm>
            <a:prstGeom prst="line">
              <a:avLst/>
            </a:prstGeom>
            <a:noFill/>
            <a:ln w="14288">
              <a:solidFill>
                <a:srgbClr val="0F4D92"/>
              </a:solidFill>
              <a:prstDash val="solid"/>
            </a:ln>
          </p:spPr>
        </p:sp>
        <p:sp>
          <p:nvSpPr>
            <p:cNvPr id="2381" name="panel4__line_2380"/>
            <p:cNvSpPr/>
            <p:nvPr/>
          </p:nvSpPr>
          <p:spPr>
            <a:xfrm>
              <a:off x="6430046" y="7001113"/>
              <a:ext cx="28977" cy="2920"/>
            </a:xfrm>
            <a:prstGeom prst="line">
              <a:avLst/>
            </a:prstGeom>
            <a:noFill/>
            <a:ln w="14288">
              <a:solidFill>
                <a:srgbClr val="0F4D92"/>
              </a:solidFill>
              <a:prstDash val="solid"/>
            </a:ln>
          </p:spPr>
        </p:sp>
        <p:sp>
          <p:nvSpPr>
            <p:cNvPr id="2382" name="panel4__line_2381"/>
            <p:cNvSpPr/>
            <p:nvPr/>
          </p:nvSpPr>
          <p:spPr>
            <a:xfrm>
              <a:off x="6459023" y="7004033"/>
              <a:ext cx="28977" cy="29953"/>
            </a:xfrm>
            <a:prstGeom prst="line">
              <a:avLst/>
            </a:prstGeom>
            <a:noFill/>
            <a:ln w="14288">
              <a:solidFill>
                <a:srgbClr val="0F4D92"/>
              </a:solidFill>
              <a:prstDash val="solid"/>
            </a:ln>
          </p:spPr>
        </p:sp>
        <p:sp>
          <p:nvSpPr>
            <p:cNvPr id="2383" name="panel4__line_2382"/>
            <p:cNvSpPr/>
            <p:nvPr/>
          </p:nvSpPr>
          <p:spPr>
            <a:xfrm>
              <a:off x="6488001" y="7033986"/>
              <a:ext cx="28977" cy="32249"/>
            </a:xfrm>
            <a:prstGeom prst="line">
              <a:avLst/>
            </a:prstGeom>
            <a:noFill/>
            <a:ln w="14288">
              <a:solidFill>
                <a:srgbClr val="0F4D92"/>
              </a:solidFill>
              <a:prstDash val="solid"/>
            </a:ln>
          </p:spPr>
        </p:sp>
        <p:sp>
          <p:nvSpPr>
            <p:cNvPr id="2384" name="panel4__line_2383"/>
            <p:cNvSpPr/>
            <p:nvPr/>
          </p:nvSpPr>
          <p:spPr>
            <a:xfrm>
              <a:off x="6516978" y="7066235"/>
              <a:ext cx="28977" cy="4148"/>
            </a:xfrm>
            <a:prstGeom prst="line">
              <a:avLst/>
            </a:prstGeom>
            <a:noFill/>
            <a:ln w="14288">
              <a:solidFill>
                <a:srgbClr val="0F4D92"/>
              </a:solidFill>
              <a:prstDash val="solid"/>
            </a:ln>
          </p:spPr>
        </p:sp>
        <p:sp>
          <p:nvSpPr>
            <p:cNvPr id="2385" name="panel4__line_2384"/>
            <p:cNvSpPr/>
            <p:nvPr/>
          </p:nvSpPr>
          <p:spPr>
            <a:xfrm flipV="1">
              <a:off x="6545956" y="7036488"/>
              <a:ext cx="28977" cy="33895"/>
            </a:xfrm>
            <a:prstGeom prst="line">
              <a:avLst/>
            </a:prstGeom>
            <a:noFill/>
            <a:ln w="14288">
              <a:solidFill>
                <a:srgbClr val="0F4D92"/>
              </a:solidFill>
              <a:prstDash val="solid"/>
            </a:ln>
          </p:spPr>
        </p:sp>
        <p:sp>
          <p:nvSpPr>
            <p:cNvPr id="2386" name="panel4__line_2385"/>
            <p:cNvSpPr/>
            <p:nvPr/>
          </p:nvSpPr>
          <p:spPr>
            <a:xfrm flipV="1">
              <a:off x="6574933" y="6983362"/>
              <a:ext cx="28977" cy="53126"/>
            </a:xfrm>
            <a:prstGeom prst="line">
              <a:avLst/>
            </a:prstGeom>
            <a:noFill/>
            <a:ln w="14288">
              <a:solidFill>
                <a:srgbClr val="0F4D92"/>
              </a:solidFill>
              <a:prstDash val="solid"/>
            </a:ln>
          </p:spPr>
        </p:sp>
        <p:sp>
          <p:nvSpPr>
            <p:cNvPr id="2387" name="panel4__line_2386"/>
            <p:cNvSpPr/>
            <p:nvPr/>
          </p:nvSpPr>
          <p:spPr>
            <a:xfrm flipV="1">
              <a:off x="6603911" y="6941984"/>
              <a:ext cx="28977" cy="41378"/>
            </a:xfrm>
            <a:prstGeom prst="line">
              <a:avLst/>
            </a:prstGeom>
            <a:noFill/>
            <a:ln w="14288">
              <a:solidFill>
                <a:srgbClr val="0F4D92"/>
              </a:solidFill>
              <a:prstDash val="solid"/>
            </a:ln>
          </p:spPr>
        </p:sp>
        <p:sp>
          <p:nvSpPr>
            <p:cNvPr id="2388" name="panel4__line_2387"/>
            <p:cNvSpPr/>
            <p:nvPr/>
          </p:nvSpPr>
          <p:spPr>
            <a:xfrm flipV="1">
              <a:off x="6632888" y="6929698"/>
              <a:ext cx="28977" cy="12286"/>
            </a:xfrm>
            <a:prstGeom prst="line">
              <a:avLst/>
            </a:prstGeom>
            <a:noFill/>
            <a:ln w="14288">
              <a:solidFill>
                <a:srgbClr val="0F4D92"/>
              </a:solidFill>
              <a:prstDash val="solid"/>
            </a:ln>
          </p:spPr>
        </p:sp>
        <p:sp>
          <p:nvSpPr>
            <p:cNvPr id="2389" name="panel4__line_2388"/>
            <p:cNvSpPr/>
            <p:nvPr/>
          </p:nvSpPr>
          <p:spPr>
            <a:xfrm>
              <a:off x="6661865" y="6929698"/>
              <a:ext cx="28977" cy="8992"/>
            </a:xfrm>
            <a:prstGeom prst="line">
              <a:avLst/>
            </a:prstGeom>
            <a:noFill/>
            <a:ln w="14288">
              <a:solidFill>
                <a:srgbClr val="0F4D92"/>
              </a:solidFill>
              <a:prstDash val="solid"/>
            </a:ln>
          </p:spPr>
        </p:sp>
        <p:sp>
          <p:nvSpPr>
            <p:cNvPr id="2390" name="panel4__line_2389"/>
            <p:cNvSpPr/>
            <p:nvPr/>
          </p:nvSpPr>
          <p:spPr>
            <a:xfrm>
              <a:off x="6690843" y="6938690"/>
              <a:ext cx="28977" cy="9413"/>
            </a:xfrm>
            <a:prstGeom prst="line">
              <a:avLst/>
            </a:prstGeom>
            <a:noFill/>
            <a:ln w="14288">
              <a:solidFill>
                <a:srgbClr val="0F4D92"/>
              </a:solidFill>
              <a:prstDash val="solid"/>
            </a:ln>
          </p:spPr>
        </p:sp>
        <p:sp>
          <p:nvSpPr>
            <p:cNvPr id="2391" name="panel4__line_2390"/>
            <p:cNvSpPr/>
            <p:nvPr/>
          </p:nvSpPr>
          <p:spPr>
            <a:xfrm flipV="1">
              <a:off x="6719820" y="6946731"/>
              <a:ext cx="28977" cy="1372"/>
            </a:xfrm>
            <a:prstGeom prst="line">
              <a:avLst/>
            </a:prstGeom>
            <a:noFill/>
            <a:ln w="14288">
              <a:solidFill>
                <a:srgbClr val="0F4D92"/>
              </a:solidFill>
              <a:prstDash val="solid"/>
            </a:ln>
          </p:spPr>
        </p:sp>
        <p:sp>
          <p:nvSpPr>
            <p:cNvPr id="2392" name="panel4__line_2391"/>
            <p:cNvSpPr/>
            <p:nvPr/>
          </p:nvSpPr>
          <p:spPr>
            <a:xfrm flipV="1">
              <a:off x="6748798" y="6943767"/>
              <a:ext cx="28977" cy="2965"/>
            </a:xfrm>
            <a:prstGeom prst="line">
              <a:avLst/>
            </a:prstGeom>
            <a:noFill/>
            <a:ln w="14288">
              <a:solidFill>
                <a:srgbClr val="0F4D92"/>
              </a:solidFill>
              <a:prstDash val="solid"/>
            </a:ln>
          </p:spPr>
        </p:sp>
        <p:sp>
          <p:nvSpPr>
            <p:cNvPr id="2393" name="panel4__line_2392"/>
            <p:cNvSpPr/>
            <p:nvPr/>
          </p:nvSpPr>
          <p:spPr>
            <a:xfrm>
              <a:off x="6777775" y="6943767"/>
              <a:ext cx="28977" cy="13622"/>
            </a:xfrm>
            <a:prstGeom prst="line">
              <a:avLst/>
            </a:prstGeom>
            <a:noFill/>
            <a:ln w="14288">
              <a:solidFill>
                <a:srgbClr val="0F4D92"/>
              </a:solidFill>
              <a:prstDash val="solid"/>
            </a:ln>
          </p:spPr>
        </p:sp>
        <p:sp>
          <p:nvSpPr>
            <p:cNvPr id="2394" name="panel4__line_2393"/>
            <p:cNvSpPr/>
            <p:nvPr/>
          </p:nvSpPr>
          <p:spPr>
            <a:xfrm>
              <a:off x="6806753" y="6957389"/>
              <a:ext cx="28977" cy="35595"/>
            </a:xfrm>
            <a:prstGeom prst="line">
              <a:avLst/>
            </a:prstGeom>
            <a:noFill/>
            <a:ln w="14288">
              <a:solidFill>
                <a:srgbClr val="0F4D92"/>
              </a:solidFill>
              <a:prstDash val="solid"/>
            </a:ln>
          </p:spPr>
        </p:sp>
        <p:sp>
          <p:nvSpPr>
            <p:cNvPr id="2395" name="panel4__line_2394"/>
            <p:cNvSpPr/>
            <p:nvPr/>
          </p:nvSpPr>
          <p:spPr>
            <a:xfrm>
              <a:off x="6835730" y="6992984"/>
              <a:ext cx="28977" cy="40258"/>
            </a:xfrm>
            <a:prstGeom prst="line">
              <a:avLst/>
            </a:prstGeom>
            <a:noFill/>
            <a:ln w="14288">
              <a:solidFill>
                <a:srgbClr val="0F4D92"/>
              </a:solidFill>
              <a:prstDash val="solid"/>
            </a:ln>
          </p:spPr>
        </p:sp>
        <p:sp>
          <p:nvSpPr>
            <p:cNvPr id="2396" name="panel4__line_2395"/>
            <p:cNvSpPr/>
            <p:nvPr/>
          </p:nvSpPr>
          <p:spPr>
            <a:xfrm>
              <a:off x="6864708" y="7033242"/>
              <a:ext cx="28977" cy="17881"/>
            </a:xfrm>
            <a:prstGeom prst="line">
              <a:avLst/>
            </a:prstGeom>
            <a:noFill/>
            <a:ln w="14288">
              <a:solidFill>
                <a:srgbClr val="0F4D92"/>
              </a:solidFill>
              <a:prstDash val="solid"/>
            </a:ln>
          </p:spPr>
        </p:sp>
        <p:sp>
          <p:nvSpPr>
            <p:cNvPr id="2397" name="panel4__line_2396"/>
            <p:cNvSpPr/>
            <p:nvPr/>
          </p:nvSpPr>
          <p:spPr>
            <a:xfrm flipV="1">
              <a:off x="6893685" y="7034412"/>
              <a:ext cx="28977" cy="16711"/>
            </a:xfrm>
            <a:prstGeom prst="line">
              <a:avLst/>
            </a:prstGeom>
            <a:noFill/>
            <a:ln w="14288">
              <a:solidFill>
                <a:srgbClr val="0F4D92"/>
              </a:solidFill>
              <a:prstDash val="solid"/>
            </a:ln>
          </p:spPr>
        </p:sp>
        <p:sp>
          <p:nvSpPr>
            <p:cNvPr id="2398" name="panel4__line_2397"/>
            <p:cNvSpPr/>
            <p:nvPr/>
          </p:nvSpPr>
          <p:spPr>
            <a:xfrm flipV="1">
              <a:off x="6922663" y="6998648"/>
              <a:ext cx="28977" cy="35763"/>
            </a:xfrm>
            <a:prstGeom prst="line">
              <a:avLst/>
            </a:prstGeom>
            <a:noFill/>
            <a:ln w="14288">
              <a:solidFill>
                <a:srgbClr val="0F4D92"/>
              </a:solidFill>
              <a:prstDash val="solid"/>
            </a:ln>
          </p:spPr>
        </p:sp>
        <p:sp>
          <p:nvSpPr>
            <p:cNvPr id="2399" name="panel4__line_2398"/>
            <p:cNvSpPr/>
            <p:nvPr/>
          </p:nvSpPr>
          <p:spPr>
            <a:xfrm flipV="1">
              <a:off x="6951640" y="6975318"/>
              <a:ext cx="28977" cy="23330"/>
            </a:xfrm>
            <a:prstGeom prst="line">
              <a:avLst/>
            </a:prstGeom>
            <a:noFill/>
            <a:ln w="14288">
              <a:solidFill>
                <a:srgbClr val="0F4D92"/>
              </a:solidFill>
              <a:prstDash val="solid"/>
            </a:ln>
          </p:spPr>
        </p:sp>
        <p:sp>
          <p:nvSpPr>
            <p:cNvPr id="2400" name="panel4__line_2399"/>
            <p:cNvSpPr/>
            <p:nvPr/>
          </p:nvSpPr>
          <p:spPr>
            <a:xfrm>
              <a:off x="6980618" y="6975318"/>
              <a:ext cx="28977" cy="9792"/>
            </a:xfrm>
            <a:prstGeom prst="line">
              <a:avLst/>
            </a:prstGeom>
            <a:noFill/>
            <a:ln w="14288">
              <a:solidFill>
                <a:srgbClr val="0F4D92"/>
              </a:solidFill>
              <a:prstDash val="solid"/>
            </a:ln>
          </p:spPr>
        </p:sp>
        <p:sp>
          <p:nvSpPr>
            <p:cNvPr id="2401" name="panel4__line_2400"/>
            <p:cNvSpPr/>
            <p:nvPr/>
          </p:nvSpPr>
          <p:spPr>
            <a:xfrm>
              <a:off x="7009595" y="6985110"/>
              <a:ext cx="28977" cy="35102"/>
            </a:xfrm>
            <a:prstGeom prst="line">
              <a:avLst/>
            </a:prstGeom>
            <a:noFill/>
            <a:ln w="14288">
              <a:solidFill>
                <a:srgbClr val="0F4D92"/>
              </a:solidFill>
              <a:prstDash val="solid"/>
            </a:ln>
          </p:spPr>
        </p:sp>
        <p:sp>
          <p:nvSpPr>
            <p:cNvPr id="2402" name="panel4__line_2401"/>
            <p:cNvSpPr/>
            <p:nvPr/>
          </p:nvSpPr>
          <p:spPr>
            <a:xfrm>
              <a:off x="7038573" y="7020212"/>
              <a:ext cx="28977" cy="31397"/>
            </a:xfrm>
            <a:prstGeom prst="line">
              <a:avLst/>
            </a:prstGeom>
            <a:noFill/>
            <a:ln w="14288">
              <a:solidFill>
                <a:srgbClr val="0F4D92"/>
              </a:solidFill>
              <a:prstDash val="solid"/>
            </a:ln>
          </p:spPr>
        </p:sp>
        <p:sp>
          <p:nvSpPr>
            <p:cNvPr id="2403" name="panel4__line_2402"/>
            <p:cNvSpPr/>
            <p:nvPr/>
          </p:nvSpPr>
          <p:spPr>
            <a:xfrm>
              <a:off x="5124450" y="7315200"/>
              <a:ext cx="133350" cy="0"/>
            </a:xfrm>
            <a:prstGeom prst="line">
              <a:avLst/>
            </a:prstGeom>
            <a:noFill/>
            <a:ln w="17145">
              <a:solidFill>
                <a:srgbClr val="A4A9AE"/>
              </a:solidFill>
              <a:prstDash val="dash"/>
            </a:ln>
          </p:spPr>
        </p:sp>
        <p:sp>
          <p:nvSpPr>
            <p:cNvPr id="2404" name="panel4__text_2403"/>
            <p:cNvSpPr/>
            <p:nvPr/>
          </p:nvSpPr>
          <p:spPr>
            <a:xfrm>
              <a:off x="5324475" y="7191375"/>
              <a:ext cx="447675" cy="247650"/>
            </a:xfrm>
            <a:prstGeom prst="rect">
              <a:avLst/>
            </a:prstGeom>
            <a:noFill/>
            <a:ln/>
          </p:spPr>
          <p:txBody>
            <a:bodyPr wrap="none" lIns="0" tIns="0" rIns="0" bIns="0" rtlCol="0" anchor="ctr"/>
            <a:lstStyle/>
            <a:p>
              <a:pPr algn="l" indent="0" marL="0">
                <a:buNone/>
              </a:pPr>
              <a:r>
                <a:rPr lang="en-US" sz="1350" dirty="0">
                  <a:solidFill>
                    <a:srgbClr val="242B32"/>
                  </a:solidFill>
                  <a:latin typeface="Times New Roman" pitchFamily="34" charset="0"/>
                  <a:ea typeface="Times New Roman" pitchFamily="34" charset="-122"/>
                  <a:cs typeface="Times New Roman" pitchFamily="34" charset="-120"/>
                </a:rPr>
                <a:t>Input</a:t>
              </a:r>
              <a:endParaRPr lang="en-US" sz="1350" dirty="0"/>
            </a:p>
          </p:txBody>
        </p:sp>
        <p:sp>
          <p:nvSpPr>
            <p:cNvPr id="2405" name="panel4__line_2404"/>
            <p:cNvSpPr/>
            <p:nvPr/>
          </p:nvSpPr>
          <p:spPr>
            <a:xfrm>
              <a:off x="5962650" y="7315200"/>
              <a:ext cx="133350" cy="0"/>
            </a:xfrm>
            <a:prstGeom prst="line">
              <a:avLst/>
            </a:prstGeom>
            <a:noFill/>
            <a:ln w="15240">
              <a:solidFill>
                <a:srgbClr val="0F4D92"/>
              </a:solidFill>
              <a:prstDash val="solid"/>
            </a:ln>
          </p:spPr>
        </p:sp>
        <p:sp>
          <p:nvSpPr>
            <p:cNvPr id="2406" name="panel4__text_2405"/>
            <p:cNvSpPr/>
            <p:nvPr/>
          </p:nvSpPr>
          <p:spPr>
            <a:xfrm>
              <a:off x="6172200" y="7191375"/>
              <a:ext cx="847725" cy="247650"/>
            </a:xfrm>
            <a:prstGeom prst="rect">
              <a:avLst/>
            </a:prstGeom>
            <a:noFill/>
            <a:ln/>
          </p:spPr>
          <p:txBody>
            <a:bodyPr wrap="none" lIns="0" tIns="0" rIns="0" bIns="0" rtlCol="0" anchor="ctr"/>
            <a:lstStyle/>
            <a:p>
              <a:pPr algn="l" indent="0" marL="0">
                <a:buNone/>
              </a:pPr>
              <a:r>
                <a:rPr lang="en-US" sz="1350" dirty="0">
                  <a:solidFill>
                    <a:srgbClr val="242B32"/>
                  </a:solidFill>
                  <a:latin typeface="Times New Roman" pitchFamily="34" charset="0"/>
                  <a:ea typeface="Times New Roman" pitchFamily="34" charset="-122"/>
                  <a:cs typeface="Times New Roman" pitchFamily="34" charset="-120"/>
                </a:rPr>
                <a:t>Mode sum</a:t>
              </a:r>
              <a:endParaRPr lang="en-US" sz="1350" dirty="0"/>
            </a:p>
          </p:txBody>
        </p:sp>
        <p:sp>
          <p:nvSpPr>
            <p:cNvPr id="2422" name="panel4__to_sum_0" descr="Editable filled curved data-flow path"/>
            <p:cNvSpPr/>
            <p:nvPr/>
          </p:nvSpPr>
          <p:spPr>
            <a:xfrm>
              <a:off x="4214191" y="6073697"/>
              <a:ext cx="167309" cy="86092"/>
            </a:xfrm>
            <a:custGeom>
              <a:avLst/>
              <a:gdLst/>
              <a:ahLst/>
              <a:cxnLst/>
              <a:rect l="0" t="0" r="w" b="h"/>
              <a:pathLst>
                <a:path w="167309" h="86092" fill="norm" stroke="false">
                  <a:moveTo>
                    <a:pt x="29818" y="67857"/>
                  </a:moveTo>
                  <a:lnTo>
                    <a:pt x="30363" y="66783"/>
                  </a:lnTo>
                  <a:lnTo>
                    <a:pt x="30909" y="65740"/>
                  </a:lnTo>
                  <a:lnTo>
                    <a:pt x="31455" y="64728"/>
                  </a:lnTo>
                  <a:lnTo>
                    <a:pt x="32001" y="63747"/>
                  </a:lnTo>
                  <a:lnTo>
                    <a:pt x="32547" y="62796"/>
                  </a:lnTo>
                  <a:lnTo>
                    <a:pt x="33092" y="61875"/>
                  </a:lnTo>
                  <a:lnTo>
                    <a:pt x="33637" y="60983"/>
                  </a:lnTo>
                  <a:lnTo>
                    <a:pt x="34181" y="60121"/>
                  </a:lnTo>
                  <a:lnTo>
                    <a:pt x="34723" y="59288"/>
                  </a:lnTo>
                  <a:lnTo>
                    <a:pt x="35265" y="58484"/>
                  </a:lnTo>
                  <a:lnTo>
                    <a:pt x="35804" y="57708"/>
                  </a:lnTo>
                  <a:lnTo>
                    <a:pt x="36342" y="56959"/>
                  </a:lnTo>
                  <a:lnTo>
                    <a:pt x="36877" y="56238"/>
                  </a:lnTo>
                  <a:lnTo>
                    <a:pt x="37410" y="55544"/>
                  </a:lnTo>
                  <a:lnTo>
                    <a:pt x="37941" y="54877"/>
                  </a:lnTo>
                  <a:lnTo>
                    <a:pt x="38469" y="54235"/>
                  </a:lnTo>
                  <a:lnTo>
                    <a:pt x="38994" y="53619"/>
                  </a:lnTo>
                  <a:lnTo>
                    <a:pt x="39515" y="53028"/>
                  </a:lnTo>
                  <a:lnTo>
                    <a:pt x="40034" y="52462"/>
                  </a:lnTo>
                  <a:lnTo>
                    <a:pt x="40549" y="51919"/>
                  </a:lnTo>
                  <a:lnTo>
                    <a:pt x="41061" y="51399"/>
                  </a:lnTo>
                  <a:lnTo>
                    <a:pt x="41569" y="50902"/>
                  </a:lnTo>
                  <a:lnTo>
                    <a:pt x="42073" y="50427"/>
                  </a:lnTo>
                  <a:lnTo>
                    <a:pt x="42574" y="49974"/>
                  </a:lnTo>
                  <a:lnTo>
                    <a:pt x="43071" y="49541"/>
                  </a:lnTo>
                  <a:lnTo>
                    <a:pt x="43565" y="49128"/>
                  </a:lnTo>
                  <a:lnTo>
                    <a:pt x="44055" y="48735"/>
                  </a:lnTo>
                  <a:lnTo>
                    <a:pt x="44542" y="48360"/>
                  </a:lnTo>
                  <a:lnTo>
                    <a:pt x="45026" y="48003"/>
                  </a:lnTo>
                  <a:lnTo>
                    <a:pt x="45507" y="47664"/>
                  </a:lnTo>
                  <a:lnTo>
                    <a:pt x="45985" y="47342"/>
                  </a:lnTo>
                  <a:lnTo>
                    <a:pt x="46460" y="47035"/>
                  </a:lnTo>
                  <a:lnTo>
                    <a:pt x="46934" y="46744"/>
                  </a:lnTo>
                  <a:lnTo>
                    <a:pt x="47405" y="46468"/>
                  </a:lnTo>
                  <a:lnTo>
                    <a:pt x="47875" y="46206"/>
                  </a:lnTo>
                  <a:lnTo>
                    <a:pt x="48344" y="45958"/>
                  </a:lnTo>
                  <a:lnTo>
                    <a:pt x="48813" y="45723"/>
                  </a:lnTo>
                  <a:lnTo>
                    <a:pt x="49281" y="45500"/>
                  </a:lnTo>
                  <a:lnTo>
                    <a:pt x="49750" y="45290"/>
                  </a:lnTo>
                  <a:lnTo>
                    <a:pt x="50220" y="45091"/>
                  </a:lnTo>
                  <a:lnTo>
                    <a:pt x="50691" y="44904"/>
                  </a:lnTo>
                  <a:lnTo>
                    <a:pt x="51163" y="44727"/>
                  </a:lnTo>
                  <a:lnTo>
                    <a:pt x="51639" y="44561"/>
                  </a:lnTo>
                  <a:lnTo>
                    <a:pt x="52117" y="44405"/>
                  </a:lnTo>
                  <a:lnTo>
                    <a:pt x="52598" y="44260"/>
                  </a:lnTo>
                  <a:lnTo>
                    <a:pt x="53084" y="44124"/>
                  </a:lnTo>
                  <a:lnTo>
                    <a:pt x="53573" y="43997"/>
                  </a:lnTo>
                  <a:lnTo>
                    <a:pt x="54068" y="43881"/>
                  </a:lnTo>
                  <a:lnTo>
                    <a:pt x="54568" y="43773"/>
                  </a:lnTo>
                  <a:lnTo>
                    <a:pt x="55073" y="43675"/>
                  </a:lnTo>
                  <a:lnTo>
                    <a:pt x="55585" y="43586"/>
                  </a:lnTo>
                  <a:lnTo>
                    <a:pt x="56103" y="43507"/>
                  </a:lnTo>
                  <a:lnTo>
                    <a:pt x="56628" y="43436"/>
                  </a:lnTo>
                  <a:lnTo>
                    <a:pt x="57160" y="43375"/>
                  </a:lnTo>
                  <a:lnTo>
                    <a:pt x="57700" y="43323"/>
                  </a:lnTo>
                  <a:lnTo>
                    <a:pt x="58247" y="43281"/>
                  </a:lnTo>
                  <a:lnTo>
                    <a:pt x="58802" y="43248"/>
                  </a:lnTo>
                  <a:lnTo>
                    <a:pt x="59365" y="43224"/>
                  </a:lnTo>
                  <a:lnTo>
                    <a:pt x="59936" y="43210"/>
                  </a:lnTo>
                  <a:lnTo>
                    <a:pt x="60516" y="43205"/>
                  </a:lnTo>
                  <a:lnTo>
                    <a:pt x="61104" y="43210"/>
                  </a:lnTo>
                  <a:lnTo>
                    <a:pt x="61701" y="43224"/>
                  </a:lnTo>
                  <a:lnTo>
                    <a:pt x="62306" y="43248"/>
                  </a:lnTo>
                  <a:lnTo>
                    <a:pt x="62919" y="43282"/>
                  </a:lnTo>
                  <a:lnTo>
                    <a:pt x="63541" y="43326"/>
                  </a:lnTo>
                  <a:lnTo>
                    <a:pt x="64172" y="43380"/>
                  </a:lnTo>
                  <a:lnTo>
                    <a:pt x="64811" y="43443"/>
                  </a:lnTo>
                  <a:lnTo>
                    <a:pt x="65459" y="43517"/>
                  </a:lnTo>
                  <a:lnTo>
                    <a:pt x="66115" y="43600"/>
                  </a:lnTo>
                  <a:lnTo>
                    <a:pt x="66779" y="43694"/>
                  </a:lnTo>
                  <a:lnTo>
                    <a:pt x="67452" y="43797"/>
                  </a:lnTo>
                  <a:lnTo>
                    <a:pt x="68132" y="43910"/>
                  </a:lnTo>
                  <a:lnTo>
                    <a:pt x="68821" y="44033"/>
                  </a:lnTo>
                  <a:lnTo>
                    <a:pt x="69517" y="44166"/>
                  </a:lnTo>
                  <a:lnTo>
                    <a:pt x="70222" y="44309"/>
                  </a:lnTo>
                  <a:lnTo>
                    <a:pt x="70933" y="44461"/>
                  </a:lnTo>
                  <a:lnTo>
                    <a:pt x="71652" y="44624"/>
                  </a:lnTo>
                  <a:lnTo>
                    <a:pt x="72379" y="44795"/>
                  </a:lnTo>
                  <a:lnTo>
                    <a:pt x="73112" y="44977"/>
                  </a:lnTo>
                  <a:lnTo>
                    <a:pt x="73853" y="45167"/>
                  </a:lnTo>
                  <a:lnTo>
                    <a:pt x="74600" y="45367"/>
                  </a:lnTo>
                  <a:lnTo>
                    <a:pt x="75354" y="45576"/>
                  </a:lnTo>
                  <a:lnTo>
                    <a:pt x="76114" y="45794"/>
                  </a:lnTo>
                  <a:lnTo>
                    <a:pt x="76881" y="46021"/>
                  </a:lnTo>
                  <a:lnTo>
                    <a:pt x="77654" y="46257"/>
                  </a:lnTo>
                  <a:lnTo>
                    <a:pt x="78433" y="46502"/>
                  </a:lnTo>
                  <a:lnTo>
                    <a:pt x="79218" y="46754"/>
                  </a:lnTo>
                  <a:lnTo>
                    <a:pt x="80009" y="47016"/>
                  </a:lnTo>
                  <a:lnTo>
                    <a:pt x="80805" y="47285"/>
                  </a:lnTo>
                  <a:lnTo>
                    <a:pt x="81607" y="47562"/>
                  </a:lnTo>
                  <a:lnTo>
                    <a:pt x="82414" y="47847"/>
                  </a:lnTo>
                  <a:lnTo>
                    <a:pt x="83226" y="48140"/>
                  </a:lnTo>
                  <a:lnTo>
                    <a:pt x="84043" y="48440"/>
                  </a:lnTo>
                  <a:lnTo>
                    <a:pt x="84866" y="48748"/>
                  </a:lnTo>
                  <a:lnTo>
                    <a:pt x="85693" y="49062"/>
                  </a:lnTo>
                  <a:lnTo>
                    <a:pt x="86524" y="49384"/>
                  </a:lnTo>
                  <a:lnTo>
                    <a:pt x="87360" y="49712"/>
                  </a:lnTo>
                  <a:lnTo>
                    <a:pt x="88201" y="50046"/>
                  </a:lnTo>
                  <a:lnTo>
                    <a:pt x="89046" y="50387"/>
                  </a:lnTo>
                  <a:lnTo>
                    <a:pt x="89895" y="50734"/>
                  </a:lnTo>
                  <a:lnTo>
                    <a:pt x="90748" y="51087"/>
                  </a:lnTo>
                  <a:lnTo>
                    <a:pt x="91605" y="51445"/>
                  </a:lnTo>
                  <a:lnTo>
                    <a:pt x="92466" y="51808"/>
                  </a:lnTo>
                  <a:lnTo>
                    <a:pt x="93330" y="52177"/>
                  </a:lnTo>
                  <a:lnTo>
                    <a:pt x="94199" y="52551"/>
                  </a:lnTo>
                  <a:lnTo>
                    <a:pt x="95070" y="52930"/>
                  </a:lnTo>
                  <a:lnTo>
                    <a:pt x="95946" y="53313"/>
                  </a:lnTo>
                  <a:lnTo>
                    <a:pt x="96824" y="53700"/>
                  </a:lnTo>
                  <a:lnTo>
                    <a:pt x="97706" y="54092"/>
                  </a:lnTo>
                  <a:lnTo>
                    <a:pt x="98592" y="54487"/>
                  </a:lnTo>
                  <a:lnTo>
                    <a:pt x="99480" y="54886"/>
                  </a:lnTo>
                  <a:lnTo>
                    <a:pt x="100371" y="55289"/>
                  </a:lnTo>
                  <a:lnTo>
                    <a:pt x="101266" y="55694"/>
                  </a:lnTo>
                  <a:lnTo>
                    <a:pt x="102163" y="56103"/>
                  </a:lnTo>
                  <a:lnTo>
                    <a:pt x="103063" y="56514"/>
                  </a:lnTo>
                  <a:lnTo>
                    <a:pt x="103966" y="56928"/>
                  </a:lnTo>
                  <a:lnTo>
                    <a:pt x="104872" y="57344"/>
                  </a:lnTo>
                  <a:lnTo>
                    <a:pt x="105780" y="57762"/>
                  </a:lnTo>
                  <a:lnTo>
                    <a:pt x="106691" y="58182"/>
                  </a:lnTo>
                  <a:lnTo>
                    <a:pt x="99743" y="86092"/>
                  </a:lnTo>
                  <a:lnTo>
                    <a:pt x="167309" y="60403"/>
                  </a:lnTo>
                  <a:lnTo>
                    <a:pt x="127602" y="0"/>
                  </a:lnTo>
                  <a:lnTo>
                    <a:pt x="120654" y="27910"/>
                  </a:lnTo>
                  <a:lnTo>
                    <a:pt x="119729" y="27484"/>
                  </a:lnTo>
                  <a:lnTo>
                    <a:pt x="118802" y="27057"/>
                  </a:lnTo>
                  <a:lnTo>
                    <a:pt x="117871" y="26629"/>
                  </a:lnTo>
                  <a:lnTo>
                    <a:pt x="116937" y="26201"/>
                  </a:lnTo>
                  <a:lnTo>
                    <a:pt x="116000" y="25773"/>
                  </a:lnTo>
                  <a:lnTo>
                    <a:pt x="115060" y="25345"/>
                  </a:lnTo>
                  <a:lnTo>
                    <a:pt x="114117" y="24917"/>
                  </a:lnTo>
                  <a:lnTo>
                    <a:pt x="113170" y="24490"/>
                  </a:lnTo>
                  <a:lnTo>
                    <a:pt x="112221" y="24063"/>
                  </a:lnTo>
                  <a:lnTo>
                    <a:pt x="111269" y="23638"/>
                  </a:lnTo>
                  <a:lnTo>
                    <a:pt x="110314" y="23214"/>
                  </a:lnTo>
                  <a:lnTo>
                    <a:pt x="109356" y="22791"/>
                  </a:lnTo>
                  <a:lnTo>
                    <a:pt x="108395" y="22371"/>
                  </a:lnTo>
                  <a:lnTo>
                    <a:pt x="107431" y="21952"/>
                  </a:lnTo>
                  <a:lnTo>
                    <a:pt x="106464" y="21536"/>
                  </a:lnTo>
                  <a:lnTo>
                    <a:pt x="105494" y="21122"/>
                  </a:lnTo>
                  <a:lnTo>
                    <a:pt x="104521" y="20711"/>
                  </a:lnTo>
                  <a:lnTo>
                    <a:pt x="103546" y="20303"/>
                  </a:lnTo>
                  <a:lnTo>
                    <a:pt x="102567" y="19899"/>
                  </a:lnTo>
                  <a:lnTo>
                    <a:pt x="101585" y="19498"/>
                  </a:lnTo>
                  <a:lnTo>
                    <a:pt x="100600" y="19100"/>
                  </a:lnTo>
                  <a:lnTo>
                    <a:pt x="99612" y="18707"/>
                  </a:lnTo>
                  <a:lnTo>
                    <a:pt x="98622" y="18319"/>
                  </a:lnTo>
                  <a:lnTo>
                    <a:pt x="97628" y="17935"/>
                  </a:lnTo>
                  <a:lnTo>
                    <a:pt x="96631" y="17555"/>
                  </a:lnTo>
                  <a:lnTo>
                    <a:pt x="95630" y="17181"/>
                  </a:lnTo>
                  <a:lnTo>
                    <a:pt x="94627" y="16813"/>
                  </a:lnTo>
                  <a:lnTo>
                    <a:pt x="93620" y="16450"/>
                  </a:lnTo>
                  <a:lnTo>
                    <a:pt x="92610" y="16093"/>
                  </a:lnTo>
                  <a:lnTo>
                    <a:pt x="91597" y="15743"/>
                  </a:lnTo>
                  <a:lnTo>
                    <a:pt x="90580" y="15399"/>
                  </a:lnTo>
                  <a:lnTo>
                    <a:pt x="89560" y="15062"/>
                  </a:lnTo>
                  <a:lnTo>
                    <a:pt x="88536" y="14732"/>
                  </a:lnTo>
                  <a:lnTo>
                    <a:pt x="87509" y="14409"/>
                  </a:lnTo>
                  <a:lnTo>
                    <a:pt x="86478" y="14095"/>
                  </a:lnTo>
                  <a:lnTo>
                    <a:pt x="85444" y="13789"/>
                  </a:lnTo>
                  <a:lnTo>
                    <a:pt x="84405" y="13491"/>
                  </a:lnTo>
                  <a:lnTo>
                    <a:pt x="83363" y="13202"/>
                  </a:lnTo>
                  <a:lnTo>
                    <a:pt x="82317" y="12922"/>
                  </a:lnTo>
                  <a:lnTo>
                    <a:pt x="81267" y="12652"/>
                  </a:lnTo>
                  <a:lnTo>
                    <a:pt x="80214" y="12392"/>
                  </a:lnTo>
                  <a:lnTo>
                    <a:pt x="79156" y="12141"/>
                  </a:lnTo>
                  <a:lnTo>
                    <a:pt x="78094" y="11902"/>
                  </a:lnTo>
                  <a:lnTo>
                    <a:pt x="77027" y="11674"/>
                  </a:lnTo>
                  <a:lnTo>
                    <a:pt x="75957" y="11457"/>
                  </a:lnTo>
                  <a:lnTo>
                    <a:pt x="74882" y="11251"/>
                  </a:lnTo>
                  <a:lnTo>
                    <a:pt x="73803" y="11058"/>
                  </a:lnTo>
                  <a:lnTo>
                    <a:pt x="72720" y="10878"/>
                  </a:lnTo>
                  <a:lnTo>
                    <a:pt x="71632" y="10711"/>
                  </a:lnTo>
                  <a:lnTo>
                    <a:pt x="70540" y="10558"/>
                  </a:lnTo>
                  <a:lnTo>
                    <a:pt x="69443" y="10418"/>
                  </a:lnTo>
                  <a:lnTo>
                    <a:pt x="68342" y="10293"/>
                  </a:lnTo>
                  <a:lnTo>
                    <a:pt x="67237" y="10183"/>
                  </a:lnTo>
                  <a:lnTo>
                    <a:pt x="66127" y="10089"/>
                  </a:lnTo>
                  <a:lnTo>
                    <a:pt x="65013" y="10011"/>
                  </a:lnTo>
                  <a:lnTo>
                    <a:pt x="63895" y="9949"/>
                  </a:lnTo>
                  <a:lnTo>
                    <a:pt x="62773" y="9904"/>
                  </a:lnTo>
                  <a:lnTo>
                    <a:pt x="61646" y="9876"/>
                  </a:lnTo>
                  <a:lnTo>
                    <a:pt x="60516" y="9867"/>
                  </a:lnTo>
                  <a:lnTo>
                    <a:pt x="59382" y="9877"/>
                  </a:lnTo>
                  <a:lnTo>
                    <a:pt x="58245" y="9905"/>
                  </a:lnTo>
                  <a:lnTo>
                    <a:pt x="57104" y="9953"/>
                  </a:lnTo>
                  <a:lnTo>
                    <a:pt x="55960" y="10022"/>
                  </a:lnTo>
                  <a:lnTo>
                    <a:pt x="54813" y="10111"/>
                  </a:lnTo>
                  <a:lnTo>
                    <a:pt x="53664" y="10222"/>
                  </a:lnTo>
                  <a:lnTo>
                    <a:pt x="52513" y="10354"/>
                  </a:lnTo>
                  <a:lnTo>
                    <a:pt x="51360" y="10508"/>
                  </a:lnTo>
                  <a:lnTo>
                    <a:pt x="50205" y="10686"/>
                  </a:lnTo>
                  <a:lnTo>
                    <a:pt x="49050" y="10886"/>
                  </a:lnTo>
                  <a:lnTo>
                    <a:pt x="47894" y="11111"/>
                  </a:lnTo>
                  <a:lnTo>
                    <a:pt x="46738" y="11359"/>
                  </a:lnTo>
                  <a:lnTo>
                    <a:pt x="45583" y="11632"/>
                  </a:lnTo>
                  <a:lnTo>
                    <a:pt x="44428" y="11929"/>
                  </a:lnTo>
                  <a:lnTo>
                    <a:pt x="43276" y="12252"/>
                  </a:lnTo>
                  <a:lnTo>
                    <a:pt x="42125" y="12600"/>
                  </a:lnTo>
                  <a:lnTo>
                    <a:pt x="40977" y="12974"/>
                  </a:lnTo>
                  <a:lnTo>
                    <a:pt x="39833" y="13374"/>
                  </a:lnTo>
                  <a:lnTo>
                    <a:pt x="38692" y="13800"/>
                  </a:lnTo>
                  <a:lnTo>
                    <a:pt x="37556" y="14252"/>
                  </a:lnTo>
                  <a:lnTo>
                    <a:pt x="36425" y="14731"/>
                  </a:lnTo>
                  <a:lnTo>
                    <a:pt x="35300" y="15236"/>
                  </a:lnTo>
                  <a:lnTo>
                    <a:pt x="34182" y="15768"/>
                  </a:lnTo>
                  <a:lnTo>
                    <a:pt x="33070" y="16326"/>
                  </a:lnTo>
                  <a:lnTo>
                    <a:pt x="31966" y="16910"/>
                  </a:lnTo>
                  <a:lnTo>
                    <a:pt x="30870" y="17521"/>
                  </a:lnTo>
                  <a:lnTo>
                    <a:pt x="29782" y="18158"/>
                  </a:lnTo>
                  <a:lnTo>
                    <a:pt x="28703" y="18821"/>
                  </a:lnTo>
                  <a:lnTo>
                    <a:pt x="27634" y="19510"/>
                  </a:lnTo>
                  <a:lnTo>
                    <a:pt x="26574" y="20224"/>
                  </a:lnTo>
                  <a:lnTo>
                    <a:pt x="25525" y="20965"/>
                  </a:lnTo>
                  <a:lnTo>
                    <a:pt x="24486" y="21731"/>
                  </a:lnTo>
                  <a:lnTo>
                    <a:pt x="23458" y="22522"/>
                  </a:lnTo>
                  <a:lnTo>
                    <a:pt x="22441" y="23338"/>
                  </a:lnTo>
                  <a:lnTo>
                    <a:pt x="21435" y="24179"/>
                  </a:lnTo>
                  <a:lnTo>
                    <a:pt x="20440" y="25044"/>
                  </a:lnTo>
                  <a:lnTo>
                    <a:pt x="19458" y="25934"/>
                  </a:lnTo>
                  <a:lnTo>
                    <a:pt x="18487" y="26848"/>
                  </a:lnTo>
                  <a:lnTo>
                    <a:pt x="17527" y="27786"/>
                  </a:lnTo>
                  <a:lnTo>
                    <a:pt x="16580" y="28748"/>
                  </a:lnTo>
                  <a:lnTo>
                    <a:pt x="15644" y="29734"/>
                  </a:lnTo>
                  <a:lnTo>
                    <a:pt x="14720" y="30744"/>
                  </a:lnTo>
                  <a:lnTo>
                    <a:pt x="13808" y="31777"/>
                  </a:lnTo>
                  <a:lnTo>
                    <a:pt x="12908" y="32834"/>
                  </a:lnTo>
                  <a:lnTo>
                    <a:pt x="12019" y="33914"/>
                  </a:lnTo>
                  <a:lnTo>
                    <a:pt x="11142" y="35018"/>
                  </a:lnTo>
                  <a:lnTo>
                    <a:pt x="10276" y="36144"/>
                  </a:lnTo>
                  <a:lnTo>
                    <a:pt x="9422" y="37295"/>
                  </a:lnTo>
                  <a:lnTo>
                    <a:pt x="8578" y="38468"/>
                  </a:lnTo>
                  <a:lnTo>
                    <a:pt x="7746" y="39665"/>
                  </a:lnTo>
                  <a:lnTo>
                    <a:pt x="6925" y="40886"/>
                  </a:lnTo>
                  <a:lnTo>
                    <a:pt x="6115" y="42130"/>
                  </a:lnTo>
                  <a:lnTo>
                    <a:pt x="5315" y="43398"/>
                  </a:lnTo>
                  <a:lnTo>
                    <a:pt x="4525" y="44690"/>
                  </a:lnTo>
                  <a:lnTo>
                    <a:pt x="3746" y="46005"/>
                  </a:lnTo>
                  <a:lnTo>
                    <a:pt x="2977" y="47345"/>
                  </a:lnTo>
                  <a:lnTo>
                    <a:pt x="2218" y="48709"/>
                  </a:lnTo>
                  <a:lnTo>
                    <a:pt x="1469" y="50097"/>
                  </a:lnTo>
                  <a:lnTo>
                    <a:pt x="730" y="51510"/>
                  </a:lnTo>
                  <a:lnTo>
                    <a:pt x="0" y="52948"/>
                  </a:lnTo>
                  <a:close/>
                </a:path>
              </a:pathLst>
            </a:custGeom>
            <a:solidFill>
              <a:srgbClr val="000000"/>
            </a:solidFill>
            <a:ln w="0">
              <a:noFill/>
            </a:ln>
          </p:spPr>
        </p:sp>
        <p:sp>
          <p:nvSpPr>
            <p:cNvPr id="2423" name="panel4__to_reconstruction_0" descr="Editable filled curved data-flow path"/>
            <p:cNvSpPr/>
            <p:nvPr/>
          </p:nvSpPr>
          <p:spPr>
            <a:xfrm>
              <a:off x="4679048" y="6061251"/>
              <a:ext cx="283477" cy="111782"/>
            </a:xfrm>
            <a:custGeom>
              <a:avLst/>
              <a:gdLst/>
              <a:ahLst/>
              <a:cxnLst/>
              <a:rect l="0" t="0" r="w" b="h"/>
              <a:pathLst>
                <a:path w="283477" h="111782" fill="norm" stroke="false">
                  <a:moveTo>
                    <a:pt x="33554" y="84593"/>
                  </a:moveTo>
                  <a:lnTo>
                    <a:pt x="34500" y="83262"/>
                  </a:lnTo>
                  <a:lnTo>
                    <a:pt x="35448" y="81967"/>
                  </a:lnTo>
                  <a:lnTo>
                    <a:pt x="36399" y="80708"/>
                  </a:lnTo>
                  <a:lnTo>
                    <a:pt x="37352" y="79484"/>
                  </a:lnTo>
                  <a:lnTo>
                    <a:pt x="38308" y="78295"/>
                  </a:lnTo>
                  <a:lnTo>
                    <a:pt x="39265" y="77140"/>
                  </a:lnTo>
                  <a:lnTo>
                    <a:pt x="40225" y="76019"/>
                  </a:lnTo>
                  <a:lnTo>
                    <a:pt x="41186" y="74931"/>
                  </a:lnTo>
                  <a:lnTo>
                    <a:pt x="42149" y="73875"/>
                  </a:lnTo>
                  <a:lnTo>
                    <a:pt x="43113" y="72851"/>
                  </a:lnTo>
                  <a:lnTo>
                    <a:pt x="44079" y="71859"/>
                  </a:lnTo>
                  <a:lnTo>
                    <a:pt x="45046" y="70897"/>
                  </a:lnTo>
                  <a:lnTo>
                    <a:pt x="46015" y="69965"/>
                  </a:lnTo>
                  <a:lnTo>
                    <a:pt x="46986" y="69062"/>
                  </a:lnTo>
                  <a:lnTo>
                    <a:pt x="47958" y="68189"/>
                  </a:lnTo>
                  <a:lnTo>
                    <a:pt x="48932" y="67344"/>
                  </a:lnTo>
                  <a:lnTo>
                    <a:pt x="49907" y="66526"/>
                  </a:lnTo>
                  <a:lnTo>
                    <a:pt x="50884" y="65736"/>
                  </a:lnTo>
                  <a:lnTo>
                    <a:pt x="51863" y="64971"/>
                  </a:lnTo>
                  <a:lnTo>
                    <a:pt x="52844" y="64233"/>
                  </a:lnTo>
                  <a:lnTo>
                    <a:pt x="53827" y="63520"/>
                  </a:lnTo>
                  <a:lnTo>
                    <a:pt x="54812" y="62831"/>
                  </a:lnTo>
                  <a:lnTo>
                    <a:pt x="55801" y="62167"/>
                  </a:lnTo>
                  <a:lnTo>
                    <a:pt x="56791" y="61526"/>
                  </a:lnTo>
                  <a:lnTo>
                    <a:pt x="57785" y="60908"/>
                  </a:lnTo>
                  <a:lnTo>
                    <a:pt x="58782" y="60313"/>
                  </a:lnTo>
                  <a:lnTo>
                    <a:pt x="59783" y="59739"/>
                  </a:lnTo>
                  <a:lnTo>
                    <a:pt x="60788" y="59187"/>
                  </a:lnTo>
                  <a:lnTo>
                    <a:pt x="61797" y="58656"/>
                  </a:lnTo>
                  <a:lnTo>
                    <a:pt x="62810" y="58145"/>
                  </a:lnTo>
                  <a:lnTo>
                    <a:pt x="63828" y="57655"/>
                  </a:lnTo>
                  <a:lnTo>
                    <a:pt x="64851" y="57184"/>
                  </a:lnTo>
                  <a:lnTo>
                    <a:pt x="65879" y="56733"/>
                  </a:lnTo>
                  <a:lnTo>
                    <a:pt x="66913" y="56300"/>
                  </a:lnTo>
                  <a:lnTo>
                    <a:pt x="67953" y="55886"/>
                  </a:lnTo>
                  <a:lnTo>
                    <a:pt x="69000" y="55491"/>
                  </a:lnTo>
                  <a:lnTo>
                    <a:pt x="70052" y="55113"/>
                  </a:lnTo>
                  <a:lnTo>
                    <a:pt x="71112" y="54754"/>
                  </a:lnTo>
                  <a:lnTo>
                    <a:pt x="72179" y="54411"/>
                  </a:lnTo>
                  <a:lnTo>
                    <a:pt x="73254" y="54087"/>
                  </a:lnTo>
                  <a:lnTo>
                    <a:pt x="74336" y="53779"/>
                  </a:lnTo>
                  <a:lnTo>
                    <a:pt x="75426" y="53488"/>
                  </a:lnTo>
                  <a:lnTo>
                    <a:pt x="76525" y="53214"/>
                  </a:lnTo>
                  <a:lnTo>
                    <a:pt x="77632" y="52956"/>
                  </a:lnTo>
                  <a:lnTo>
                    <a:pt x="78747" y="52715"/>
                  </a:lnTo>
                  <a:lnTo>
                    <a:pt x="79871" y="52490"/>
                  </a:lnTo>
                  <a:lnTo>
                    <a:pt x="81004" y="52282"/>
                  </a:lnTo>
                  <a:lnTo>
                    <a:pt x="82146" y="52089"/>
                  </a:lnTo>
                  <a:lnTo>
                    <a:pt x="83298" y="51912"/>
                  </a:lnTo>
                  <a:lnTo>
                    <a:pt x="84458" y="51752"/>
                  </a:lnTo>
                  <a:lnTo>
                    <a:pt x="85629" y="51607"/>
                  </a:lnTo>
                  <a:lnTo>
                    <a:pt x="86808" y="51477"/>
                  </a:lnTo>
                  <a:lnTo>
                    <a:pt x="87997" y="51363"/>
                  </a:lnTo>
                  <a:lnTo>
                    <a:pt x="89196" y="51265"/>
                  </a:lnTo>
                  <a:lnTo>
                    <a:pt x="90404" y="51182"/>
                  </a:lnTo>
                  <a:lnTo>
                    <a:pt x="91622" y="51114"/>
                  </a:lnTo>
                  <a:lnTo>
                    <a:pt x="92850" y="51062"/>
                  </a:lnTo>
                  <a:lnTo>
                    <a:pt x="94087" y="51024"/>
                  </a:lnTo>
                  <a:lnTo>
                    <a:pt x="95333" y="51002"/>
                  </a:lnTo>
                  <a:lnTo>
                    <a:pt x="96589" y="50995"/>
                  </a:lnTo>
                  <a:lnTo>
                    <a:pt x="97855" y="51002"/>
                  </a:lnTo>
                  <a:lnTo>
                    <a:pt x="99130" y="51024"/>
                  </a:lnTo>
                  <a:lnTo>
                    <a:pt x="100414" y="51061"/>
                  </a:lnTo>
                  <a:lnTo>
                    <a:pt x="101707" y="51112"/>
                  </a:lnTo>
                  <a:lnTo>
                    <a:pt x="103010" y="51177"/>
                  </a:lnTo>
                  <a:lnTo>
                    <a:pt x="104322" y="51257"/>
                  </a:lnTo>
                  <a:lnTo>
                    <a:pt x="105642" y="51351"/>
                  </a:lnTo>
                  <a:lnTo>
                    <a:pt x="106971" y="51459"/>
                  </a:lnTo>
                  <a:lnTo>
                    <a:pt x="108309" y="51580"/>
                  </a:lnTo>
                  <a:lnTo>
                    <a:pt x="109656" y="51715"/>
                  </a:lnTo>
                  <a:lnTo>
                    <a:pt x="111011" y="51864"/>
                  </a:lnTo>
                  <a:lnTo>
                    <a:pt x="112374" y="52026"/>
                  </a:lnTo>
                  <a:lnTo>
                    <a:pt x="113745" y="52201"/>
                  </a:lnTo>
                  <a:lnTo>
                    <a:pt x="115125" y="52389"/>
                  </a:lnTo>
                  <a:lnTo>
                    <a:pt x="116512" y="52590"/>
                  </a:lnTo>
                  <a:lnTo>
                    <a:pt x="117907" y="52804"/>
                  </a:lnTo>
                  <a:lnTo>
                    <a:pt x="119309" y="53030"/>
                  </a:lnTo>
                  <a:lnTo>
                    <a:pt x="120719" y="53268"/>
                  </a:lnTo>
                  <a:lnTo>
                    <a:pt x="122136" y="53518"/>
                  </a:lnTo>
                  <a:lnTo>
                    <a:pt x="123561" y="53780"/>
                  </a:lnTo>
                  <a:lnTo>
                    <a:pt x="124992" y="54053"/>
                  </a:lnTo>
                  <a:lnTo>
                    <a:pt x="126430" y="54338"/>
                  </a:lnTo>
                  <a:lnTo>
                    <a:pt x="127875" y="54634"/>
                  </a:lnTo>
                  <a:lnTo>
                    <a:pt x="129326" y="54941"/>
                  </a:lnTo>
                  <a:lnTo>
                    <a:pt x="130784" y="55259"/>
                  </a:lnTo>
                  <a:lnTo>
                    <a:pt x="132248" y="55587"/>
                  </a:lnTo>
                  <a:lnTo>
                    <a:pt x="133718" y="55925"/>
                  </a:lnTo>
                  <a:lnTo>
                    <a:pt x="135194" y="56273"/>
                  </a:lnTo>
                  <a:lnTo>
                    <a:pt x="136676" y="56631"/>
                  </a:lnTo>
                  <a:lnTo>
                    <a:pt x="138164" y="56999"/>
                  </a:lnTo>
                  <a:lnTo>
                    <a:pt x="139657" y="57376"/>
                  </a:lnTo>
                  <a:lnTo>
                    <a:pt x="141155" y="57762"/>
                  </a:lnTo>
                  <a:lnTo>
                    <a:pt x="142659" y="58156"/>
                  </a:lnTo>
                  <a:lnTo>
                    <a:pt x="144168" y="58559"/>
                  </a:lnTo>
                  <a:lnTo>
                    <a:pt x="145682" y="58970"/>
                  </a:lnTo>
                  <a:lnTo>
                    <a:pt x="147201" y="59390"/>
                  </a:lnTo>
                  <a:lnTo>
                    <a:pt x="148724" y="59817"/>
                  </a:lnTo>
                  <a:lnTo>
                    <a:pt x="150252" y="60251"/>
                  </a:lnTo>
                  <a:lnTo>
                    <a:pt x="151785" y="60692"/>
                  </a:lnTo>
                  <a:lnTo>
                    <a:pt x="153322" y="61141"/>
                  </a:lnTo>
                  <a:lnTo>
                    <a:pt x="154863" y="61596"/>
                  </a:lnTo>
                  <a:lnTo>
                    <a:pt x="156409" y="62057"/>
                  </a:lnTo>
                  <a:lnTo>
                    <a:pt x="157958" y="62525"/>
                  </a:lnTo>
                  <a:lnTo>
                    <a:pt x="159511" y="62998"/>
                  </a:lnTo>
                  <a:lnTo>
                    <a:pt x="161068" y="63477"/>
                  </a:lnTo>
                  <a:lnTo>
                    <a:pt x="162629" y="63961"/>
                  </a:lnTo>
                  <a:lnTo>
                    <a:pt x="164193" y="64450"/>
                  </a:lnTo>
                  <a:lnTo>
                    <a:pt x="165761" y="64944"/>
                  </a:lnTo>
                  <a:lnTo>
                    <a:pt x="167332" y="65442"/>
                  </a:lnTo>
                  <a:lnTo>
                    <a:pt x="168906" y="65944"/>
                  </a:lnTo>
                  <a:lnTo>
                    <a:pt x="170483" y="66451"/>
                  </a:lnTo>
                  <a:lnTo>
                    <a:pt x="172064" y="66960"/>
                  </a:lnTo>
                  <a:lnTo>
                    <a:pt x="173647" y="67473"/>
                  </a:lnTo>
                  <a:lnTo>
                    <a:pt x="175234" y="67989"/>
                  </a:lnTo>
                  <a:lnTo>
                    <a:pt x="176823" y="68508"/>
                  </a:lnTo>
                  <a:lnTo>
                    <a:pt x="178415" y="69029"/>
                  </a:lnTo>
                  <a:lnTo>
                    <a:pt x="180009" y="69552"/>
                  </a:lnTo>
                  <a:lnTo>
                    <a:pt x="181606" y="70077"/>
                  </a:lnTo>
                  <a:lnTo>
                    <a:pt x="183205" y="70604"/>
                  </a:lnTo>
                  <a:lnTo>
                    <a:pt x="184807" y="71132"/>
                  </a:lnTo>
                  <a:lnTo>
                    <a:pt x="186410" y="71661"/>
                  </a:lnTo>
                  <a:lnTo>
                    <a:pt x="188017" y="72190"/>
                  </a:lnTo>
                  <a:lnTo>
                    <a:pt x="189625" y="72720"/>
                  </a:lnTo>
                  <a:lnTo>
                    <a:pt x="191235" y="73250"/>
                  </a:lnTo>
                  <a:lnTo>
                    <a:pt x="192847" y="73780"/>
                  </a:lnTo>
                  <a:lnTo>
                    <a:pt x="194461" y="74309"/>
                  </a:lnTo>
                  <a:lnTo>
                    <a:pt x="196077" y="74837"/>
                  </a:lnTo>
                  <a:lnTo>
                    <a:pt x="197695" y="75365"/>
                  </a:lnTo>
                  <a:lnTo>
                    <a:pt x="192101" y="111782"/>
                  </a:lnTo>
                  <a:lnTo>
                    <a:pt x="283477" y="72849"/>
                  </a:lnTo>
                  <a:lnTo>
                    <a:pt x="215962" y="0"/>
                  </a:lnTo>
                  <a:lnTo>
                    <a:pt x="210368" y="36417"/>
                  </a:lnTo>
                  <a:lnTo>
                    <a:pt x="208790" y="35903"/>
                  </a:lnTo>
                  <a:lnTo>
                    <a:pt x="207208" y="35385"/>
                  </a:lnTo>
                  <a:lnTo>
                    <a:pt x="205621" y="34865"/>
                  </a:lnTo>
                  <a:lnTo>
                    <a:pt x="204031" y="34342"/>
                  </a:lnTo>
                  <a:lnTo>
                    <a:pt x="202436" y="33818"/>
                  </a:lnTo>
                  <a:lnTo>
                    <a:pt x="200838" y="33291"/>
                  </a:lnTo>
                  <a:lnTo>
                    <a:pt x="199236" y="32763"/>
                  </a:lnTo>
                  <a:lnTo>
                    <a:pt x="197630" y="32233"/>
                  </a:lnTo>
                  <a:lnTo>
                    <a:pt x="196021" y="31703"/>
                  </a:lnTo>
                  <a:lnTo>
                    <a:pt x="194408" y="31172"/>
                  </a:lnTo>
                  <a:lnTo>
                    <a:pt x="192792" y="30641"/>
                  </a:lnTo>
                  <a:lnTo>
                    <a:pt x="191172" y="30109"/>
                  </a:lnTo>
                  <a:lnTo>
                    <a:pt x="189549" y="29578"/>
                  </a:lnTo>
                  <a:lnTo>
                    <a:pt x="187923" y="29047"/>
                  </a:lnTo>
                  <a:lnTo>
                    <a:pt x="186294" y="28517"/>
                  </a:lnTo>
                  <a:lnTo>
                    <a:pt x="184662" y="27988"/>
                  </a:lnTo>
                  <a:lnTo>
                    <a:pt x="183027" y="27461"/>
                  </a:lnTo>
                  <a:lnTo>
                    <a:pt x="181389" y="26935"/>
                  </a:lnTo>
                  <a:lnTo>
                    <a:pt x="179748" y="26412"/>
                  </a:lnTo>
                  <a:lnTo>
                    <a:pt x="178104" y="25891"/>
                  </a:lnTo>
                  <a:lnTo>
                    <a:pt x="176457" y="25372"/>
                  </a:lnTo>
                  <a:lnTo>
                    <a:pt x="174808" y="24856"/>
                  </a:lnTo>
                  <a:lnTo>
                    <a:pt x="173156" y="24344"/>
                  </a:lnTo>
                  <a:lnTo>
                    <a:pt x="171501" y="23835"/>
                  </a:lnTo>
                  <a:lnTo>
                    <a:pt x="169844" y="23330"/>
                  </a:lnTo>
                  <a:lnTo>
                    <a:pt x="168185" y="22829"/>
                  </a:lnTo>
                  <a:lnTo>
                    <a:pt x="166523" y="22333"/>
                  </a:lnTo>
                  <a:lnTo>
                    <a:pt x="164858" y="21842"/>
                  </a:lnTo>
                  <a:lnTo>
                    <a:pt x="163191" y="21355"/>
                  </a:lnTo>
                  <a:lnTo>
                    <a:pt x="161522" y="20874"/>
                  </a:lnTo>
                  <a:lnTo>
                    <a:pt x="159850" y="20399"/>
                  </a:lnTo>
                  <a:lnTo>
                    <a:pt x="158177" y="19930"/>
                  </a:lnTo>
                  <a:lnTo>
                    <a:pt x="156501" y="19468"/>
                  </a:lnTo>
                  <a:lnTo>
                    <a:pt x="154822" y="19012"/>
                  </a:lnTo>
                  <a:lnTo>
                    <a:pt x="153142" y="18563"/>
                  </a:lnTo>
                  <a:lnTo>
                    <a:pt x="151460" y="18121"/>
                  </a:lnTo>
                  <a:lnTo>
                    <a:pt x="149775" y="17688"/>
                  </a:lnTo>
                  <a:lnTo>
                    <a:pt x="148088" y="17262"/>
                  </a:lnTo>
                  <a:lnTo>
                    <a:pt x="146399" y="16845"/>
                  </a:lnTo>
                  <a:lnTo>
                    <a:pt x="144708" y="16436"/>
                  </a:lnTo>
                  <a:lnTo>
                    <a:pt x="143015" y="16037"/>
                  </a:lnTo>
                  <a:lnTo>
                    <a:pt x="141320" y="15647"/>
                  </a:lnTo>
                  <a:lnTo>
                    <a:pt x="139624" y="15266"/>
                  </a:lnTo>
                  <a:lnTo>
                    <a:pt x="137925" y="14896"/>
                  </a:lnTo>
                  <a:lnTo>
                    <a:pt x="136224" y="14536"/>
                  </a:lnTo>
                  <a:lnTo>
                    <a:pt x="134521" y="14188"/>
                  </a:lnTo>
                  <a:lnTo>
                    <a:pt x="132816" y="13850"/>
                  </a:lnTo>
                  <a:lnTo>
                    <a:pt x="131109" y="13524"/>
                  </a:lnTo>
                  <a:lnTo>
                    <a:pt x="129400" y="13210"/>
                  </a:lnTo>
                  <a:lnTo>
                    <a:pt x="127690" y="12908"/>
                  </a:lnTo>
                  <a:lnTo>
                    <a:pt x="125977" y="12618"/>
                  </a:lnTo>
                  <a:lnTo>
                    <a:pt x="124262" y="12342"/>
                  </a:lnTo>
                  <a:lnTo>
                    <a:pt x="122546" y="12080"/>
                  </a:lnTo>
                  <a:lnTo>
                    <a:pt x="120828" y="11831"/>
                  </a:lnTo>
                  <a:lnTo>
                    <a:pt x="119108" y="11596"/>
                  </a:lnTo>
                  <a:lnTo>
                    <a:pt x="117386" y="11376"/>
                  </a:lnTo>
                  <a:lnTo>
                    <a:pt x="115662" y="11172"/>
                  </a:lnTo>
                  <a:lnTo>
                    <a:pt x="113936" y="10982"/>
                  </a:lnTo>
                  <a:lnTo>
                    <a:pt x="112209" y="10809"/>
                  </a:lnTo>
                  <a:lnTo>
                    <a:pt x="110480" y="10652"/>
                  </a:lnTo>
                  <a:lnTo>
                    <a:pt x="108749" y="10512"/>
                  </a:lnTo>
                  <a:lnTo>
                    <a:pt x="107017" y="10388"/>
                  </a:lnTo>
                  <a:lnTo>
                    <a:pt x="105282" y="10283"/>
                  </a:lnTo>
                  <a:lnTo>
                    <a:pt x="103547" y="10196"/>
                  </a:lnTo>
                  <a:lnTo>
                    <a:pt x="101809" y="10127"/>
                  </a:lnTo>
                  <a:lnTo>
                    <a:pt x="100071" y="10077"/>
                  </a:lnTo>
                  <a:lnTo>
                    <a:pt x="98331" y="10047"/>
                  </a:lnTo>
                  <a:lnTo>
                    <a:pt x="96589" y="10037"/>
                  </a:lnTo>
                  <a:lnTo>
                    <a:pt x="94847" y="10047"/>
                  </a:lnTo>
                  <a:lnTo>
                    <a:pt x="93103" y="10079"/>
                  </a:lnTo>
                  <a:lnTo>
                    <a:pt x="91358" y="10131"/>
                  </a:lnTo>
                  <a:lnTo>
                    <a:pt x="89613" y="10206"/>
                  </a:lnTo>
                  <a:lnTo>
                    <a:pt x="87866" y="10303"/>
                  </a:lnTo>
                  <a:lnTo>
                    <a:pt x="86120" y="10423"/>
                  </a:lnTo>
                  <a:lnTo>
                    <a:pt x="84372" y="10566"/>
                  </a:lnTo>
                  <a:lnTo>
                    <a:pt x="82625" y="10734"/>
                  </a:lnTo>
                  <a:lnTo>
                    <a:pt x="80877" y="10926"/>
                  </a:lnTo>
                  <a:lnTo>
                    <a:pt x="79130" y="11142"/>
                  </a:lnTo>
                  <a:lnTo>
                    <a:pt x="77383" y="11384"/>
                  </a:lnTo>
                  <a:lnTo>
                    <a:pt x="75637" y="11652"/>
                  </a:lnTo>
                  <a:lnTo>
                    <a:pt x="73891" y="11946"/>
                  </a:lnTo>
                  <a:lnTo>
                    <a:pt x="72147" y="12268"/>
                  </a:lnTo>
                  <a:lnTo>
                    <a:pt x="70405" y="12616"/>
                  </a:lnTo>
                  <a:lnTo>
                    <a:pt x="68664" y="12993"/>
                  </a:lnTo>
                  <a:lnTo>
                    <a:pt x="66925" y="13397"/>
                  </a:lnTo>
                  <a:lnTo>
                    <a:pt x="65189" y="13830"/>
                  </a:lnTo>
                  <a:lnTo>
                    <a:pt x="63456" y="14293"/>
                  </a:lnTo>
                  <a:lnTo>
                    <a:pt x="61726" y="14785"/>
                  </a:lnTo>
                  <a:lnTo>
                    <a:pt x="60000" y="15307"/>
                  </a:lnTo>
                  <a:lnTo>
                    <a:pt x="58278" y="15859"/>
                  </a:lnTo>
                  <a:lnTo>
                    <a:pt x="56561" y="16442"/>
                  </a:lnTo>
                  <a:lnTo>
                    <a:pt x="54848" y="17056"/>
                  </a:lnTo>
                  <a:lnTo>
                    <a:pt x="53141" y="17701"/>
                  </a:lnTo>
                  <a:lnTo>
                    <a:pt x="51440" y="18378"/>
                  </a:lnTo>
                  <a:lnTo>
                    <a:pt x="49745" y="19087"/>
                  </a:lnTo>
                  <a:lnTo>
                    <a:pt x="48057" y="19828"/>
                  </a:lnTo>
                  <a:lnTo>
                    <a:pt x="46377" y="20601"/>
                  </a:lnTo>
                  <a:lnTo>
                    <a:pt x="44704" y="21407"/>
                  </a:lnTo>
                  <a:lnTo>
                    <a:pt x="43039" y="22246"/>
                  </a:lnTo>
                  <a:lnTo>
                    <a:pt x="41383" y="23118"/>
                  </a:lnTo>
                  <a:lnTo>
                    <a:pt x="39737" y="24023"/>
                  </a:lnTo>
                  <a:lnTo>
                    <a:pt x="38100" y="24961"/>
                  </a:lnTo>
                  <a:lnTo>
                    <a:pt x="36473" y="25933"/>
                  </a:lnTo>
                  <a:lnTo>
                    <a:pt x="34856" y="26938"/>
                  </a:lnTo>
                  <a:lnTo>
                    <a:pt x="33251" y="27976"/>
                  </a:lnTo>
                  <a:lnTo>
                    <a:pt x="31657" y="29048"/>
                  </a:lnTo>
                  <a:lnTo>
                    <a:pt x="30074" y="30154"/>
                  </a:lnTo>
                  <a:lnTo>
                    <a:pt x="28504" y="31293"/>
                  </a:lnTo>
                  <a:lnTo>
                    <a:pt x="26946" y="32465"/>
                  </a:lnTo>
                  <a:lnTo>
                    <a:pt x="25400" y="33671"/>
                  </a:lnTo>
                  <a:lnTo>
                    <a:pt x="23868" y="34911"/>
                  </a:lnTo>
                  <a:lnTo>
                    <a:pt x="22349" y="36185"/>
                  </a:lnTo>
                  <a:lnTo>
                    <a:pt x="20844" y="37491"/>
                  </a:lnTo>
                  <a:lnTo>
                    <a:pt x="19352" y="38832"/>
                  </a:lnTo>
                  <a:lnTo>
                    <a:pt x="17875" y="40205"/>
                  </a:lnTo>
                  <a:lnTo>
                    <a:pt x="16412" y="41613"/>
                  </a:lnTo>
                  <a:lnTo>
                    <a:pt x="14963" y="43053"/>
                  </a:lnTo>
                  <a:lnTo>
                    <a:pt x="13528" y="44527"/>
                  </a:lnTo>
                  <a:lnTo>
                    <a:pt x="12108" y="46035"/>
                  </a:lnTo>
                  <a:lnTo>
                    <a:pt x="10703" y="47575"/>
                  </a:lnTo>
                  <a:lnTo>
                    <a:pt x="9313" y="49149"/>
                  </a:lnTo>
                  <a:lnTo>
                    <a:pt x="7938" y="50757"/>
                  </a:lnTo>
                  <a:lnTo>
                    <a:pt x="6577" y="52398"/>
                  </a:lnTo>
                  <a:lnTo>
                    <a:pt x="5232" y="54072"/>
                  </a:lnTo>
                  <a:lnTo>
                    <a:pt x="3901" y="55780"/>
                  </a:lnTo>
                  <a:lnTo>
                    <a:pt x="2586" y="57522"/>
                  </a:lnTo>
                  <a:lnTo>
                    <a:pt x="1285" y="59297"/>
                  </a:lnTo>
                  <a:lnTo>
                    <a:pt x="0" y="61105"/>
                  </a:lnTo>
                  <a:close/>
                </a:path>
              </a:pathLst>
            </a:custGeom>
            <a:solidFill>
              <a:srgbClr val="000000"/>
            </a:solidFill>
            <a:ln w="0">
              <a:noFill/>
            </a:ln>
          </p:spPr>
        </p:sp>
        <p:sp>
          <p:nvSpPr>
            <p:cNvPr id="2424" name="panel4__to_sum_1" descr="Editable filled curved data-flow path"/>
            <p:cNvSpPr/>
            <p:nvPr/>
          </p:nvSpPr>
          <p:spPr>
            <a:xfrm>
              <a:off x="4214191" y="6502322"/>
              <a:ext cx="167309" cy="86092"/>
            </a:xfrm>
            <a:custGeom>
              <a:avLst/>
              <a:gdLst/>
              <a:ahLst/>
              <a:cxnLst/>
              <a:rect l="0" t="0" r="w" b="h"/>
              <a:pathLst>
                <a:path w="167309" h="86092" fill="norm" stroke="false">
                  <a:moveTo>
                    <a:pt x="29818" y="67857"/>
                  </a:moveTo>
                  <a:lnTo>
                    <a:pt x="30363" y="66783"/>
                  </a:lnTo>
                  <a:lnTo>
                    <a:pt x="30909" y="65740"/>
                  </a:lnTo>
                  <a:lnTo>
                    <a:pt x="31455" y="64728"/>
                  </a:lnTo>
                  <a:lnTo>
                    <a:pt x="32001" y="63747"/>
                  </a:lnTo>
                  <a:lnTo>
                    <a:pt x="32547" y="62796"/>
                  </a:lnTo>
                  <a:lnTo>
                    <a:pt x="33092" y="61875"/>
                  </a:lnTo>
                  <a:lnTo>
                    <a:pt x="33637" y="60983"/>
                  </a:lnTo>
                  <a:lnTo>
                    <a:pt x="34181" y="60121"/>
                  </a:lnTo>
                  <a:lnTo>
                    <a:pt x="34723" y="59288"/>
                  </a:lnTo>
                  <a:lnTo>
                    <a:pt x="35265" y="58484"/>
                  </a:lnTo>
                  <a:lnTo>
                    <a:pt x="35804" y="57708"/>
                  </a:lnTo>
                  <a:lnTo>
                    <a:pt x="36342" y="56959"/>
                  </a:lnTo>
                  <a:lnTo>
                    <a:pt x="36877" y="56238"/>
                  </a:lnTo>
                  <a:lnTo>
                    <a:pt x="37410" y="55544"/>
                  </a:lnTo>
                  <a:lnTo>
                    <a:pt x="37941" y="54877"/>
                  </a:lnTo>
                  <a:lnTo>
                    <a:pt x="38469" y="54235"/>
                  </a:lnTo>
                  <a:lnTo>
                    <a:pt x="38994" y="53619"/>
                  </a:lnTo>
                  <a:lnTo>
                    <a:pt x="39515" y="53028"/>
                  </a:lnTo>
                  <a:lnTo>
                    <a:pt x="40034" y="52462"/>
                  </a:lnTo>
                  <a:lnTo>
                    <a:pt x="40549" y="51919"/>
                  </a:lnTo>
                  <a:lnTo>
                    <a:pt x="41061" y="51399"/>
                  </a:lnTo>
                  <a:lnTo>
                    <a:pt x="41569" y="50902"/>
                  </a:lnTo>
                  <a:lnTo>
                    <a:pt x="42073" y="50427"/>
                  </a:lnTo>
                  <a:lnTo>
                    <a:pt x="42574" y="49974"/>
                  </a:lnTo>
                  <a:lnTo>
                    <a:pt x="43071" y="49541"/>
                  </a:lnTo>
                  <a:lnTo>
                    <a:pt x="43565" y="49128"/>
                  </a:lnTo>
                  <a:lnTo>
                    <a:pt x="44055" y="48735"/>
                  </a:lnTo>
                  <a:lnTo>
                    <a:pt x="44542" y="48360"/>
                  </a:lnTo>
                  <a:lnTo>
                    <a:pt x="45026" y="48003"/>
                  </a:lnTo>
                  <a:lnTo>
                    <a:pt x="45507" y="47664"/>
                  </a:lnTo>
                  <a:lnTo>
                    <a:pt x="45985" y="47342"/>
                  </a:lnTo>
                  <a:lnTo>
                    <a:pt x="46460" y="47035"/>
                  </a:lnTo>
                  <a:lnTo>
                    <a:pt x="46934" y="46744"/>
                  </a:lnTo>
                  <a:lnTo>
                    <a:pt x="47405" y="46468"/>
                  </a:lnTo>
                  <a:lnTo>
                    <a:pt x="47875" y="46206"/>
                  </a:lnTo>
                  <a:lnTo>
                    <a:pt x="48344" y="45958"/>
                  </a:lnTo>
                  <a:lnTo>
                    <a:pt x="48813" y="45723"/>
                  </a:lnTo>
                  <a:lnTo>
                    <a:pt x="49281" y="45500"/>
                  </a:lnTo>
                  <a:lnTo>
                    <a:pt x="49750" y="45290"/>
                  </a:lnTo>
                  <a:lnTo>
                    <a:pt x="50220" y="45091"/>
                  </a:lnTo>
                  <a:lnTo>
                    <a:pt x="50691" y="44904"/>
                  </a:lnTo>
                  <a:lnTo>
                    <a:pt x="51163" y="44727"/>
                  </a:lnTo>
                  <a:lnTo>
                    <a:pt x="51639" y="44561"/>
                  </a:lnTo>
                  <a:lnTo>
                    <a:pt x="52117" y="44405"/>
                  </a:lnTo>
                  <a:lnTo>
                    <a:pt x="52598" y="44260"/>
                  </a:lnTo>
                  <a:lnTo>
                    <a:pt x="53084" y="44124"/>
                  </a:lnTo>
                  <a:lnTo>
                    <a:pt x="53573" y="43997"/>
                  </a:lnTo>
                  <a:lnTo>
                    <a:pt x="54068" y="43881"/>
                  </a:lnTo>
                  <a:lnTo>
                    <a:pt x="54568" y="43773"/>
                  </a:lnTo>
                  <a:lnTo>
                    <a:pt x="55073" y="43675"/>
                  </a:lnTo>
                  <a:lnTo>
                    <a:pt x="55585" y="43586"/>
                  </a:lnTo>
                  <a:lnTo>
                    <a:pt x="56103" y="43507"/>
                  </a:lnTo>
                  <a:lnTo>
                    <a:pt x="56628" y="43436"/>
                  </a:lnTo>
                  <a:lnTo>
                    <a:pt x="57160" y="43375"/>
                  </a:lnTo>
                  <a:lnTo>
                    <a:pt x="57700" y="43323"/>
                  </a:lnTo>
                  <a:lnTo>
                    <a:pt x="58247" y="43281"/>
                  </a:lnTo>
                  <a:lnTo>
                    <a:pt x="58802" y="43248"/>
                  </a:lnTo>
                  <a:lnTo>
                    <a:pt x="59365" y="43224"/>
                  </a:lnTo>
                  <a:lnTo>
                    <a:pt x="59936" y="43210"/>
                  </a:lnTo>
                  <a:lnTo>
                    <a:pt x="60516" y="43205"/>
                  </a:lnTo>
                  <a:lnTo>
                    <a:pt x="61104" y="43210"/>
                  </a:lnTo>
                  <a:lnTo>
                    <a:pt x="61701" y="43224"/>
                  </a:lnTo>
                  <a:lnTo>
                    <a:pt x="62306" y="43248"/>
                  </a:lnTo>
                  <a:lnTo>
                    <a:pt x="62919" y="43282"/>
                  </a:lnTo>
                  <a:lnTo>
                    <a:pt x="63541" y="43326"/>
                  </a:lnTo>
                  <a:lnTo>
                    <a:pt x="64172" y="43380"/>
                  </a:lnTo>
                  <a:lnTo>
                    <a:pt x="64811" y="43443"/>
                  </a:lnTo>
                  <a:lnTo>
                    <a:pt x="65459" y="43517"/>
                  </a:lnTo>
                  <a:lnTo>
                    <a:pt x="66115" y="43600"/>
                  </a:lnTo>
                  <a:lnTo>
                    <a:pt x="66779" y="43694"/>
                  </a:lnTo>
                  <a:lnTo>
                    <a:pt x="67452" y="43797"/>
                  </a:lnTo>
                  <a:lnTo>
                    <a:pt x="68132" y="43910"/>
                  </a:lnTo>
                  <a:lnTo>
                    <a:pt x="68821" y="44033"/>
                  </a:lnTo>
                  <a:lnTo>
                    <a:pt x="69517" y="44166"/>
                  </a:lnTo>
                  <a:lnTo>
                    <a:pt x="70222" y="44309"/>
                  </a:lnTo>
                  <a:lnTo>
                    <a:pt x="70933" y="44461"/>
                  </a:lnTo>
                  <a:lnTo>
                    <a:pt x="71652" y="44624"/>
                  </a:lnTo>
                  <a:lnTo>
                    <a:pt x="72379" y="44795"/>
                  </a:lnTo>
                  <a:lnTo>
                    <a:pt x="73112" y="44977"/>
                  </a:lnTo>
                  <a:lnTo>
                    <a:pt x="73853" y="45167"/>
                  </a:lnTo>
                  <a:lnTo>
                    <a:pt x="74600" y="45367"/>
                  </a:lnTo>
                  <a:lnTo>
                    <a:pt x="75354" y="45576"/>
                  </a:lnTo>
                  <a:lnTo>
                    <a:pt x="76114" y="45794"/>
                  </a:lnTo>
                  <a:lnTo>
                    <a:pt x="76881" y="46021"/>
                  </a:lnTo>
                  <a:lnTo>
                    <a:pt x="77654" y="46257"/>
                  </a:lnTo>
                  <a:lnTo>
                    <a:pt x="78433" y="46502"/>
                  </a:lnTo>
                  <a:lnTo>
                    <a:pt x="79218" y="46754"/>
                  </a:lnTo>
                  <a:lnTo>
                    <a:pt x="80009" y="47016"/>
                  </a:lnTo>
                  <a:lnTo>
                    <a:pt x="80805" y="47285"/>
                  </a:lnTo>
                  <a:lnTo>
                    <a:pt x="81607" y="47562"/>
                  </a:lnTo>
                  <a:lnTo>
                    <a:pt x="82414" y="47847"/>
                  </a:lnTo>
                  <a:lnTo>
                    <a:pt x="83226" y="48140"/>
                  </a:lnTo>
                  <a:lnTo>
                    <a:pt x="84043" y="48440"/>
                  </a:lnTo>
                  <a:lnTo>
                    <a:pt x="84866" y="48748"/>
                  </a:lnTo>
                  <a:lnTo>
                    <a:pt x="85693" y="49062"/>
                  </a:lnTo>
                  <a:lnTo>
                    <a:pt x="86524" y="49384"/>
                  </a:lnTo>
                  <a:lnTo>
                    <a:pt x="87360" y="49712"/>
                  </a:lnTo>
                  <a:lnTo>
                    <a:pt x="88201" y="50046"/>
                  </a:lnTo>
                  <a:lnTo>
                    <a:pt x="89046" y="50387"/>
                  </a:lnTo>
                  <a:lnTo>
                    <a:pt x="89895" y="50734"/>
                  </a:lnTo>
                  <a:lnTo>
                    <a:pt x="90748" y="51087"/>
                  </a:lnTo>
                  <a:lnTo>
                    <a:pt x="91605" y="51445"/>
                  </a:lnTo>
                  <a:lnTo>
                    <a:pt x="92466" y="51808"/>
                  </a:lnTo>
                  <a:lnTo>
                    <a:pt x="93330" y="52177"/>
                  </a:lnTo>
                  <a:lnTo>
                    <a:pt x="94199" y="52551"/>
                  </a:lnTo>
                  <a:lnTo>
                    <a:pt x="95070" y="52930"/>
                  </a:lnTo>
                  <a:lnTo>
                    <a:pt x="95946" y="53313"/>
                  </a:lnTo>
                  <a:lnTo>
                    <a:pt x="96824" y="53700"/>
                  </a:lnTo>
                  <a:lnTo>
                    <a:pt x="97706" y="54092"/>
                  </a:lnTo>
                  <a:lnTo>
                    <a:pt x="98592" y="54487"/>
                  </a:lnTo>
                  <a:lnTo>
                    <a:pt x="99480" y="54886"/>
                  </a:lnTo>
                  <a:lnTo>
                    <a:pt x="100371" y="55289"/>
                  </a:lnTo>
                  <a:lnTo>
                    <a:pt x="101266" y="55694"/>
                  </a:lnTo>
                  <a:lnTo>
                    <a:pt x="102163" y="56103"/>
                  </a:lnTo>
                  <a:lnTo>
                    <a:pt x="103063" y="56514"/>
                  </a:lnTo>
                  <a:lnTo>
                    <a:pt x="103966" y="56928"/>
                  </a:lnTo>
                  <a:lnTo>
                    <a:pt x="104872" y="57344"/>
                  </a:lnTo>
                  <a:lnTo>
                    <a:pt x="105780" y="57762"/>
                  </a:lnTo>
                  <a:lnTo>
                    <a:pt x="106691" y="58182"/>
                  </a:lnTo>
                  <a:lnTo>
                    <a:pt x="99743" y="86092"/>
                  </a:lnTo>
                  <a:lnTo>
                    <a:pt x="167309" y="60403"/>
                  </a:lnTo>
                  <a:lnTo>
                    <a:pt x="127602" y="0"/>
                  </a:lnTo>
                  <a:lnTo>
                    <a:pt x="120654" y="27910"/>
                  </a:lnTo>
                  <a:lnTo>
                    <a:pt x="119729" y="27484"/>
                  </a:lnTo>
                  <a:lnTo>
                    <a:pt x="118802" y="27057"/>
                  </a:lnTo>
                  <a:lnTo>
                    <a:pt x="117871" y="26629"/>
                  </a:lnTo>
                  <a:lnTo>
                    <a:pt x="116937" y="26201"/>
                  </a:lnTo>
                  <a:lnTo>
                    <a:pt x="116000" y="25773"/>
                  </a:lnTo>
                  <a:lnTo>
                    <a:pt x="115060" y="25345"/>
                  </a:lnTo>
                  <a:lnTo>
                    <a:pt x="114117" y="24917"/>
                  </a:lnTo>
                  <a:lnTo>
                    <a:pt x="113170" y="24490"/>
                  </a:lnTo>
                  <a:lnTo>
                    <a:pt x="112221" y="24063"/>
                  </a:lnTo>
                  <a:lnTo>
                    <a:pt x="111269" y="23638"/>
                  </a:lnTo>
                  <a:lnTo>
                    <a:pt x="110314" y="23214"/>
                  </a:lnTo>
                  <a:lnTo>
                    <a:pt x="109356" y="22791"/>
                  </a:lnTo>
                  <a:lnTo>
                    <a:pt x="108395" y="22371"/>
                  </a:lnTo>
                  <a:lnTo>
                    <a:pt x="107431" y="21952"/>
                  </a:lnTo>
                  <a:lnTo>
                    <a:pt x="106464" y="21536"/>
                  </a:lnTo>
                  <a:lnTo>
                    <a:pt x="105494" y="21122"/>
                  </a:lnTo>
                  <a:lnTo>
                    <a:pt x="104521" y="20711"/>
                  </a:lnTo>
                  <a:lnTo>
                    <a:pt x="103546" y="20303"/>
                  </a:lnTo>
                  <a:lnTo>
                    <a:pt x="102567" y="19899"/>
                  </a:lnTo>
                  <a:lnTo>
                    <a:pt x="101585" y="19498"/>
                  </a:lnTo>
                  <a:lnTo>
                    <a:pt x="100600" y="19100"/>
                  </a:lnTo>
                  <a:lnTo>
                    <a:pt x="99612" y="18707"/>
                  </a:lnTo>
                  <a:lnTo>
                    <a:pt x="98622" y="18319"/>
                  </a:lnTo>
                  <a:lnTo>
                    <a:pt x="97628" y="17935"/>
                  </a:lnTo>
                  <a:lnTo>
                    <a:pt x="96631" y="17555"/>
                  </a:lnTo>
                  <a:lnTo>
                    <a:pt x="95630" y="17181"/>
                  </a:lnTo>
                  <a:lnTo>
                    <a:pt x="94627" y="16813"/>
                  </a:lnTo>
                  <a:lnTo>
                    <a:pt x="93620" y="16450"/>
                  </a:lnTo>
                  <a:lnTo>
                    <a:pt x="92610" y="16093"/>
                  </a:lnTo>
                  <a:lnTo>
                    <a:pt x="91597" y="15743"/>
                  </a:lnTo>
                  <a:lnTo>
                    <a:pt x="90580" y="15399"/>
                  </a:lnTo>
                  <a:lnTo>
                    <a:pt x="89560" y="15062"/>
                  </a:lnTo>
                  <a:lnTo>
                    <a:pt x="88536" y="14732"/>
                  </a:lnTo>
                  <a:lnTo>
                    <a:pt x="87509" y="14409"/>
                  </a:lnTo>
                  <a:lnTo>
                    <a:pt x="86478" y="14095"/>
                  </a:lnTo>
                  <a:lnTo>
                    <a:pt x="85444" y="13789"/>
                  </a:lnTo>
                  <a:lnTo>
                    <a:pt x="84405" y="13491"/>
                  </a:lnTo>
                  <a:lnTo>
                    <a:pt x="83363" y="13202"/>
                  </a:lnTo>
                  <a:lnTo>
                    <a:pt x="82317" y="12922"/>
                  </a:lnTo>
                  <a:lnTo>
                    <a:pt x="81267" y="12652"/>
                  </a:lnTo>
                  <a:lnTo>
                    <a:pt x="80214" y="12392"/>
                  </a:lnTo>
                  <a:lnTo>
                    <a:pt x="79156" y="12141"/>
                  </a:lnTo>
                  <a:lnTo>
                    <a:pt x="78094" y="11902"/>
                  </a:lnTo>
                  <a:lnTo>
                    <a:pt x="77027" y="11674"/>
                  </a:lnTo>
                  <a:lnTo>
                    <a:pt x="75957" y="11457"/>
                  </a:lnTo>
                  <a:lnTo>
                    <a:pt x="74882" y="11251"/>
                  </a:lnTo>
                  <a:lnTo>
                    <a:pt x="73803" y="11058"/>
                  </a:lnTo>
                  <a:lnTo>
                    <a:pt x="72720" y="10878"/>
                  </a:lnTo>
                  <a:lnTo>
                    <a:pt x="71632" y="10711"/>
                  </a:lnTo>
                  <a:lnTo>
                    <a:pt x="70540" y="10558"/>
                  </a:lnTo>
                  <a:lnTo>
                    <a:pt x="69443" y="10418"/>
                  </a:lnTo>
                  <a:lnTo>
                    <a:pt x="68342" y="10293"/>
                  </a:lnTo>
                  <a:lnTo>
                    <a:pt x="67237" y="10183"/>
                  </a:lnTo>
                  <a:lnTo>
                    <a:pt x="66127" y="10089"/>
                  </a:lnTo>
                  <a:lnTo>
                    <a:pt x="65013" y="10011"/>
                  </a:lnTo>
                  <a:lnTo>
                    <a:pt x="63895" y="9949"/>
                  </a:lnTo>
                  <a:lnTo>
                    <a:pt x="62773" y="9904"/>
                  </a:lnTo>
                  <a:lnTo>
                    <a:pt x="61646" y="9876"/>
                  </a:lnTo>
                  <a:lnTo>
                    <a:pt x="60516" y="9867"/>
                  </a:lnTo>
                  <a:lnTo>
                    <a:pt x="59382" y="9877"/>
                  </a:lnTo>
                  <a:lnTo>
                    <a:pt x="58245" y="9905"/>
                  </a:lnTo>
                  <a:lnTo>
                    <a:pt x="57104" y="9953"/>
                  </a:lnTo>
                  <a:lnTo>
                    <a:pt x="55960" y="10022"/>
                  </a:lnTo>
                  <a:lnTo>
                    <a:pt x="54813" y="10111"/>
                  </a:lnTo>
                  <a:lnTo>
                    <a:pt x="53664" y="10222"/>
                  </a:lnTo>
                  <a:lnTo>
                    <a:pt x="52513" y="10354"/>
                  </a:lnTo>
                  <a:lnTo>
                    <a:pt x="51360" y="10508"/>
                  </a:lnTo>
                  <a:lnTo>
                    <a:pt x="50205" y="10686"/>
                  </a:lnTo>
                  <a:lnTo>
                    <a:pt x="49050" y="10886"/>
                  </a:lnTo>
                  <a:lnTo>
                    <a:pt x="47894" y="11111"/>
                  </a:lnTo>
                  <a:lnTo>
                    <a:pt x="46738" y="11359"/>
                  </a:lnTo>
                  <a:lnTo>
                    <a:pt x="45583" y="11632"/>
                  </a:lnTo>
                  <a:lnTo>
                    <a:pt x="44428" y="11929"/>
                  </a:lnTo>
                  <a:lnTo>
                    <a:pt x="43276" y="12252"/>
                  </a:lnTo>
                  <a:lnTo>
                    <a:pt x="42125" y="12600"/>
                  </a:lnTo>
                  <a:lnTo>
                    <a:pt x="40977" y="12974"/>
                  </a:lnTo>
                  <a:lnTo>
                    <a:pt x="39833" y="13374"/>
                  </a:lnTo>
                  <a:lnTo>
                    <a:pt x="38692" y="13800"/>
                  </a:lnTo>
                  <a:lnTo>
                    <a:pt x="37556" y="14252"/>
                  </a:lnTo>
                  <a:lnTo>
                    <a:pt x="36425" y="14731"/>
                  </a:lnTo>
                  <a:lnTo>
                    <a:pt x="35300" y="15236"/>
                  </a:lnTo>
                  <a:lnTo>
                    <a:pt x="34182" y="15768"/>
                  </a:lnTo>
                  <a:lnTo>
                    <a:pt x="33070" y="16326"/>
                  </a:lnTo>
                  <a:lnTo>
                    <a:pt x="31966" y="16910"/>
                  </a:lnTo>
                  <a:lnTo>
                    <a:pt x="30870" y="17521"/>
                  </a:lnTo>
                  <a:lnTo>
                    <a:pt x="29782" y="18158"/>
                  </a:lnTo>
                  <a:lnTo>
                    <a:pt x="28703" y="18821"/>
                  </a:lnTo>
                  <a:lnTo>
                    <a:pt x="27634" y="19510"/>
                  </a:lnTo>
                  <a:lnTo>
                    <a:pt x="26574" y="20224"/>
                  </a:lnTo>
                  <a:lnTo>
                    <a:pt x="25525" y="20965"/>
                  </a:lnTo>
                  <a:lnTo>
                    <a:pt x="24486" y="21731"/>
                  </a:lnTo>
                  <a:lnTo>
                    <a:pt x="23458" y="22522"/>
                  </a:lnTo>
                  <a:lnTo>
                    <a:pt x="22441" y="23338"/>
                  </a:lnTo>
                  <a:lnTo>
                    <a:pt x="21435" y="24179"/>
                  </a:lnTo>
                  <a:lnTo>
                    <a:pt x="20440" y="25044"/>
                  </a:lnTo>
                  <a:lnTo>
                    <a:pt x="19458" y="25934"/>
                  </a:lnTo>
                  <a:lnTo>
                    <a:pt x="18487" y="26848"/>
                  </a:lnTo>
                  <a:lnTo>
                    <a:pt x="17527" y="27786"/>
                  </a:lnTo>
                  <a:lnTo>
                    <a:pt x="16580" y="28748"/>
                  </a:lnTo>
                  <a:lnTo>
                    <a:pt x="15644" y="29734"/>
                  </a:lnTo>
                  <a:lnTo>
                    <a:pt x="14720" y="30744"/>
                  </a:lnTo>
                  <a:lnTo>
                    <a:pt x="13808" y="31777"/>
                  </a:lnTo>
                  <a:lnTo>
                    <a:pt x="12908" y="32834"/>
                  </a:lnTo>
                  <a:lnTo>
                    <a:pt x="12019" y="33914"/>
                  </a:lnTo>
                  <a:lnTo>
                    <a:pt x="11142" y="35018"/>
                  </a:lnTo>
                  <a:lnTo>
                    <a:pt x="10276" y="36144"/>
                  </a:lnTo>
                  <a:lnTo>
                    <a:pt x="9422" y="37295"/>
                  </a:lnTo>
                  <a:lnTo>
                    <a:pt x="8578" y="38468"/>
                  </a:lnTo>
                  <a:lnTo>
                    <a:pt x="7746" y="39665"/>
                  </a:lnTo>
                  <a:lnTo>
                    <a:pt x="6925" y="40886"/>
                  </a:lnTo>
                  <a:lnTo>
                    <a:pt x="6115" y="42130"/>
                  </a:lnTo>
                  <a:lnTo>
                    <a:pt x="5315" y="43398"/>
                  </a:lnTo>
                  <a:lnTo>
                    <a:pt x="4525" y="44690"/>
                  </a:lnTo>
                  <a:lnTo>
                    <a:pt x="3746" y="46005"/>
                  </a:lnTo>
                  <a:lnTo>
                    <a:pt x="2977" y="47345"/>
                  </a:lnTo>
                  <a:lnTo>
                    <a:pt x="2218" y="48709"/>
                  </a:lnTo>
                  <a:lnTo>
                    <a:pt x="1469" y="50097"/>
                  </a:lnTo>
                  <a:lnTo>
                    <a:pt x="730" y="51510"/>
                  </a:lnTo>
                  <a:lnTo>
                    <a:pt x="0" y="52948"/>
                  </a:lnTo>
                  <a:close/>
                </a:path>
              </a:pathLst>
            </a:custGeom>
            <a:solidFill>
              <a:srgbClr val="000000"/>
            </a:solidFill>
            <a:ln w="0">
              <a:noFill/>
            </a:ln>
          </p:spPr>
        </p:sp>
        <p:sp>
          <p:nvSpPr>
            <p:cNvPr id="2425" name="panel4__to_reconstruction_1" descr="Editable filled curved data-flow path"/>
            <p:cNvSpPr/>
            <p:nvPr/>
          </p:nvSpPr>
          <p:spPr>
            <a:xfrm>
              <a:off x="4679048" y="6489876"/>
              <a:ext cx="283477" cy="111782"/>
            </a:xfrm>
            <a:custGeom>
              <a:avLst/>
              <a:gdLst/>
              <a:ahLst/>
              <a:cxnLst/>
              <a:rect l="0" t="0" r="w" b="h"/>
              <a:pathLst>
                <a:path w="283477" h="111782" fill="norm" stroke="false">
                  <a:moveTo>
                    <a:pt x="33554" y="84593"/>
                  </a:moveTo>
                  <a:lnTo>
                    <a:pt x="34500" y="83262"/>
                  </a:lnTo>
                  <a:lnTo>
                    <a:pt x="35448" y="81967"/>
                  </a:lnTo>
                  <a:lnTo>
                    <a:pt x="36399" y="80708"/>
                  </a:lnTo>
                  <a:lnTo>
                    <a:pt x="37352" y="79484"/>
                  </a:lnTo>
                  <a:lnTo>
                    <a:pt x="38308" y="78295"/>
                  </a:lnTo>
                  <a:lnTo>
                    <a:pt x="39265" y="77140"/>
                  </a:lnTo>
                  <a:lnTo>
                    <a:pt x="40225" y="76019"/>
                  </a:lnTo>
                  <a:lnTo>
                    <a:pt x="41186" y="74931"/>
                  </a:lnTo>
                  <a:lnTo>
                    <a:pt x="42149" y="73875"/>
                  </a:lnTo>
                  <a:lnTo>
                    <a:pt x="43113" y="72851"/>
                  </a:lnTo>
                  <a:lnTo>
                    <a:pt x="44079" y="71859"/>
                  </a:lnTo>
                  <a:lnTo>
                    <a:pt x="45046" y="70897"/>
                  </a:lnTo>
                  <a:lnTo>
                    <a:pt x="46015" y="69965"/>
                  </a:lnTo>
                  <a:lnTo>
                    <a:pt x="46986" y="69062"/>
                  </a:lnTo>
                  <a:lnTo>
                    <a:pt x="47958" y="68189"/>
                  </a:lnTo>
                  <a:lnTo>
                    <a:pt x="48932" y="67344"/>
                  </a:lnTo>
                  <a:lnTo>
                    <a:pt x="49907" y="66526"/>
                  </a:lnTo>
                  <a:lnTo>
                    <a:pt x="50884" y="65736"/>
                  </a:lnTo>
                  <a:lnTo>
                    <a:pt x="51863" y="64971"/>
                  </a:lnTo>
                  <a:lnTo>
                    <a:pt x="52844" y="64233"/>
                  </a:lnTo>
                  <a:lnTo>
                    <a:pt x="53827" y="63520"/>
                  </a:lnTo>
                  <a:lnTo>
                    <a:pt x="54812" y="62831"/>
                  </a:lnTo>
                  <a:lnTo>
                    <a:pt x="55801" y="62167"/>
                  </a:lnTo>
                  <a:lnTo>
                    <a:pt x="56791" y="61526"/>
                  </a:lnTo>
                  <a:lnTo>
                    <a:pt x="57785" y="60908"/>
                  </a:lnTo>
                  <a:lnTo>
                    <a:pt x="58782" y="60313"/>
                  </a:lnTo>
                  <a:lnTo>
                    <a:pt x="59783" y="59739"/>
                  </a:lnTo>
                  <a:lnTo>
                    <a:pt x="60788" y="59187"/>
                  </a:lnTo>
                  <a:lnTo>
                    <a:pt x="61797" y="58656"/>
                  </a:lnTo>
                  <a:lnTo>
                    <a:pt x="62810" y="58145"/>
                  </a:lnTo>
                  <a:lnTo>
                    <a:pt x="63828" y="57655"/>
                  </a:lnTo>
                  <a:lnTo>
                    <a:pt x="64851" y="57184"/>
                  </a:lnTo>
                  <a:lnTo>
                    <a:pt x="65879" y="56733"/>
                  </a:lnTo>
                  <a:lnTo>
                    <a:pt x="66913" y="56300"/>
                  </a:lnTo>
                  <a:lnTo>
                    <a:pt x="67953" y="55886"/>
                  </a:lnTo>
                  <a:lnTo>
                    <a:pt x="69000" y="55491"/>
                  </a:lnTo>
                  <a:lnTo>
                    <a:pt x="70052" y="55113"/>
                  </a:lnTo>
                  <a:lnTo>
                    <a:pt x="71112" y="54754"/>
                  </a:lnTo>
                  <a:lnTo>
                    <a:pt x="72179" y="54411"/>
                  </a:lnTo>
                  <a:lnTo>
                    <a:pt x="73254" y="54087"/>
                  </a:lnTo>
                  <a:lnTo>
                    <a:pt x="74336" y="53779"/>
                  </a:lnTo>
                  <a:lnTo>
                    <a:pt x="75426" y="53488"/>
                  </a:lnTo>
                  <a:lnTo>
                    <a:pt x="76525" y="53214"/>
                  </a:lnTo>
                  <a:lnTo>
                    <a:pt x="77632" y="52956"/>
                  </a:lnTo>
                  <a:lnTo>
                    <a:pt x="78747" y="52715"/>
                  </a:lnTo>
                  <a:lnTo>
                    <a:pt x="79871" y="52490"/>
                  </a:lnTo>
                  <a:lnTo>
                    <a:pt x="81004" y="52282"/>
                  </a:lnTo>
                  <a:lnTo>
                    <a:pt x="82146" y="52089"/>
                  </a:lnTo>
                  <a:lnTo>
                    <a:pt x="83298" y="51912"/>
                  </a:lnTo>
                  <a:lnTo>
                    <a:pt x="84458" y="51752"/>
                  </a:lnTo>
                  <a:lnTo>
                    <a:pt x="85629" y="51607"/>
                  </a:lnTo>
                  <a:lnTo>
                    <a:pt x="86808" y="51477"/>
                  </a:lnTo>
                  <a:lnTo>
                    <a:pt x="87997" y="51363"/>
                  </a:lnTo>
                  <a:lnTo>
                    <a:pt x="89196" y="51265"/>
                  </a:lnTo>
                  <a:lnTo>
                    <a:pt x="90404" y="51182"/>
                  </a:lnTo>
                  <a:lnTo>
                    <a:pt x="91622" y="51114"/>
                  </a:lnTo>
                  <a:lnTo>
                    <a:pt x="92850" y="51062"/>
                  </a:lnTo>
                  <a:lnTo>
                    <a:pt x="94087" y="51024"/>
                  </a:lnTo>
                  <a:lnTo>
                    <a:pt x="95333" y="51002"/>
                  </a:lnTo>
                  <a:lnTo>
                    <a:pt x="96589" y="50995"/>
                  </a:lnTo>
                  <a:lnTo>
                    <a:pt x="97855" y="51002"/>
                  </a:lnTo>
                  <a:lnTo>
                    <a:pt x="99130" y="51024"/>
                  </a:lnTo>
                  <a:lnTo>
                    <a:pt x="100414" y="51061"/>
                  </a:lnTo>
                  <a:lnTo>
                    <a:pt x="101707" y="51112"/>
                  </a:lnTo>
                  <a:lnTo>
                    <a:pt x="103010" y="51177"/>
                  </a:lnTo>
                  <a:lnTo>
                    <a:pt x="104322" y="51257"/>
                  </a:lnTo>
                  <a:lnTo>
                    <a:pt x="105642" y="51351"/>
                  </a:lnTo>
                  <a:lnTo>
                    <a:pt x="106971" y="51459"/>
                  </a:lnTo>
                  <a:lnTo>
                    <a:pt x="108309" y="51580"/>
                  </a:lnTo>
                  <a:lnTo>
                    <a:pt x="109656" y="51715"/>
                  </a:lnTo>
                  <a:lnTo>
                    <a:pt x="111011" y="51864"/>
                  </a:lnTo>
                  <a:lnTo>
                    <a:pt x="112374" y="52026"/>
                  </a:lnTo>
                  <a:lnTo>
                    <a:pt x="113745" y="52201"/>
                  </a:lnTo>
                  <a:lnTo>
                    <a:pt x="115125" y="52389"/>
                  </a:lnTo>
                  <a:lnTo>
                    <a:pt x="116512" y="52590"/>
                  </a:lnTo>
                  <a:lnTo>
                    <a:pt x="117907" y="52804"/>
                  </a:lnTo>
                  <a:lnTo>
                    <a:pt x="119309" y="53030"/>
                  </a:lnTo>
                  <a:lnTo>
                    <a:pt x="120719" y="53268"/>
                  </a:lnTo>
                  <a:lnTo>
                    <a:pt x="122136" y="53518"/>
                  </a:lnTo>
                  <a:lnTo>
                    <a:pt x="123561" y="53780"/>
                  </a:lnTo>
                  <a:lnTo>
                    <a:pt x="124992" y="54053"/>
                  </a:lnTo>
                  <a:lnTo>
                    <a:pt x="126430" y="54338"/>
                  </a:lnTo>
                  <a:lnTo>
                    <a:pt x="127875" y="54634"/>
                  </a:lnTo>
                  <a:lnTo>
                    <a:pt x="129326" y="54941"/>
                  </a:lnTo>
                  <a:lnTo>
                    <a:pt x="130784" y="55259"/>
                  </a:lnTo>
                  <a:lnTo>
                    <a:pt x="132248" y="55587"/>
                  </a:lnTo>
                  <a:lnTo>
                    <a:pt x="133718" y="55925"/>
                  </a:lnTo>
                  <a:lnTo>
                    <a:pt x="135194" y="56273"/>
                  </a:lnTo>
                  <a:lnTo>
                    <a:pt x="136676" y="56631"/>
                  </a:lnTo>
                  <a:lnTo>
                    <a:pt x="138164" y="56999"/>
                  </a:lnTo>
                  <a:lnTo>
                    <a:pt x="139657" y="57376"/>
                  </a:lnTo>
                  <a:lnTo>
                    <a:pt x="141155" y="57762"/>
                  </a:lnTo>
                  <a:lnTo>
                    <a:pt x="142659" y="58156"/>
                  </a:lnTo>
                  <a:lnTo>
                    <a:pt x="144168" y="58559"/>
                  </a:lnTo>
                  <a:lnTo>
                    <a:pt x="145682" y="58970"/>
                  </a:lnTo>
                  <a:lnTo>
                    <a:pt x="147201" y="59390"/>
                  </a:lnTo>
                  <a:lnTo>
                    <a:pt x="148724" y="59817"/>
                  </a:lnTo>
                  <a:lnTo>
                    <a:pt x="150252" y="60251"/>
                  </a:lnTo>
                  <a:lnTo>
                    <a:pt x="151785" y="60692"/>
                  </a:lnTo>
                  <a:lnTo>
                    <a:pt x="153322" y="61141"/>
                  </a:lnTo>
                  <a:lnTo>
                    <a:pt x="154863" y="61596"/>
                  </a:lnTo>
                  <a:lnTo>
                    <a:pt x="156409" y="62057"/>
                  </a:lnTo>
                  <a:lnTo>
                    <a:pt x="157958" y="62525"/>
                  </a:lnTo>
                  <a:lnTo>
                    <a:pt x="159511" y="62998"/>
                  </a:lnTo>
                  <a:lnTo>
                    <a:pt x="161068" y="63477"/>
                  </a:lnTo>
                  <a:lnTo>
                    <a:pt x="162629" y="63961"/>
                  </a:lnTo>
                  <a:lnTo>
                    <a:pt x="164193" y="64450"/>
                  </a:lnTo>
                  <a:lnTo>
                    <a:pt x="165761" y="64944"/>
                  </a:lnTo>
                  <a:lnTo>
                    <a:pt x="167332" y="65442"/>
                  </a:lnTo>
                  <a:lnTo>
                    <a:pt x="168906" y="65944"/>
                  </a:lnTo>
                  <a:lnTo>
                    <a:pt x="170483" y="66451"/>
                  </a:lnTo>
                  <a:lnTo>
                    <a:pt x="172064" y="66960"/>
                  </a:lnTo>
                  <a:lnTo>
                    <a:pt x="173647" y="67473"/>
                  </a:lnTo>
                  <a:lnTo>
                    <a:pt x="175234" y="67989"/>
                  </a:lnTo>
                  <a:lnTo>
                    <a:pt x="176823" y="68508"/>
                  </a:lnTo>
                  <a:lnTo>
                    <a:pt x="178415" y="69029"/>
                  </a:lnTo>
                  <a:lnTo>
                    <a:pt x="180009" y="69552"/>
                  </a:lnTo>
                  <a:lnTo>
                    <a:pt x="181606" y="70077"/>
                  </a:lnTo>
                  <a:lnTo>
                    <a:pt x="183205" y="70604"/>
                  </a:lnTo>
                  <a:lnTo>
                    <a:pt x="184807" y="71132"/>
                  </a:lnTo>
                  <a:lnTo>
                    <a:pt x="186410" y="71661"/>
                  </a:lnTo>
                  <a:lnTo>
                    <a:pt x="188017" y="72190"/>
                  </a:lnTo>
                  <a:lnTo>
                    <a:pt x="189625" y="72720"/>
                  </a:lnTo>
                  <a:lnTo>
                    <a:pt x="191235" y="73250"/>
                  </a:lnTo>
                  <a:lnTo>
                    <a:pt x="192847" y="73780"/>
                  </a:lnTo>
                  <a:lnTo>
                    <a:pt x="194461" y="74309"/>
                  </a:lnTo>
                  <a:lnTo>
                    <a:pt x="196077" y="74837"/>
                  </a:lnTo>
                  <a:lnTo>
                    <a:pt x="197695" y="75365"/>
                  </a:lnTo>
                  <a:lnTo>
                    <a:pt x="192101" y="111782"/>
                  </a:lnTo>
                  <a:lnTo>
                    <a:pt x="283477" y="72849"/>
                  </a:lnTo>
                  <a:lnTo>
                    <a:pt x="215962" y="0"/>
                  </a:lnTo>
                  <a:lnTo>
                    <a:pt x="210368" y="36417"/>
                  </a:lnTo>
                  <a:lnTo>
                    <a:pt x="208790" y="35903"/>
                  </a:lnTo>
                  <a:lnTo>
                    <a:pt x="207208" y="35385"/>
                  </a:lnTo>
                  <a:lnTo>
                    <a:pt x="205621" y="34865"/>
                  </a:lnTo>
                  <a:lnTo>
                    <a:pt x="204031" y="34342"/>
                  </a:lnTo>
                  <a:lnTo>
                    <a:pt x="202436" y="33818"/>
                  </a:lnTo>
                  <a:lnTo>
                    <a:pt x="200838" y="33291"/>
                  </a:lnTo>
                  <a:lnTo>
                    <a:pt x="199236" y="32763"/>
                  </a:lnTo>
                  <a:lnTo>
                    <a:pt x="197630" y="32233"/>
                  </a:lnTo>
                  <a:lnTo>
                    <a:pt x="196021" y="31703"/>
                  </a:lnTo>
                  <a:lnTo>
                    <a:pt x="194408" y="31172"/>
                  </a:lnTo>
                  <a:lnTo>
                    <a:pt x="192792" y="30641"/>
                  </a:lnTo>
                  <a:lnTo>
                    <a:pt x="191172" y="30109"/>
                  </a:lnTo>
                  <a:lnTo>
                    <a:pt x="189549" y="29578"/>
                  </a:lnTo>
                  <a:lnTo>
                    <a:pt x="187923" y="29047"/>
                  </a:lnTo>
                  <a:lnTo>
                    <a:pt x="186294" y="28517"/>
                  </a:lnTo>
                  <a:lnTo>
                    <a:pt x="184662" y="27988"/>
                  </a:lnTo>
                  <a:lnTo>
                    <a:pt x="183027" y="27461"/>
                  </a:lnTo>
                  <a:lnTo>
                    <a:pt x="181389" y="26935"/>
                  </a:lnTo>
                  <a:lnTo>
                    <a:pt x="179748" y="26412"/>
                  </a:lnTo>
                  <a:lnTo>
                    <a:pt x="178104" y="25891"/>
                  </a:lnTo>
                  <a:lnTo>
                    <a:pt x="176457" y="25372"/>
                  </a:lnTo>
                  <a:lnTo>
                    <a:pt x="174808" y="24856"/>
                  </a:lnTo>
                  <a:lnTo>
                    <a:pt x="173156" y="24344"/>
                  </a:lnTo>
                  <a:lnTo>
                    <a:pt x="171501" y="23835"/>
                  </a:lnTo>
                  <a:lnTo>
                    <a:pt x="169844" y="23330"/>
                  </a:lnTo>
                  <a:lnTo>
                    <a:pt x="168185" y="22829"/>
                  </a:lnTo>
                  <a:lnTo>
                    <a:pt x="166523" y="22333"/>
                  </a:lnTo>
                  <a:lnTo>
                    <a:pt x="164858" y="21842"/>
                  </a:lnTo>
                  <a:lnTo>
                    <a:pt x="163191" y="21355"/>
                  </a:lnTo>
                  <a:lnTo>
                    <a:pt x="161522" y="20874"/>
                  </a:lnTo>
                  <a:lnTo>
                    <a:pt x="159850" y="20399"/>
                  </a:lnTo>
                  <a:lnTo>
                    <a:pt x="158177" y="19930"/>
                  </a:lnTo>
                  <a:lnTo>
                    <a:pt x="156501" y="19468"/>
                  </a:lnTo>
                  <a:lnTo>
                    <a:pt x="154822" y="19012"/>
                  </a:lnTo>
                  <a:lnTo>
                    <a:pt x="153142" y="18563"/>
                  </a:lnTo>
                  <a:lnTo>
                    <a:pt x="151460" y="18121"/>
                  </a:lnTo>
                  <a:lnTo>
                    <a:pt x="149775" y="17688"/>
                  </a:lnTo>
                  <a:lnTo>
                    <a:pt x="148088" y="17262"/>
                  </a:lnTo>
                  <a:lnTo>
                    <a:pt x="146399" y="16845"/>
                  </a:lnTo>
                  <a:lnTo>
                    <a:pt x="144708" y="16436"/>
                  </a:lnTo>
                  <a:lnTo>
                    <a:pt x="143015" y="16037"/>
                  </a:lnTo>
                  <a:lnTo>
                    <a:pt x="141320" y="15647"/>
                  </a:lnTo>
                  <a:lnTo>
                    <a:pt x="139624" y="15266"/>
                  </a:lnTo>
                  <a:lnTo>
                    <a:pt x="137925" y="14896"/>
                  </a:lnTo>
                  <a:lnTo>
                    <a:pt x="136224" y="14536"/>
                  </a:lnTo>
                  <a:lnTo>
                    <a:pt x="134521" y="14188"/>
                  </a:lnTo>
                  <a:lnTo>
                    <a:pt x="132816" y="13850"/>
                  </a:lnTo>
                  <a:lnTo>
                    <a:pt x="131109" y="13524"/>
                  </a:lnTo>
                  <a:lnTo>
                    <a:pt x="129400" y="13210"/>
                  </a:lnTo>
                  <a:lnTo>
                    <a:pt x="127690" y="12908"/>
                  </a:lnTo>
                  <a:lnTo>
                    <a:pt x="125977" y="12618"/>
                  </a:lnTo>
                  <a:lnTo>
                    <a:pt x="124262" y="12342"/>
                  </a:lnTo>
                  <a:lnTo>
                    <a:pt x="122546" y="12080"/>
                  </a:lnTo>
                  <a:lnTo>
                    <a:pt x="120828" y="11831"/>
                  </a:lnTo>
                  <a:lnTo>
                    <a:pt x="119108" y="11596"/>
                  </a:lnTo>
                  <a:lnTo>
                    <a:pt x="117386" y="11376"/>
                  </a:lnTo>
                  <a:lnTo>
                    <a:pt x="115662" y="11172"/>
                  </a:lnTo>
                  <a:lnTo>
                    <a:pt x="113936" y="10982"/>
                  </a:lnTo>
                  <a:lnTo>
                    <a:pt x="112209" y="10809"/>
                  </a:lnTo>
                  <a:lnTo>
                    <a:pt x="110480" y="10652"/>
                  </a:lnTo>
                  <a:lnTo>
                    <a:pt x="108749" y="10512"/>
                  </a:lnTo>
                  <a:lnTo>
                    <a:pt x="107017" y="10388"/>
                  </a:lnTo>
                  <a:lnTo>
                    <a:pt x="105282" y="10283"/>
                  </a:lnTo>
                  <a:lnTo>
                    <a:pt x="103547" y="10196"/>
                  </a:lnTo>
                  <a:lnTo>
                    <a:pt x="101809" y="10127"/>
                  </a:lnTo>
                  <a:lnTo>
                    <a:pt x="100071" y="10077"/>
                  </a:lnTo>
                  <a:lnTo>
                    <a:pt x="98331" y="10047"/>
                  </a:lnTo>
                  <a:lnTo>
                    <a:pt x="96589" y="10037"/>
                  </a:lnTo>
                  <a:lnTo>
                    <a:pt x="94847" y="10047"/>
                  </a:lnTo>
                  <a:lnTo>
                    <a:pt x="93103" y="10079"/>
                  </a:lnTo>
                  <a:lnTo>
                    <a:pt x="91358" y="10131"/>
                  </a:lnTo>
                  <a:lnTo>
                    <a:pt x="89613" y="10206"/>
                  </a:lnTo>
                  <a:lnTo>
                    <a:pt x="87866" y="10303"/>
                  </a:lnTo>
                  <a:lnTo>
                    <a:pt x="86120" y="10423"/>
                  </a:lnTo>
                  <a:lnTo>
                    <a:pt x="84372" y="10566"/>
                  </a:lnTo>
                  <a:lnTo>
                    <a:pt x="82625" y="10734"/>
                  </a:lnTo>
                  <a:lnTo>
                    <a:pt x="80877" y="10926"/>
                  </a:lnTo>
                  <a:lnTo>
                    <a:pt x="79130" y="11142"/>
                  </a:lnTo>
                  <a:lnTo>
                    <a:pt x="77383" y="11384"/>
                  </a:lnTo>
                  <a:lnTo>
                    <a:pt x="75637" y="11652"/>
                  </a:lnTo>
                  <a:lnTo>
                    <a:pt x="73891" y="11946"/>
                  </a:lnTo>
                  <a:lnTo>
                    <a:pt x="72147" y="12268"/>
                  </a:lnTo>
                  <a:lnTo>
                    <a:pt x="70405" y="12616"/>
                  </a:lnTo>
                  <a:lnTo>
                    <a:pt x="68664" y="12993"/>
                  </a:lnTo>
                  <a:lnTo>
                    <a:pt x="66925" y="13397"/>
                  </a:lnTo>
                  <a:lnTo>
                    <a:pt x="65189" y="13830"/>
                  </a:lnTo>
                  <a:lnTo>
                    <a:pt x="63456" y="14293"/>
                  </a:lnTo>
                  <a:lnTo>
                    <a:pt x="61726" y="14785"/>
                  </a:lnTo>
                  <a:lnTo>
                    <a:pt x="60000" y="15307"/>
                  </a:lnTo>
                  <a:lnTo>
                    <a:pt x="58278" y="15859"/>
                  </a:lnTo>
                  <a:lnTo>
                    <a:pt x="56561" y="16442"/>
                  </a:lnTo>
                  <a:lnTo>
                    <a:pt x="54848" y="17056"/>
                  </a:lnTo>
                  <a:lnTo>
                    <a:pt x="53141" y="17701"/>
                  </a:lnTo>
                  <a:lnTo>
                    <a:pt x="51440" y="18378"/>
                  </a:lnTo>
                  <a:lnTo>
                    <a:pt x="49745" y="19087"/>
                  </a:lnTo>
                  <a:lnTo>
                    <a:pt x="48057" y="19828"/>
                  </a:lnTo>
                  <a:lnTo>
                    <a:pt x="46377" y="20601"/>
                  </a:lnTo>
                  <a:lnTo>
                    <a:pt x="44704" y="21407"/>
                  </a:lnTo>
                  <a:lnTo>
                    <a:pt x="43039" y="22246"/>
                  </a:lnTo>
                  <a:lnTo>
                    <a:pt x="41383" y="23118"/>
                  </a:lnTo>
                  <a:lnTo>
                    <a:pt x="39737" y="24023"/>
                  </a:lnTo>
                  <a:lnTo>
                    <a:pt x="38100" y="24961"/>
                  </a:lnTo>
                  <a:lnTo>
                    <a:pt x="36473" y="25933"/>
                  </a:lnTo>
                  <a:lnTo>
                    <a:pt x="34856" y="26938"/>
                  </a:lnTo>
                  <a:lnTo>
                    <a:pt x="33251" y="27976"/>
                  </a:lnTo>
                  <a:lnTo>
                    <a:pt x="31657" y="29048"/>
                  </a:lnTo>
                  <a:lnTo>
                    <a:pt x="30074" y="30154"/>
                  </a:lnTo>
                  <a:lnTo>
                    <a:pt x="28504" y="31293"/>
                  </a:lnTo>
                  <a:lnTo>
                    <a:pt x="26946" y="32465"/>
                  </a:lnTo>
                  <a:lnTo>
                    <a:pt x="25400" y="33671"/>
                  </a:lnTo>
                  <a:lnTo>
                    <a:pt x="23868" y="34911"/>
                  </a:lnTo>
                  <a:lnTo>
                    <a:pt x="22349" y="36185"/>
                  </a:lnTo>
                  <a:lnTo>
                    <a:pt x="20844" y="37491"/>
                  </a:lnTo>
                  <a:lnTo>
                    <a:pt x="19352" y="38832"/>
                  </a:lnTo>
                  <a:lnTo>
                    <a:pt x="17875" y="40205"/>
                  </a:lnTo>
                  <a:lnTo>
                    <a:pt x="16412" y="41613"/>
                  </a:lnTo>
                  <a:lnTo>
                    <a:pt x="14963" y="43053"/>
                  </a:lnTo>
                  <a:lnTo>
                    <a:pt x="13528" y="44527"/>
                  </a:lnTo>
                  <a:lnTo>
                    <a:pt x="12108" y="46035"/>
                  </a:lnTo>
                  <a:lnTo>
                    <a:pt x="10703" y="47575"/>
                  </a:lnTo>
                  <a:lnTo>
                    <a:pt x="9313" y="49149"/>
                  </a:lnTo>
                  <a:lnTo>
                    <a:pt x="7938" y="50757"/>
                  </a:lnTo>
                  <a:lnTo>
                    <a:pt x="6577" y="52398"/>
                  </a:lnTo>
                  <a:lnTo>
                    <a:pt x="5232" y="54072"/>
                  </a:lnTo>
                  <a:lnTo>
                    <a:pt x="3901" y="55780"/>
                  </a:lnTo>
                  <a:lnTo>
                    <a:pt x="2586" y="57522"/>
                  </a:lnTo>
                  <a:lnTo>
                    <a:pt x="1285" y="59297"/>
                  </a:lnTo>
                  <a:lnTo>
                    <a:pt x="0" y="61105"/>
                  </a:lnTo>
                  <a:close/>
                </a:path>
              </a:pathLst>
            </a:custGeom>
            <a:solidFill>
              <a:srgbClr val="000000"/>
            </a:solidFill>
            <a:ln w="0">
              <a:noFill/>
            </a:ln>
          </p:spPr>
        </p:sp>
        <p:sp>
          <p:nvSpPr>
            <p:cNvPr id="2426" name="panel4__to_sum_2" descr="Editable filled curved data-flow path"/>
            <p:cNvSpPr/>
            <p:nvPr/>
          </p:nvSpPr>
          <p:spPr>
            <a:xfrm>
              <a:off x="4214191" y="6930947"/>
              <a:ext cx="167309" cy="86092"/>
            </a:xfrm>
            <a:custGeom>
              <a:avLst/>
              <a:gdLst/>
              <a:ahLst/>
              <a:cxnLst/>
              <a:rect l="0" t="0" r="w" b="h"/>
              <a:pathLst>
                <a:path w="167309" h="86092" fill="norm" stroke="false">
                  <a:moveTo>
                    <a:pt x="29818" y="67857"/>
                  </a:moveTo>
                  <a:lnTo>
                    <a:pt x="30363" y="66783"/>
                  </a:lnTo>
                  <a:lnTo>
                    <a:pt x="30909" y="65740"/>
                  </a:lnTo>
                  <a:lnTo>
                    <a:pt x="31455" y="64728"/>
                  </a:lnTo>
                  <a:lnTo>
                    <a:pt x="32001" y="63747"/>
                  </a:lnTo>
                  <a:lnTo>
                    <a:pt x="32547" y="62796"/>
                  </a:lnTo>
                  <a:lnTo>
                    <a:pt x="33092" y="61875"/>
                  </a:lnTo>
                  <a:lnTo>
                    <a:pt x="33637" y="60983"/>
                  </a:lnTo>
                  <a:lnTo>
                    <a:pt x="34181" y="60121"/>
                  </a:lnTo>
                  <a:lnTo>
                    <a:pt x="34723" y="59288"/>
                  </a:lnTo>
                  <a:lnTo>
                    <a:pt x="35265" y="58484"/>
                  </a:lnTo>
                  <a:lnTo>
                    <a:pt x="35804" y="57708"/>
                  </a:lnTo>
                  <a:lnTo>
                    <a:pt x="36342" y="56959"/>
                  </a:lnTo>
                  <a:lnTo>
                    <a:pt x="36877" y="56238"/>
                  </a:lnTo>
                  <a:lnTo>
                    <a:pt x="37410" y="55544"/>
                  </a:lnTo>
                  <a:lnTo>
                    <a:pt x="37941" y="54877"/>
                  </a:lnTo>
                  <a:lnTo>
                    <a:pt x="38469" y="54235"/>
                  </a:lnTo>
                  <a:lnTo>
                    <a:pt x="38994" y="53619"/>
                  </a:lnTo>
                  <a:lnTo>
                    <a:pt x="39515" y="53028"/>
                  </a:lnTo>
                  <a:lnTo>
                    <a:pt x="40034" y="52462"/>
                  </a:lnTo>
                  <a:lnTo>
                    <a:pt x="40549" y="51919"/>
                  </a:lnTo>
                  <a:lnTo>
                    <a:pt x="41061" y="51399"/>
                  </a:lnTo>
                  <a:lnTo>
                    <a:pt x="41569" y="50902"/>
                  </a:lnTo>
                  <a:lnTo>
                    <a:pt x="42073" y="50427"/>
                  </a:lnTo>
                  <a:lnTo>
                    <a:pt x="42574" y="49974"/>
                  </a:lnTo>
                  <a:lnTo>
                    <a:pt x="43071" y="49541"/>
                  </a:lnTo>
                  <a:lnTo>
                    <a:pt x="43565" y="49128"/>
                  </a:lnTo>
                  <a:lnTo>
                    <a:pt x="44055" y="48735"/>
                  </a:lnTo>
                  <a:lnTo>
                    <a:pt x="44542" y="48360"/>
                  </a:lnTo>
                  <a:lnTo>
                    <a:pt x="45026" y="48003"/>
                  </a:lnTo>
                  <a:lnTo>
                    <a:pt x="45507" y="47664"/>
                  </a:lnTo>
                  <a:lnTo>
                    <a:pt x="45985" y="47342"/>
                  </a:lnTo>
                  <a:lnTo>
                    <a:pt x="46460" y="47035"/>
                  </a:lnTo>
                  <a:lnTo>
                    <a:pt x="46934" y="46744"/>
                  </a:lnTo>
                  <a:lnTo>
                    <a:pt x="47405" y="46468"/>
                  </a:lnTo>
                  <a:lnTo>
                    <a:pt x="47875" y="46206"/>
                  </a:lnTo>
                  <a:lnTo>
                    <a:pt x="48344" y="45958"/>
                  </a:lnTo>
                  <a:lnTo>
                    <a:pt x="48813" y="45723"/>
                  </a:lnTo>
                  <a:lnTo>
                    <a:pt x="49281" y="45500"/>
                  </a:lnTo>
                  <a:lnTo>
                    <a:pt x="49750" y="45290"/>
                  </a:lnTo>
                  <a:lnTo>
                    <a:pt x="50220" y="45091"/>
                  </a:lnTo>
                  <a:lnTo>
                    <a:pt x="50691" y="44904"/>
                  </a:lnTo>
                  <a:lnTo>
                    <a:pt x="51163" y="44727"/>
                  </a:lnTo>
                  <a:lnTo>
                    <a:pt x="51639" y="44561"/>
                  </a:lnTo>
                  <a:lnTo>
                    <a:pt x="52117" y="44405"/>
                  </a:lnTo>
                  <a:lnTo>
                    <a:pt x="52598" y="44260"/>
                  </a:lnTo>
                  <a:lnTo>
                    <a:pt x="53084" y="44124"/>
                  </a:lnTo>
                  <a:lnTo>
                    <a:pt x="53573" y="43997"/>
                  </a:lnTo>
                  <a:lnTo>
                    <a:pt x="54068" y="43881"/>
                  </a:lnTo>
                  <a:lnTo>
                    <a:pt x="54568" y="43773"/>
                  </a:lnTo>
                  <a:lnTo>
                    <a:pt x="55073" y="43675"/>
                  </a:lnTo>
                  <a:lnTo>
                    <a:pt x="55585" y="43586"/>
                  </a:lnTo>
                  <a:lnTo>
                    <a:pt x="56103" y="43507"/>
                  </a:lnTo>
                  <a:lnTo>
                    <a:pt x="56628" y="43436"/>
                  </a:lnTo>
                  <a:lnTo>
                    <a:pt x="57160" y="43375"/>
                  </a:lnTo>
                  <a:lnTo>
                    <a:pt x="57700" y="43323"/>
                  </a:lnTo>
                  <a:lnTo>
                    <a:pt x="58247" y="43281"/>
                  </a:lnTo>
                  <a:lnTo>
                    <a:pt x="58802" y="43248"/>
                  </a:lnTo>
                  <a:lnTo>
                    <a:pt x="59365" y="43224"/>
                  </a:lnTo>
                  <a:lnTo>
                    <a:pt x="59936" y="43210"/>
                  </a:lnTo>
                  <a:lnTo>
                    <a:pt x="60516" y="43205"/>
                  </a:lnTo>
                  <a:lnTo>
                    <a:pt x="61104" y="43210"/>
                  </a:lnTo>
                  <a:lnTo>
                    <a:pt x="61701" y="43224"/>
                  </a:lnTo>
                  <a:lnTo>
                    <a:pt x="62306" y="43248"/>
                  </a:lnTo>
                  <a:lnTo>
                    <a:pt x="62919" y="43282"/>
                  </a:lnTo>
                  <a:lnTo>
                    <a:pt x="63541" y="43326"/>
                  </a:lnTo>
                  <a:lnTo>
                    <a:pt x="64172" y="43380"/>
                  </a:lnTo>
                  <a:lnTo>
                    <a:pt x="64811" y="43443"/>
                  </a:lnTo>
                  <a:lnTo>
                    <a:pt x="65459" y="43517"/>
                  </a:lnTo>
                  <a:lnTo>
                    <a:pt x="66115" y="43600"/>
                  </a:lnTo>
                  <a:lnTo>
                    <a:pt x="66779" y="43694"/>
                  </a:lnTo>
                  <a:lnTo>
                    <a:pt x="67452" y="43797"/>
                  </a:lnTo>
                  <a:lnTo>
                    <a:pt x="68132" y="43910"/>
                  </a:lnTo>
                  <a:lnTo>
                    <a:pt x="68821" y="44033"/>
                  </a:lnTo>
                  <a:lnTo>
                    <a:pt x="69517" y="44166"/>
                  </a:lnTo>
                  <a:lnTo>
                    <a:pt x="70222" y="44309"/>
                  </a:lnTo>
                  <a:lnTo>
                    <a:pt x="70933" y="44461"/>
                  </a:lnTo>
                  <a:lnTo>
                    <a:pt x="71652" y="44624"/>
                  </a:lnTo>
                  <a:lnTo>
                    <a:pt x="72379" y="44795"/>
                  </a:lnTo>
                  <a:lnTo>
                    <a:pt x="73112" y="44977"/>
                  </a:lnTo>
                  <a:lnTo>
                    <a:pt x="73853" y="45167"/>
                  </a:lnTo>
                  <a:lnTo>
                    <a:pt x="74600" y="45367"/>
                  </a:lnTo>
                  <a:lnTo>
                    <a:pt x="75354" y="45576"/>
                  </a:lnTo>
                  <a:lnTo>
                    <a:pt x="76114" y="45794"/>
                  </a:lnTo>
                  <a:lnTo>
                    <a:pt x="76881" y="46021"/>
                  </a:lnTo>
                  <a:lnTo>
                    <a:pt x="77654" y="46257"/>
                  </a:lnTo>
                  <a:lnTo>
                    <a:pt x="78433" y="46502"/>
                  </a:lnTo>
                  <a:lnTo>
                    <a:pt x="79218" y="46754"/>
                  </a:lnTo>
                  <a:lnTo>
                    <a:pt x="80009" y="47016"/>
                  </a:lnTo>
                  <a:lnTo>
                    <a:pt x="80805" y="47285"/>
                  </a:lnTo>
                  <a:lnTo>
                    <a:pt x="81607" y="47562"/>
                  </a:lnTo>
                  <a:lnTo>
                    <a:pt x="82414" y="47847"/>
                  </a:lnTo>
                  <a:lnTo>
                    <a:pt x="83226" y="48140"/>
                  </a:lnTo>
                  <a:lnTo>
                    <a:pt x="84043" y="48440"/>
                  </a:lnTo>
                  <a:lnTo>
                    <a:pt x="84866" y="48748"/>
                  </a:lnTo>
                  <a:lnTo>
                    <a:pt x="85693" y="49062"/>
                  </a:lnTo>
                  <a:lnTo>
                    <a:pt x="86524" y="49384"/>
                  </a:lnTo>
                  <a:lnTo>
                    <a:pt x="87360" y="49712"/>
                  </a:lnTo>
                  <a:lnTo>
                    <a:pt x="88201" y="50046"/>
                  </a:lnTo>
                  <a:lnTo>
                    <a:pt x="89046" y="50387"/>
                  </a:lnTo>
                  <a:lnTo>
                    <a:pt x="89895" y="50734"/>
                  </a:lnTo>
                  <a:lnTo>
                    <a:pt x="90748" y="51087"/>
                  </a:lnTo>
                  <a:lnTo>
                    <a:pt x="91605" y="51445"/>
                  </a:lnTo>
                  <a:lnTo>
                    <a:pt x="92466" y="51808"/>
                  </a:lnTo>
                  <a:lnTo>
                    <a:pt x="93330" y="52177"/>
                  </a:lnTo>
                  <a:lnTo>
                    <a:pt x="94199" y="52551"/>
                  </a:lnTo>
                  <a:lnTo>
                    <a:pt x="95070" y="52930"/>
                  </a:lnTo>
                  <a:lnTo>
                    <a:pt x="95946" y="53313"/>
                  </a:lnTo>
                  <a:lnTo>
                    <a:pt x="96824" y="53700"/>
                  </a:lnTo>
                  <a:lnTo>
                    <a:pt x="97706" y="54092"/>
                  </a:lnTo>
                  <a:lnTo>
                    <a:pt x="98592" y="54487"/>
                  </a:lnTo>
                  <a:lnTo>
                    <a:pt x="99480" y="54886"/>
                  </a:lnTo>
                  <a:lnTo>
                    <a:pt x="100371" y="55289"/>
                  </a:lnTo>
                  <a:lnTo>
                    <a:pt x="101266" y="55694"/>
                  </a:lnTo>
                  <a:lnTo>
                    <a:pt x="102163" y="56103"/>
                  </a:lnTo>
                  <a:lnTo>
                    <a:pt x="103063" y="56514"/>
                  </a:lnTo>
                  <a:lnTo>
                    <a:pt x="103966" y="56928"/>
                  </a:lnTo>
                  <a:lnTo>
                    <a:pt x="104872" y="57344"/>
                  </a:lnTo>
                  <a:lnTo>
                    <a:pt x="105780" y="57762"/>
                  </a:lnTo>
                  <a:lnTo>
                    <a:pt x="106691" y="58182"/>
                  </a:lnTo>
                  <a:lnTo>
                    <a:pt x="99743" y="86092"/>
                  </a:lnTo>
                  <a:lnTo>
                    <a:pt x="167309" y="60403"/>
                  </a:lnTo>
                  <a:lnTo>
                    <a:pt x="127602" y="0"/>
                  </a:lnTo>
                  <a:lnTo>
                    <a:pt x="120654" y="27910"/>
                  </a:lnTo>
                  <a:lnTo>
                    <a:pt x="119729" y="27484"/>
                  </a:lnTo>
                  <a:lnTo>
                    <a:pt x="118802" y="27057"/>
                  </a:lnTo>
                  <a:lnTo>
                    <a:pt x="117871" y="26629"/>
                  </a:lnTo>
                  <a:lnTo>
                    <a:pt x="116937" y="26201"/>
                  </a:lnTo>
                  <a:lnTo>
                    <a:pt x="116000" y="25773"/>
                  </a:lnTo>
                  <a:lnTo>
                    <a:pt x="115060" y="25345"/>
                  </a:lnTo>
                  <a:lnTo>
                    <a:pt x="114117" y="24917"/>
                  </a:lnTo>
                  <a:lnTo>
                    <a:pt x="113170" y="24490"/>
                  </a:lnTo>
                  <a:lnTo>
                    <a:pt x="112221" y="24063"/>
                  </a:lnTo>
                  <a:lnTo>
                    <a:pt x="111269" y="23638"/>
                  </a:lnTo>
                  <a:lnTo>
                    <a:pt x="110314" y="23214"/>
                  </a:lnTo>
                  <a:lnTo>
                    <a:pt x="109356" y="22791"/>
                  </a:lnTo>
                  <a:lnTo>
                    <a:pt x="108395" y="22371"/>
                  </a:lnTo>
                  <a:lnTo>
                    <a:pt x="107431" y="21952"/>
                  </a:lnTo>
                  <a:lnTo>
                    <a:pt x="106464" y="21536"/>
                  </a:lnTo>
                  <a:lnTo>
                    <a:pt x="105494" y="21122"/>
                  </a:lnTo>
                  <a:lnTo>
                    <a:pt x="104521" y="20711"/>
                  </a:lnTo>
                  <a:lnTo>
                    <a:pt x="103546" y="20303"/>
                  </a:lnTo>
                  <a:lnTo>
                    <a:pt x="102567" y="19899"/>
                  </a:lnTo>
                  <a:lnTo>
                    <a:pt x="101585" y="19498"/>
                  </a:lnTo>
                  <a:lnTo>
                    <a:pt x="100600" y="19100"/>
                  </a:lnTo>
                  <a:lnTo>
                    <a:pt x="99612" y="18707"/>
                  </a:lnTo>
                  <a:lnTo>
                    <a:pt x="98622" y="18319"/>
                  </a:lnTo>
                  <a:lnTo>
                    <a:pt x="97628" y="17935"/>
                  </a:lnTo>
                  <a:lnTo>
                    <a:pt x="96631" y="17555"/>
                  </a:lnTo>
                  <a:lnTo>
                    <a:pt x="95630" y="17181"/>
                  </a:lnTo>
                  <a:lnTo>
                    <a:pt x="94627" y="16813"/>
                  </a:lnTo>
                  <a:lnTo>
                    <a:pt x="93620" y="16450"/>
                  </a:lnTo>
                  <a:lnTo>
                    <a:pt x="92610" y="16093"/>
                  </a:lnTo>
                  <a:lnTo>
                    <a:pt x="91597" y="15743"/>
                  </a:lnTo>
                  <a:lnTo>
                    <a:pt x="90580" y="15399"/>
                  </a:lnTo>
                  <a:lnTo>
                    <a:pt x="89560" y="15062"/>
                  </a:lnTo>
                  <a:lnTo>
                    <a:pt x="88536" y="14732"/>
                  </a:lnTo>
                  <a:lnTo>
                    <a:pt x="87509" y="14409"/>
                  </a:lnTo>
                  <a:lnTo>
                    <a:pt x="86478" y="14095"/>
                  </a:lnTo>
                  <a:lnTo>
                    <a:pt x="85444" y="13789"/>
                  </a:lnTo>
                  <a:lnTo>
                    <a:pt x="84405" y="13491"/>
                  </a:lnTo>
                  <a:lnTo>
                    <a:pt x="83363" y="13202"/>
                  </a:lnTo>
                  <a:lnTo>
                    <a:pt x="82317" y="12922"/>
                  </a:lnTo>
                  <a:lnTo>
                    <a:pt x="81267" y="12652"/>
                  </a:lnTo>
                  <a:lnTo>
                    <a:pt x="80214" y="12392"/>
                  </a:lnTo>
                  <a:lnTo>
                    <a:pt x="79156" y="12141"/>
                  </a:lnTo>
                  <a:lnTo>
                    <a:pt x="78094" y="11902"/>
                  </a:lnTo>
                  <a:lnTo>
                    <a:pt x="77027" y="11674"/>
                  </a:lnTo>
                  <a:lnTo>
                    <a:pt x="75957" y="11457"/>
                  </a:lnTo>
                  <a:lnTo>
                    <a:pt x="74882" y="11251"/>
                  </a:lnTo>
                  <a:lnTo>
                    <a:pt x="73803" y="11058"/>
                  </a:lnTo>
                  <a:lnTo>
                    <a:pt x="72720" y="10878"/>
                  </a:lnTo>
                  <a:lnTo>
                    <a:pt x="71632" y="10711"/>
                  </a:lnTo>
                  <a:lnTo>
                    <a:pt x="70540" y="10558"/>
                  </a:lnTo>
                  <a:lnTo>
                    <a:pt x="69443" y="10418"/>
                  </a:lnTo>
                  <a:lnTo>
                    <a:pt x="68342" y="10293"/>
                  </a:lnTo>
                  <a:lnTo>
                    <a:pt x="67237" y="10183"/>
                  </a:lnTo>
                  <a:lnTo>
                    <a:pt x="66127" y="10089"/>
                  </a:lnTo>
                  <a:lnTo>
                    <a:pt x="65013" y="10011"/>
                  </a:lnTo>
                  <a:lnTo>
                    <a:pt x="63895" y="9949"/>
                  </a:lnTo>
                  <a:lnTo>
                    <a:pt x="62773" y="9904"/>
                  </a:lnTo>
                  <a:lnTo>
                    <a:pt x="61646" y="9876"/>
                  </a:lnTo>
                  <a:lnTo>
                    <a:pt x="60516" y="9867"/>
                  </a:lnTo>
                  <a:lnTo>
                    <a:pt x="59382" y="9877"/>
                  </a:lnTo>
                  <a:lnTo>
                    <a:pt x="58245" y="9905"/>
                  </a:lnTo>
                  <a:lnTo>
                    <a:pt x="57104" y="9953"/>
                  </a:lnTo>
                  <a:lnTo>
                    <a:pt x="55960" y="10022"/>
                  </a:lnTo>
                  <a:lnTo>
                    <a:pt x="54813" y="10111"/>
                  </a:lnTo>
                  <a:lnTo>
                    <a:pt x="53664" y="10222"/>
                  </a:lnTo>
                  <a:lnTo>
                    <a:pt x="52513" y="10354"/>
                  </a:lnTo>
                  <a:lnTo>
                    <a:pt x="51360" y="10508"/>
                  </a:lnTo>
                  <a:lnTo>
                    <a:pt x="50205" y="10686"/>
                  </a:lnTo>
                  <a:lnTo>
                    <a:pt x="49050" y="10886"/>
                  </a:lnTo>
                  <a:lnTo>
                    <a:pt x="47894" y="11111"/>
                  </a:lnTo>
                  <a:lnTo>
                    <a:pt x="46738" y="11359"/>
                  </a:lnTo>
                  <a:lnTo>
                    <a:pt x="45583" y="11632"/>
                  </a:lnTo>
                  <a:lnTo>
                    <a:pt x="44428" y="11929"/>
                  </a:lnTo>
                  <a:lnTo>
                    <a:pt x="43276" y="12252"/>
                  </a:lnTo>
                  <a:lnTo>
                    <a:pt x="42125" y="12600"/>
                  </a:lnTo>
                  <a:lnTo>
                    <a:pt x="40977" y="12974"/>
                  </a:lnTo>
                  <a:lnTo>
                    <a:pt x="39833" y="13374"/>
                  </a:lnTo>
                  <a:lnTo>
                    <a:pt x="38692" y="13800"/>
                  </a:lnTo>
                  <a:lnTo>
                    <a:pt x="37556" y="14252"/>
                  </a:lnTo>
                  <a:lnTo>
                    <a:pt x="36425" y="14731"/>
                  </a:lnTo>
                  <a:lnTo>
                    <a:pt x="35300" y="15236"/>
                  </a:lnTo>
                  <a:lnTo>
                    <a:pt x="34182" y="15768"/>
                  </a:lnTo>
                  <a:lnTo>
                    <a:pt x="33070" y="16326"/>
                  </a:lnTo>
                  <a:lnTo>
                    <a:pt x="31966" y="16910"/>
                  </a:lnTo>
                  <a:lnTo>
                    <a:pt x="30870" y="17521"/>
                  </a:lnTo>
                  <a:lnTo>
                    <a:pt x="29782" y="18158"/>
                  </a:lnTo>
                  <a:lnTo>
                    <a:pt x="28703" y="18821"/>
                  </a:lnTo>
                  <a:lnTo>
                    <a:pt x="27634" y="19510"/>
                  </a:lnTo>
                  <a:lnTo>
                    <a:pt x="26574" y="20224"/>
                  </a:lnTo>
                  <a:lnTo>
                    <a:pt x="25525" y="20965"/>
                  </a:lnTo>
                  <a:lnTo>
                    <a:pt x="24486" y="21731"/>
                  </a:lnTo>
                  <a:lnTo>
                    <a:pt x="23458" y="22522"/>
                  </a:lnTo>
                  <a:lnTo>
                    <a:pt x="22441" y="23338"/>
                  </a:lnTo>
                  <a:lnTo>
                    <a:pt x="21435" y="24179"/>
                  </a:lnTo>
                  <a:lnTo>
                    <a:pt x="20440" y="25044"/>
                  </a:lnTo>
                  <a:lnTo>
                    <a:pt x="19458" y="25934"/>
                  </a:lnTo>
                  <a:lnTo>
                    <a:pt x="18487" y="26848"/>
                  </a:lnTo>
                  <a:lnTo>
                    <a:pt x="17527" y="27786"/>
                  </a:lnTo>
                  <a:lnTo>
                    <a:pt x="16580" y="28748"/>
                  </a:lnTo>
                  <a:lnTo>
                    <a:pt x="15644" y="29734"/>
                  </a:lnTo>
                  <a:lnTo>
                    <a:pt x="14720" y="30744"/>
                  </a:lnTo>
                  <a:lnTo>
                    <a:pt x="13808" y="31777"/>
                  </a:lnTo>
                  <a:lnTo>
                    <a:pt x="12908" y="32834"/>
                  </a:lnTo>
                  <a:lnTo>
                    <a:pt x="12019" y="33914"/>
                  </a:lnTo>
                  <a:lnTo>
                    <a:pt x="11142" y="35018"/>
                  </a:lnTo>
                  <a:lnTo>
                    <a:pt x="10276" y="36144"/>
                  </a:lnTo>
                  <a:lnTo>
                    <a:pt x="9422" y="37295"/>
                  </a:lnTo>
                  <a:lnTo>
                    <a:pt x="8578" y="38468"/>
                  </a:lnTo>
                  <a:lnTo>
                    <a:pt x="7746" y="39665"/>
                  </a:lnTo>
                  <a:lnTo>
                    <a:pt x="6925" y="40886"/>
                  </a:lnTo>
                  <a:lnTo>
                    <a:pt x="6115" y="42130"/>
                  </a:lnTo>
                  <a:lnTo>
                    <a:pt x="5315" y="43398"/>
                  </a:lnTo>
                  <a:lnTo>
                    <a:pt x="4525" y="44690"/>
                  </a:lnTo>
                  <a:lnTo>
                    <a:pt x="3746" y="46005"/>
                  </a:lnTo>
                  <a:lnTo>
                    <a:pt x="2977" y="47345"/>
                  </a:lnTo>
                  <a:lnTo>
                    <a:pt x="2218" y="48709"/>
                  </a:lnTo>
                  <a:lnTo>
                    <a:pt x="1469" y="50097"/>
                  </a:lnTo>
                  <a:lnTo>
                    <a:pt x="730" y="51510"/>
                  </a:lnTo>
                  <a:lnTo>
                    <a:pt x="0" y="52948"/>
                  </a:lnTo>
                  <a:close/>
                </a:path>
              </a:pathLst>
            </a:custGeom>
            <a:solidFill>
              <a:srgbClr val="000000"/>
            </a:solidFill>
            <a:ln w="0">
              <a:noFill/>
            </a:ln>
          </p:spPr>
        </p:sp>
        <p:sp>
          <p:nvSpPr>
            <p:cNvPr id="2427" name="panel4__to_reconstruction_2" descr="Editable filled curved data-flow path"/>
            <p:cNvSpPr/>
            <p:nvPr/>
          </p:nvSpPr>
          <p:spPr>
            <a:xfrm>
              <a:off x="4679048" y="6918501"/>
              <a:ext cx="283477" cy="111782"/>
            </a:xfrm>
            <a:custGeom>
              <a:avLst/>
              <a:gdLst/>
              <a:ahLst/>
              <a:cxnLst/>
              <a:rect l="0" t="0" r="w" b="h"/>
              <a:pathLst>
                <a:path w="283477" h="111782" fill="norm" stroke="false">
                  <a:moveTo>
                    <a:pt x="33554" y="84593"/>
                  </a:moveTo>
                  <a:lnTo>
                    <a:pt x="34500" y="83262"/>
                  </a:lnTo>
                  <a:lnTo>
                    <a:pt x="35448" y="81967"/>
                  </a:lnTo>
                  <a:lnTo>
                    <a:pt x="36399" y="80708"/>
                  </a:lnTo>
                  <a:lnTo>
                    <a:pt x="37352" y="79484"/>
                  </a:lnTo>
                  <a:lnTo>
                    <a:pt x="38308" y="78295"/>
                  </a:lnTo>
                  <a:lnTo>
                    <a:pt x="39265" y="77140"/>
                  </a:lnTo>
                  <a:lnTo>
                    <a:pt x="40225" y="76019"/>
                  </a:lnTo>
                  <a:lnTo>
                    <a:pt x="41186" y="74931"/>
                  </a:lnTo>
                  <a:lnTo>
                    <a:pt x="42149" y="73875"/>
                  </a:lnTo>
                  <a:lnTo>
                    <a:pt x="43113" y="72851"/>
                  </a:lnTo>
                  <a:lnTo>
                    <a:pt x="44079" y="71859"/>
                  </a:lnTo>
                  <a:lnTo>
                    <a:pt x="45046" y="70897"/>
                  </a:lnTo>
                  <a:lnTo>
                    <a:pt x="46015" y="69965"/>
                  </a:lnTo>
                  <a:lnTo>
                    <a:pt x="46986" y="69062"/>
                  </a:lnTo>
                  <a:lnTo>
                    <a:pt x="47958" y="68189"/>
                  </a:lnTo>
                  <a:lnTo>
                    <a:pt x="48932" y="67344"/>
                  </a:lnTo>
                  <a:lnTo>
                    <a:pt x="49907" y="66526"/>
                  </a:lnTo>
                  <a:lnTo>
                    <a:pt x="50884" y="65736"/>
                  </a:lnTo>
                  <a:lnTo>
                    <a:pt x="51863" y="64971"/>
                  </a:lnTo>
                  <a:lnTo>
                    <a:pt x="52844" y="64233"/>
                  </a:lnTo>
                  <a:lnTo>
                    <a:pt x="53827" y="63520"/>
                  </a:lnTo>
                  <a:lnTo>
                    <a:pt x="54812" y="62831"/>
                  </a:lnTo>
                  <a:lnTo>
                    <a:pt x="55801" y="62167"/>
                  </a:lnTo>
                  <a:lnTo>
                    <a:pt x="56791" y="61526"/>
                  </a:lnTo>
                  <a:lnTo>
                    <a:pt x="57785" y="60908"/>
                  </a:lnTo>
                  <a:lnTo>
                    <a:pt x="58782" y="60313"/>
                  </a:lnTo>
                  <a:lnTo>
                    <a:pt x="59783" y="59739"/>
                  </a:lnTo>
                  <a:lnTo>
                    <a:pt x="60788" y="59187"/>
                  </a:lnTo>
                  <a:lnTo>
                    <a:pt x="61797" y="58656"/>
                  </a:lnTo>
                  <a:lnTo>
                    <a:pt x="62810" y="58145"/>
                  </a:lnTo>
                  <a:lnTo>
                    <a:pt x="63828" y="57655"/>
                  </a:lnTo>
                  <a:lnTo>
                    <a:pt x="64851" y="57184"/>
                  </a:lnTo>
                  <a:lnTo>
                    <a:pt x="65879" y="56733"/>
                  </a:lnTo>
                  <a:lnTo>
                    <a:pt x="66913" y="56300"/>
                  </a:lnTo>
                  <a:lnTo>
                    <a:pt x="67953" y="55886"/>
                  </a:lnTo>
                  <a:lnTo>
                    <a:pt x="69000" y="55491"/>
                  </a:lnTo>
                  <a:lnTo>
                    <a:pt x="70052" y="55113"/>
                  </a:lnTo>
                  <a:lnTo>
                    <a:pt x="71112" y="54754"/>
                  </a:lnTo>
                  <a:lnTo>
                    <a:pt x="72179" y="54411"/>
                  </a:lnTo>
                  <a:lnTo>
                    <a:pt x="73254" y="54087"/>
                  </a:lnTo>
                  <a:lnTo>
                    <a:pt x="74336" y="53779"/>
                  </a:lnTo>
                  <a:lnTo>
                    <a:pt x="75426" y="53488"/>
                  </a:lnTo>
                  <a:lnTo>
                    <a:pt x="76525" y="53214"/>
                  </a:lnTo>
                  <a:lnTo>
                    <a:pt x="77632" y="52956"/>
                  </a:lnTo>
                  <a:lnTo>
                    <a:pt x="78747" y="52715"/>
                  </a:lnTo>
                  <a:lnTo>
                    <a:pt x="79871" y="52490"/>
                  </a:lnTo>
                  <a:lnTo>
                    <a:pt x="81004" y="52282"/>
                  </a:lnTo>
                  <a:lnTo>
                    <a:pt x="82146" y="52089"/>
                  </a:lnTo>
                  <a:lnTo>
                    <a:pt x="83298" y="51912"/>
                  </a:lnTo>
                  <a:lnTo>
                    <a:pt x="84458" y="51752"/>
                  </a:lnTo>
                  <a:lnTo>
                    <a:pt x="85629" y="51607"/>
                  </a:lnTo>
                  <a:lnTo>
                    <a:pt x="86808" y="51477"/>
                  </a:lnTo>
                  <a:lnTo>
                    <a:pt x="87997" y="51363"/>
                  </a:lnTo>
                  <a:lnTo>
                    <a:pt x="89196" y="51265"/>
                  </a:lnTo>
                  <a:lnTo>
                    <a:pt x="90404" y="51182"/>
                  </a:lnTo>
                  <a:lnTo>
                    <a:pt x="91622" y="51114"/>
                  </a:lnTo>
                  <a:lnTo>
                    <a:pt x="92850" y="51062"/>
                  </a:lnTo>
                  <a:lnTo>
                    <a:pt x="94087" y="51024"/>
                  </a:lnTo>
                  <a:lnTo>
                    <a:pt x="95333" y="51002"/>
                  </a:lnTo>
                  <a:lnTo>
                    <a:pt x="96589" y="50995"/>
                  </a:lnTo>
                  <a:lnTo>
                    <a:pt x="97855" y="51002"/>
                  </a:lnTo>
                  <a:lnTo>
                    <a:pt x="99130" y="51024"/>
                  </a:lnTo>
                  <a:lnTo>
                    <a:pt x="100414" y="51061"/>
                  </a:lnTo>
                  <a:lnTo>
                    <a:pt x="101707" y="51112"/>
                  </a:lnTo>
                  <a:lnTo>
                    <a:pt x="103010" y="51177"/>
                  </a:lnTo>
                  <a:lnTo>
                    <a:pt x="104322" y="51257"/>
                  </a:lnTo>
                  <a:lnTo>
                    <a:pt x="105642" y="51351"/>
                  </a:lnTo>
                  <a:lnTo>
                    <a:pt x="106971" y="51459"/>
                  </a:lnTo>
                  <a:lnTo>
                    <a:pt x="108309" y="51580"/>
                  </a:lnTo>
                  <a:lnTo>
                    <a:pt x="109656" y="51715"/>
                  </a:lnTo>
                  <a:lnTo>
                    <a:pt x="111011" y="51864"/>
                  </a:lnTo>
                  <a:lnTo>
                    <a:pt x="112374" y="52026"/>
                  </a:lnTo>
                  <a:lnTo>
                    <a:pt x="113745" y="52201"/>
                  </a:lnTo>
                  <a:lnTo>
                    <a:pt x="115125" y="52389"/>
                  </a:lnTo>
                  <a:lnTo>
                    <a:pt x="116512" y="52590"/>
                  </a:lnTo>
                  <a:lnTo>
                    <a:pt x="117907" y="52804"/>
                  </a:lnTo>
                  <a:lnTo>
                    <a:pt x="119309" y="53030"/>
                  </a:lnTo>
                  <a:lnTo>
                    <a:pt x="120719" y="53268"/>
                  </a:lnTo>
                  <a:lnTo>
                    <a:pt x="122136" y="53518"/>
                  </a:lnTo>
                  <a:lnTo>
                    <a:pt x="123561" y="53780"/>
                  </a:lnTo>
                  <a:lnTo>
                    <a:pt x="124992" y="54053"/>
                  </a:lnTo>
                  <a:lnTo>
                    <a:pt x="126430" y="54338"/>
                  </a:lnTo>
                  <a:lnTo>
                    <a:pt x="127875" y="54634"/>
                  </a:lnTo>
                  <a:lnTo>
                    <a:pt x="129326" y="54941"/>
                  </a:lnTo>
                  <a:lnTo>
                    <a:pt x="130784" y="55259"/>
                  </a:lnTo>
                  <a:lnTo>
                    <a:pt x="132248" y="55587"/>
                  </a:lnTo>
                  <a:lnTo>
                    <a:pt x="133718" y="55925"/>
                  </a:lnTo>
                  <a:lnTo>
                    <a:pt x="135194" y="56273"/>
                  </a:lnTo>
                  <a:lnTo>
                    <a:pt x="136676" y="56631"/>
                  </a:lnTo>
                  <a:lnTo>
                    <a:pt x="138164" y="56999"/>
                  </a:lnTo>
                  <a:lnTo>
                    <a:pt x="139657" y="57376"/>
                  </a:lnTo>
                  <a:lnTo>
                    <a:pt x="141155" y="57762"/>
                  </a:lnTo>
                  <a:lnTo>
                    <a:pt x="142659" y="58156"/>
                  </a:lnTo>
                  <a:lnTo>
                    <a:pt x="144168" y="58559"/>
                  </a:lnTo>
                  <a:lnTo>
                    <a:pt x="145682" y="58970"/>
                  </a:lnTo>
                  <a:lnTo>
                    <a:pt x="147201" y="59390"/>
                  </a:lnTo>
                  <a:lnTo>
                    <a:pt x="148724" y="59817"/>
                  </a:lnTo>
                  <a:lnTo>
                    <a:pt x="150252" y="60251"/>
                  </a:lnTo>
                  <a:lnTo>
                    <a:pt x="151785" y="60692"/>
                  </a:lnTo>
                  <a:lnTo>
                    <a:pt x="153322" y="61141"/>
                  </a:lnTo>
                  <a:lnTo>
                    <a:pt x="154863" y="61596"/>
                  </a:lnTo>
                  <a:lnTo>
                    <a:pt x="156409" y="62057"/>
                  </a:lnTo>
                  <a:lnTo>
                    <a:pt x="157958" y="62525"/>
                  </a:lnTo>
                  <a:lnTo>
                    <a:pt x="159511" y="62998"/>
                  </a:lnTo>
                  <a:lnTo>
                    <a:pt x="161068" y="63477"/>
                  </a:lnTo>
                  <a:lnTo>
                    <a:pt x="162629" y="63961"/>
                  </a:lnTo>
                  <a:lnTo>
                    <a:pt x="164193" y="64450"/>
                  </a:lnTo>
                  <a:lnTo>
                    <a:pt x="165761" y="64944"/>
                  </a:lnTo>
                  <a:lnTo>
                    <a:pt x="167332" y="65442"/>
                  </a:lnTo>
                  <a:lnTo>
                    <a:pt x="168906" y="65944"/>
                  </a:lnTo>
                  <a:lnTo>
                    <a:pt x="170483" y="66451"/>
                  </a:lnTo>
                  <a:lnTo>
                    <a:pt x="172064" y="66960"/>
                  </a:lnTo>
                  <a:lnTo>
                    <a:pt x="173647" y="67473"/>
                  </a:lnTo>
                  <a:lnTo>
                    <a:pt x="175234" y="67989"/>
                  </a:lnTo>
                  <a:lnTo>
                    <a:pt x="176823" y="68508"/>
                  </a:lnTo>
                  <a:lnTo>
                    <a:pt x="178415" y="69029"/>
                  </a:lnTo>
                  <a:lnTo>
                    <a:pt x="180009" y="69552"/>
                  </a:lnTo>
                  <a:lnTo>
                    <a:pt x="181606" y="70077"/>
                  </a:lnTo>
                  <a:lnTo>
                    <a:pt x="183205" y="70604"/>
                  </a:lnTo>
                  <a:lnTo>
                    <a:pt x="184807" y="71132"/>
                  </a:lnTo>
                  <a:lnTo>
                    <a:pt x="186410" y="71661"/>
                  </a:lnTo>
                  <a:lnTo>
                    <a:pt x="188017" y="72190"/>
                  </a:lnTo>
                  <a:lnTo>
                    <a:pt x="189625" y="72720"/>
                  </a:lnTo>
                  <a:lnTo>
                    <a:pt x="191235" y="73250"/>
                  </a:lnTo>
                  <a:lnTo>
                    <a:pt x="192847" y="73780"/>
                  </a:lnTo>
                  <a:lnTo>
                    <a:pt x="194461" y="74309"/>
                  </a:lnTo>
                  <a:lnTo>
                    <a:pt x="196077" y="74837"/>
                  </a:lnTo>
                  <a:lnTo>
                    <a:pt x="197695" y="75365"/>
                  </a:lnTo>
                  <a:lnTo>
                    <a:pt x="192101" y="111782"/>
                  </a:lnTo>
                  <a:lnTo>
                    <a:pt x="283477" y="72849"/>
                  </a:lnTo>
                  <a:lnTo>
                    <a:pt x="215962" y="0"/>
                  </a:lnTo>
                  <a:lnTo>
                    <a:pt x="210368" y="36417"/>
                  </a:lnTo>
                  <a:lnTo>
                    <a:pt x="208790" y="35903"/>
                  </a:lnTo>
                  <a:lnTo>
                    <a:pt x="207208" y="35385"/>
                  </a:lnTo>
                  <a:lnTo>
                    <a:pt x="205621" y="34865"/>
                  </a:lnTo>
                  <a:lnTo>
                    <a:pt x="204031" y="34342"/>
                  </a:lnTo>
                  <a:lnTo>
                    <a:pt x="202436" y="33818"/>
                  </a:lnTo>
                  <a:lnTo>
                    <a:pt x="200838" y="33291"/>
                  </a:lnTo>
                  <a:lnTo>
                    <a:pt x="199236" y="32763"/>
                  </a:lnTo>
                  <a:lnTo>
                    <a:pt x="197630" y="32233"/>
                  </a:lnTo>
                  <a:lnTo>
                    <a:pt x="196021" y="31703"/>
                  </a:lnTo>
                  <a:lnTo>
                    <a:pt x="194408" y="31172"/>
                  </a:lnTo>
                  <a:lnTo>
                    <a:pt x="192792" y="30641"/>
                  </a:lnTo>
                  <a:lnTo>
                    <a:pt x="191172" y="30109"/>
                  </a:lnTo>
                  <a:lnTo>
                    <a:pt x="189549" y="29578"/>
                  </a:lnTo>
                  <a:lnTo>
                    <a:pt x="187923" y="29047"/>
                  </a:lnTo>
                  <a:lnTo>
                    <a:pt x="186294" y="28517"/>
                  </a:lnTo>
                  <a:lnTo>
                    <a:pt x="184662" y="27988"/>
                  </a:lnTo>
                  <a:lnTo>
                    <a:pt x="183027" y="27461"/>
                  </a:lnTo>
                  <a:lnTo>
                    <a:pt x="181389" y="26935"/>
                  </a:lnTo>
                  <a:lnTo>
                    <a:pt x="179748" y="26412"/>
                  </a:lnTo>
                  <a:lnTo>
                    <a:pt x="178104" y="25891"/>
                  </a:lnTo>
                  <a:lnTo>
                    <a:pt x="176457" y="25372"/>
                  </a:lnTo>
                  <a:lnTo>
                    <a:pt x="174808" y="24856"/>
                  </a:lnTo>
                  <a:lnTo>
                    <a:pt x="173156" y="24344"/>
                  </a:lnTo>
                  <a:lnTo>
                    <a:pt x="171501" y="23835"/>
                  </a:lnTo>
                  <a:lnTo>
                    <a:pt x="169844" y="23330"/>
                  </a:lnTo>
                  <a:lnTo>
                    <a:pt x="168185" y="22829"/>
                  </a:lnTo>
                  <a:lnTo>
                    <a:pt x="166523" y="22333"/>
                  </a:lnTo>
                  <a:lnTo>
                    <a:pt x="164858" y="21842"/>
                  </a:lnTo>
                  <a:lnTo>
                    <a:pt x="163191" y="21355"/>
                  </a:lnTo>
                  <a:lnTo>
                    <a:pt x="161522" y="20874"/>
                  </a:lnTo>
                  <a:lnTo>
                    <a:pt x="159850" y="20399"/>
                  </a:lnTo>
                  <a:lnTo>
                    <a:pt x="158177" y="19930"/>
                  </a:lnTo>
                  <a:lnTo>
                    <a:pt x="156501" y="19468"/>
                  </a:lnTo>
                  <a:lnTo>
                    <a:pt x="154822" y="19012"/>
                  </a:lnTo>
                  <a:lnTo>
                    <a:pt x="153142" y="18563"/>
                  </a:lnTo>
                  <a:lnTo>
                    <a:pt x="151460" y="18121"/>
                  </a:lnTo>
                  <a:lnTo>
                    <a:pt x="149775" y="17688"/>
                  </a:lnTo>
                  <a:lnTo>
                    <a:pt x="148088" y="17262"/>
                  </a:lnTo>
                  <a:lnTo>
                    <a:pt x="146399" y="16845"/>
                  </a:lnTo>
                  <a:lnTo>
                    <a:pt x="144708" y="16436"/>
                  </a:lnTo>
                  <a:lnTo>
                    <a:pt x="143015" y="16037"/>
                  </a:lnTo>
                  <a:lnTo>
                    <a:pt x="141320" y="15647"/>
                  </a:lnTo>
                  <a:lnTo>
                    <a:pt x="139624" y="15266"/>
                  </a:lnTo>
                  <a:lnTo>
                    <a:pt x="137925" y="14896"/>
                  </a:lnTo>
                  <a:lnTo>
                    <a:pt x="136224" y="14536"/>
                  </a:lnTo>
                  <a:lnTo>
                    <a:pt x="134521" y="14188"/>
                  </a:lnTo>
                  <a:lnTo>
                    <a:pt x="132816" y="13850"/>
                  </a:lnTo>
                  <a:lnTo>
                    <a:pt x="131109" y="13524"/>
                  </a:lnTo>
                  <a:lnTo>
                    <a:pt x="129400" y="13210"/>
                  </a:lnTo>
                  <a:lnTo>
                    <a:pt x="127690" y="12908"/>
                  </a:lnTo>
                  <a:lnTo>
                    <a:pt x="125977" y="12618"/>
                  </a:lnTo>
                  <a:lnTo>
                    <a:pt x="124262" y="12342"/>
                  </a:lnTo>
                  <a:lnTo>
                    <a:pt x="122546" y="12080"/>
                  </a:lnTo>
                  <a:lnTo>
                    <a:pt x="120828" y="11831"/>
                  </a:lnTo>
                  <a:lnTo>
                    <a:pt x="119108" y="11596"/>
                  </a:lnTo>
                  <a:lnTo>
                    <a:pt x="117386" y="11376"/>
                  </a:lnTo>
                  <a:lnTo>
                    <a:pt x="115662" y="11172"/>
                  </a:lnTo>
                  <a:lnTo>
                    <a:pt x="113936" y="10982"/>
                  </a:lnTo>
                  <a:lnTo>
                    <a:pt x="112209" y="10809"/>
                  </a:lnTo>
                  <a:lnTo>
                    <a:pt x="110480" y="10652"/>
                  </a:lnTo>
                  <a:lnTo>
                    <a:pt x="108749" y="10512"/>
                  </a:lnTo>
                  <a:lnTo>
                    <a:pt x="107017" y="10388"/>
                  </a:lnTo>
                  <a:lnTo>
                    <a:pt x="105282" y="10283"/>
                  </a:lnTo>
                  <a:lnTo>
                    <a:pt x="103547" y="10196"/>
                  </a:lnTo>
                  <a:lnTo>
                    <a:pt x="101809" y="10127"/>
                  </a:lnTo>
                  <a:lnTo>
                    <a:pt x="100071" y="10077"/>
                  </a:lnTo>
                  <a:lnTo>
                    <a:pt x="98331" y="10047"/>
                  </a:lnTo>
                  <a:lnTo>
                    <a:pt x="96589" y="10037"/>
                  </a:lnTo>
                  <a:lnTo>
                    <a:pt x="94847" y="10047"/>
                  </a:lnTo>
                  <a:lnTo>
                    <a:pt x="93103" y="10079"/>
                  </a:lnTo>
                  <a:lnTo>
                    <a:pt x="91358" y="10131"/>
                  </a:lnTo>
                  <a:lnTo>
                    <a:pt x="89613" y="10206"/>
                  </a:lnTo>
                  <a:lnTo>
                    <a:pt x="87866" y="10303"/>
                  </a:lnTo>
                  <a:lnTo>
                    <a:pt x="86120" y="10423"/>
                  </a:lnTo>
                  <a:lnTo>
                    <a:pt x="84372" y="10566"/>
                  </a:lnTo>
                  <a:lnTo>
                    <a:pt x="82625" y="10734"/>
                  </a:lnTo>
                  <a:lnTo>
                    <a:pt x="80877" y="10926"/>
                  </a:lnTo>
                  <a:lnTo>
                    <a:pt x="79130" y="11142"/>
                  </a:lnTo>
                  <a:lnTo>
                    <a:pt x="77383" y="11384"/>
                  </a:lnTo>
                  <a:lnTo>
                    <a:pt x="75637" y="11652"/>
                  </a:lnTo>
                  <a:lnTo>
                    <a:pt x="73891" y="11946"/>
                  </a:lnTo>
                  <a:lnTo>
                    <a:pt x="72147" y="12268"/>
                  </a:lnTo>
                  <a:lnTo>
                    <a:pt x="70405" y="12616"/>
                  </a:lnTo>
                  <a:lnTo>
                    <a:pt x="68664" y="12993"/>
                  </a:lnTo>
                  <a:lnTo>
                    <a:pt x="66925" y="13397"/>
                  </a:lnTo>
                  <a:lnTo>
                    <a:pt x="65189" y="13830"/>
                  </a:lnTo>
                  <a:lnTo>
                    <a:pt x="63456" y="14293"/>
                  </a:lnTo>
                  <a:lnTo>
                    <a:pt x="61726" y="14785"/>
                  </a:lnTo>
                  <a:lnTo>
                    <a:pt x="60000" y="15307"/>
                  </a:lnTo>
                  <a:lnTo>
                    <a:pt x="58278" y="15859"/>
                  </a:lnTo>
                  <a:lnTo>
                    <a:pt x="56561" y="16442"/>
                  </a:lnTo>
                  <a:lnTo>
                    <a:pt x="54848" y="17056"/>
                  </a:lnTo>
                  <a:lnTo>
                    <a:pt x="53141" y="17701"/>
                  </a:lnTo>
                  <a:lnTo>
                    <a:pt x="51440" y="18378"/>
                  </a:lnTo>
                  <a:lnTo>
                    <a:pt x="49745" y="19087"/>
                  </a:lnTo>
                  <a:lnTo>
                    <a:pt x="48057" y="19828"/>
                  </a:lnTo>
                  <a:lnTo>
                    <a:pt x="46377" y="20601"/>
                  </a:lnTo>
                  <a:lnTo>
                    <a:pt x="44704" y="21407"/>
                  </a:lnTo>
                  <a:lnTo>
                    <a:pt x="43039" y="22246"/>
                  </a:lnTo>
                  <a:lnTo>
                    <a:pt x="41383" y="23118"/>
                  </a:lnTo>
                  <a:lnTo>
                    <a:pt x="39737" y="24023"/>
                  </a:lnTo>
                  <a:lnTo>
                    <a:pt x="38100" y="24961"/>
                  </a:lnTo>
                  <a:lnTo>
                    <a:pt x="36473" y="25933"/>
                  </a:lnTo>
                  <a:lnTo>
                    <a:pt x="34856" y="26938"/>
                  </a:lnTo>
                  <a:lnTo>
                    <a:pt x="33251" y="27976"/>
                  </a:lnTo>
                  <a:lnTo>
                    <a:pt x="31657" y="29048"/>
                  </a:lnTo>
                  <a:lnTo>
                    <a:pt x="30074" y="30154"/>
                  </a:lnTo>
                  <a:lnTo>
                    <a:pt x="28504" y="31293"/>
                  </a:lnTo>
                  <a:lnTo>
                    <a:pt x="26946" y="32465"/>
                  </a:lnTo>
                  <a:lnTo>
                    <a:pt x="25400" y="33671"/>
                  </a:lnTo>
                  <a:lnTo>
                    <a:pt x="23868" y="34911"/>
                  </a:lnTo>
                  <a:lnTo>
                    <a:pt x="22349" y="36185"/>
                  </a:lnTo>
                  <a:lnTo>
                    <a:pt x="20844" y="37491"/>
                  </a:lnTo>
                  <a:lnTo>
                    <a:pt x="19352" y="38832"/>
                  </a:lnTo>
                  <a:lnTo>
                    <a:pt x="17875" y="40205"/>
                  </a:lnTo>
                  <a:lnTo>
                    <a:pt x="16412" y="41613"/>
                  </a:lnTo>
                  <a:lnTo>
                    <a:pt x="14963" y="43053"/>
                  </a:lnTo>
                  <a:lnTo>
                    <a:pt x="13528" y="44527"/>
                  </a:lnTo>
                  <a:lnTo>
                    <a:pt x="12108" y="46035"/>
                  </a:lnTo>
                  <a:lnTo>
                    <a:pt x="10703" y="47575"/>
                  </a:lnTo>
                  <a:lnTo>
                    <a:pt x="9313" y="49149"/>
                  </a:lnTo>
                  <a:lnTo>
                    <a:pt x="7938" y="50757"/>
                  </a:lnTo>
                  <a:lnTo>
                    <a:pt x="6577" y="52398"/>
                  </a:lnTo>
                  <a:lnTo>
                    <a:pt x="5232" y="54072"/>
                  </a:lnTo>
                  <a:lnTo>
                    <a:pt x="3901" y="55780"/>
                  </a:lnTo>
                  <a:lnTo>
                    <a:pt x="2586" y="57522"/>
                  </a:lnTo>
                  <a:lnTo>
                    <a:pt x="1285" y="59297"/>
                  </a:lnTo>
                  <a:lnTo>
                    <a:pt x="0" y="61105"/>
                  </a:lnTo>
                  <a:close/>
                </a:path>
              </a:pathLst>
            </a:custGeom>
            <a:solidFill>
              <a:srgbClr val="000000"/>
            </a:solidFill>
            <a:ln w="0">
              <a:noFill/>
            </a:ln>
          </p:spPr>
        </p:sp>
      </p:grpSp>
      <p:sp>
        <p:nvSpPr>
          <p:cNvPr id="2416" name="shared__input_data_branch" descr="Editable filled curved data-flow path"/>
          <p:cNvSpPr/>
          <p:nvPr/>
        </p:nvSpPr>
        <p:spPr>
          <a:xfrm>
            <a:off x="2225400" y="688628"/>
            <a:ext cx="2489475" cy="318641"/>
          </a:xfrm>
          <a:custGeom>
            <a:avLst/>
            <a:gdLst/>
            <a:ahLst/>
            <a:cxnLst/>
            <a:rect l="0" t="0" r="w" b="h"/>
            <a:pathLst>
              <a:path w="2489475" h="318641" fill="norm" stroke="false">
                <a:moveTo>
                  <a:pt x="25950" y="312436"/>
                </a:moveTo>
                <a:lnTo>
                  <a:pt x="29687" y="307958"/>
                </a:lnTo>
                <a:lnTo>
                  <a:pt x="33667" y="303489"/>
                </a:lnTo>
                <a:lnTo>
                  <a:pt x="37889" y="299032"/>
                </a:lnTo>
                <a:lnTo>
                  <a:pt x="42351" y="294588"/>
                </a:lnTo>
                <a:lnTo>
                  <a:pt x="47052" y="290160"/>
                </a:lnTo>
                <a:lnTo>
                  <a:pt x="51990" y="285749"/>
                </a:lnTo>
                <a:lnTo>
                  <a:pt x="57163" y="281358"/>
                </a:lnTo>
                <a:lnTo>
                  <a:pt x="62568" y="276987"/>
                </a:lnTo>
                <a:lnTo>
                  <a:pt x="68205" y="272639"/>
                </a:lnTo>
                <a:lnTo>
                  <a:pt x="74069" y="268316"/>
                </a:lnTo>
                <a:lnTo>
                  <a:pt x="80158" y="264017"/>
                </a:lnTo>
                <a:lnTo>
                  <a:pt x="86470" y="259746"/>
                </a:lnTo>
                <a:lnTo>
                  <a:pt x="93002" y="255502"/>
                </a:lnTo>
                <a:lnTo>
                  <a:pt x="99751" y="251288"/>
                </a:lnTo>
                <a:lnTo>
                  <a:pt x="106715" y="247104"/>
                </a:lnTo>
                <a:lnTo>
                  <a:pt x="113890" y="242951"/>
                </a:lnTo>
                <a:lnTo>
                  <a:pt x="121273" y="238830"/>
                </a:lnTo>
                <a:lnTo>
                  <a:pt x="128863" y="234742"/>
                </a:lnTo>
                <a:lnTo>
                  <a:pt x="136656" y="230688"/>
                </a:lnTo>
                <a:lnTo>
                  <a:pt x="144648" y="226667"/>
                </a:lnTo>
                <a:lnTo>
                  <a:pt x="152838" y="222682"/>
                </a:lnTo>
                <a:lnTo>
                  <a:pt x="161223" y="218732"/>
                </a:lnTo>
                <a:lnTo>
                  <a:pt x="169799" y="214818"/>
                </a:lnTo>
                <a:lnTo>
                  <a:pt x="178563" y="210941"/>
                </a:lnTo>
                <a:lnTo>
                  <a:pt x="187514" y="207100"/>
                </a:lnTo>
                <a:lnTo>
                  <a:pt x="196647" y="203297"/>
                </a:lnTo>
                <a:lnTo>
                  <a:pt x="205961" y="199532"/>
                </a:lnTo>
                <a:lnTo>
                  <a:pt x="215452" y="195805"/>
                </a:lnTo>
                <a:lnTo>
                  <a:pt x="225118" y="192116"/>
                </a:lnTo>
                <a:lnTo>
                  <a:pt x="234956" y="188465"/>
                </a:lnTo>
                <a:lnTo>
                  <a:pt x="244963" y="184854"/>
                </a:lnTo>
                <a:lnTo>
                  <a:pt x="255136" y="181282"/>
                </a:lnTo>
                <a:lnTo>
                  <a:pt x="265472" y="177750"/>
                </a:lnTo>
                <a:lnTo>
                  <a:pt x="275969" y="174257"/>
                </a:lnTo>
                <a:lnTo>
                  <a:pt x="286625" y="170804"/>
                </a:lnTo>
                <a:lnTo>
                  <a:pt x="297436" y="167392"/>
                </a:lnTo>
                <a:lnTo>
                  <a:pt x="308399" y="164019"/>
                </a:lnTo>
                <a:lnTo>
                  <a:pt x="319512" y="160687"/>
                </a:lnTo>
                <a:lnTo>
                  <a:pt x="330772" y="157396"/>
                </a:lnTo>
                <a:lnTo>
                  <a:pt x="342177" y="154146"/>
                </a:lnTo>
                <a:lnTo>
                  <a:pt x="353724" y="150937"/>
                </a:lnTo>
                <a:lnTo>
                  <a:pt x="365409" y="147769"/>
                </a:lnTo>
                <a:lnTo>
                  <a:pt x="377231" y="144642"/>
                </a:lnTo>
                <a:lnTo>
                  <a:pt x="389187" y="141556"/>
                </a:lnTo>
                <a:lnTo>
                  <a:pt x="401274" y="138513"/>
                </a:lnTo>
                <a:lnTo>
                  <a:pt x="413489" y="135510"/>
                </a:lnTo>
                <a:lnTo>
                  <a:pt x="425829" y="132550"/>
                </a:lnTo>
                <a:lnTo>
                  <a:pt x="438293" y="129631"/>
                </a:lnTo>
                <a:lnTo>
                  <a:pt x="450877" y="126755"/>
                </a:lnTo>
                <a:lnTo>
                  <a:pt x="463579" y="123920"/>
                </a:lnTo>
                <a:lnTo>
                  <a:pt x="476396" y="121128"/>
                </a:lnTo>
                <a:lnTo>
                  <a:pt x="489326" y="118378"/>
                </a:lnTo>
                <a:lnTo>
                  <a:pt x="502365" y="115670"/>
                </a:lnTo>
                <a:lnTo>
                  <a:pt x="515511" y="113005"/>
                </a:lnTo>
                <a:lnTo>
                  <a:pt x="528762" y="110383"/>
                </a:lnTo>
                <a:lnTo>
                  <a:pt x="542115" y="107803"/>
                </a:lnTo>
                <a:lnTo>
                  <a:pt x="555567" y="105265"/>
                </a:lnTo>
                <a:lnTo>
                  <a:pt x="569116" y="102771"/>
                </a:lnTo>
                <a:lnTo>
                  <a:pt x="582759" y="100319"/>
                </a:lnTo>
                <a:lnTo>
                  <a:pt x="596493" y="97910"/>
                </a:lnTo>
                <a:lnTo>
                  <a:pt x="610316" y="95545"/>
                </a:lnTo>
                <a:lnTo>
                  <a:pt x="624225" y="93222"/>
                </a:lnTo>
                <a:lnTo>
                  <a:pt x="638217" y="90943"/>
                </a:lnTo>
                <a:lnTo>
                  <a:pt x="652291" y="88707"/>
                </a:lnTo>
                <a:lnTo>
                  <a:pt x="666443" y="86514"/>
                </a:lnTo>
                <a:lnTo>
                  <a:pt x="680670" y="84364"/>
                </a:lnTo>
                <a:lnTo>
                  <a:pt x="694971" y="82258"/>
                </a:lnTo>
                <a:lnTo>
                  <a:pt x="709342" y="80196"/>
                </a:lnTo>
                <a:lnTo>
                  <a:pt x="723781" y="78177"/>
                </a:lnTo>
                <a:lnTo>
                  <a:pt x="738285" y="76201"/>
                </a:lnTo>
                <a:lnTo>
                  <a:pt x="752852" y="74270"/>
                </a:lnTo>
                <a:lnTo>
                  <a:pt x="767479" y="72382"/>
                </a:lnTo>
                <a:lnTo>
                  <a:pt x="782164" y="70538"/>
                </a:lnTo>
                <a:lnTo>
                  <a:pt x="796903" y="68737"/>
                </a:lnTo>
                <a:lnTo>
                  <a:pt x="811695" y="66981"/>
                </a:lnTo>
                <a:lnTo>
                  <a:pt x="826536" y="65269"/>
                </a:lnTo>
                <a:lnTo>
                  <a:pt x="841424" y="63601"/>
                </a:lnTo>
                <a:lnTo>
                  <a:pt x="856357" y="61976"/>
                </a:lnTo>
                <a:lnTo>
                  <a:pt x="871332" y="60396"/>
                </a:lnTo>
                <a:lnTo>
                  <a:pt x="886346" y="58861"/>
                </a:lnTo>
                <a:lnTo>
                  <a:pt x="901397" y="57369"/>
                </a:lnTo>
                <a:lnTo>
                  <a:pt x="916481" y="55922"/>
                </a:lnTo>
                <a:lnTo>
                  <a:pt x="931598" y="54519"/>
                </a:lnTo>
                <a:lnTo>
                  <a:pt x="946743" y="53161"/>
                </a:lnTo>
                <a:lnTo>
                  <a:pt x="961914" y="51847"/>
                </a:lnTo>
                <a:lnTo>
                  <a:pt x="977110" y="50578"/>
                </a:lnTo>
                <a:lnTo>
                  <a:pt x="992326" y="49353"/>
                </a:lnTo>
                <a:lnTo>
                  <a:pt x="1007561" y="48173"/>
                </a:lnTo>
                <a:lnTo>
                  <a:pt x="1022812" y="47038"/>
                </a:lnTo>
                <a:lnTo>
                  <a:pt x="1038076" y="45947"/>
                </a:lnTo>
                <a:lnTo>
                  <a:pt x="1053351" y="44902"/>
                </a:lnTo>
                <a:lnTo>
                  <a:pt x="1068634" y="43901"/>
                </a:lnTo>
                <a:lnTo>
                  <a:pt x="1083923" y="42945"/>
                </a:lnTo>
                <a:lnTo>
                  <a:pt x="1099214" y="42034"/>
                </a:lnTo>
                <a:lnTo>
                  <a:pt x="1114506" y="41168"/>
                </a:lnTo>
                <a:lnTo>
                  <a:pt x="1129796" y="40347"/>
                </a:lnTo>
                <a:lnTo>
                  <a:pt x="1145081" y="39572"/>
                </a:lnTo>
                <a:lnTo>
                  <a:pt x="1160359" y="38841"/>
                </a:lnTo>
                <a:lnTo>
                  <a:pt x="1175627" y="38156"/>
                </a:lnTo>
                <a:lnTo>
                  <a:pt x="1190882" y="37516"/>
                </a:lnTo>
                <a:lnTo>
                  <a:pt x="1206122" y="36921"/>
                </a:lnTo>
                <a:lnTo>
                  <a:pt x="1221344" y="36372"/>
                </a:lnTo>
                <a:lnTo>
                  <a:pt x="1236546" y="35868"/>
                </a:lnTo>
                <a:lnTo>
                  <a:pt x="1251725" y="35410"/>
                </a:lnTo>
                <a:lnTo>
                  <a:pt x="1266879" y="34997"/>
                </a:lnTo>
                <a:lnTo>
                  <a:pt x="1282005" y="34630"/>
                </a:lnTo>
                <a:lnTo>
                  <a:pt x="1297099" y="34308"/>
                </a:lnTo>
                <a:lnTo>
                  <a:pt x="1312161" y="34032"/>
                </a:lnTo>
                <a:lnTo>
                  <a:pt x="1327186" y="33802"/>
                </a:lnTo>
                <a:lnTo>
                  <a:pt x="1342174" y="33617"/>
                </a:lnTo>
                <a:lnTo>
                  <a:pt x="1357120" y="33478"/>
                </a:lnTo>
                <a:lnTo>
                  <a:pt x="1372022" y="33385"/>
                </a:lnTo>
                <a:lnTo>
                  <a:pt x="1386878" y="33338"/>
                </a:lnTo>
                <a:lnTo>
                  <a:pt x="1401686" y="33337"/>
                </a:lnTo>
                <a:lnTo>
                  <a:pt x="1416441" y="33382"/>
                </a:lnTo>
                <a:lnTo>
                  <a:pt x="1431143" y="33473"/>
                </a:lnTo>
                <a:lnTo>
                  <a:pt x="1445788" y="33611"/>
                </a:lnTo>
                <a:lnTo>
                  <a:pt x="1460374" y="33794"/>
                </a:lnTo>
                <a:lnTo>
                  <a:pt x="1474898" y="34023"/>
                </a:lnTo>
                <a:lnTo>
                  <a:pt x="1489358" y="34299"/>
                </a:lnTo>
                <a:lnTo>
                  <a:pt x="1503750" y="34621"/>
                </a:lnTo>
                <a:lnTo>
                  <a:pt x="1518073" y="34989"/>
                </a:lnTo>
                <a:lnTo>
                  <a:pt x="1532324" y="35403"/>
                </a:lnTo>
                <a:lnTo>
                  <a:pt x="1546500" y="35864"/>
                </a:lnTo>
                <a:lnTo>
                  <a:pt x="1560598" y="36371"/>
                </a:lnTo>
                <a:lnTo>
                  <a:pt x="1574616" y="36925"/>
                </a:lnTo>
                <a:lnTo>
                  <a:pt x="1588552" y="37525"/>
                </a:lnTo>
                <a:lnTo>
                  <a:pt x="1602402" y="38172"/>
                </a:lnTo>
                <a:lnTo>
                  <a:pt x="1616164" y="38866"/>
                </a:lnTo>
                <a:lnTo>
                  <a:pt x="1629836" y="39605"/>
                </a:lnTo>
                <a:lnTo>
                  <a:pt x="1643415" y="40392"/>
                </a:lnTo>
                <a:lnTo>
                  <a:pt x="1656897" y="41225"/>
                </a:lnTo>
                <a:lnTo>
                  <a:pt x="1670282" y="42105"/>
                </a:lnTo>
                <a:lnTo>
                  <a:pt x="1683565" y="43032"/>
                </a:lnTo>
                <a:lnTo>
                  <a:pt x="1696745" y="44005"/>
                </a:lnTo>
                <a:lnTo>
                  <a:pt x="1709818" y="45026"/>
                </a:lnTo>
                <a:lnTo>
                  <a:pt x="1722783" y="46093"/>
                </a:lnTo>
                <a:lnTo>
                  <a:pt x="1735636" y="47207"/>
                </a:lnTo>
                <a:lnTo>
                  <a:pt x="1748375" y="48368"/>
                </a:lnTo>
                <a:lnTo>
                  <a:pt x="1760997" y="49575"/>
                </a:lnTo>
                <a:lnTo>
                  <a:pt x="1773499" y="50830"/>
                </a:lnTo>
                <a:lnTo>
                  <a:pt x="1785879" y="52131"/>
                </a:lnTo>
                <a:lnTo>
                  <a:pt x="1798135" y="53480"/>
                </a:lnTo>
                <a:lnTo>
                  <a:pt x="1810262" y="54875"/>
                </a:lnTo>
                <a:lnTo>
                  <a:pt x="1822260" y="56317"/>
                </a:lnTo>
                <a:lnTo>
                  <a:pt x="1834125" y="57807"/>
                </a:lnTo>
                <a:lnTo>
                  <a:pt x="1845855" y="59343"/>
                </a:lnTo>
                <a:lnTo>
                  <a:pt x="1857446" y="60926"/>
                </a:lnTo>
                <a:lnTo>
                  <a:pt x="1868896" y="62556"/>
                </a:lnTo>
                <a:lnTo>
                  <a:pt x="1880203" y="64233"/>
                </a:lnTo>
                <a:lnTo>
                  <a:pt x="1891363" y="65957"/>
                </a:lnTo>
                <a:lnTo>
                  <a:pt x="1902375" y="67728"/>
                </a:lnTo>
                <a:lnTo>
                  <a:pt x="1913234" y="69545"/>
                </a:lnTo>
                <a:lnTo>
                  <a:pt x="1923939" y="71409"/>
                </a:lnTo>
                <a:lnTo>
                  <a:pt x="1934487" y="73320"/>
                </a:lnTo>
                <a:lnTo>
                  <a:pt x="1944875" y="75278"/>
                </a:lnTo>
                <a:lnTo>
                  <a:pt x="1955099" y="77282"/>
                </a:lnTo>
                <a:lnTo>
                  <a:pt x="1965159" y="79332"/>
                </a:lnTo>
                <a:lnTo>
                  <a:pt x="1975050" y="81429"/>
                </a:lnTo>
                <a:lnTo>
                  <a:pt x="1984769" y="83573"/>
                </a:lnTo>
                <a:lnTo>
                  <a:pt x="1994315" y="85762"/>
                </a:lnTo>
                <a:lnTo>
                  <a:pt x="2003683" y="87997"/>
                </a:lnTo>
                <a:lnTo>
                  <a:pt x="2012872" y="90278"/>
                </a:lnTo>
                <a:lnTo>
                  <a:pt x="2021878" y="92604"/>
                </a:lnTo>
                <a:lnTo>
                  <a:pt x="2030698" y="94976"/>
                </a:lnTo>
                <a:lnTo>
                  <a:pt x="2039330" y="97393"/>
                </a:lnTo>
                <a:lnTo>
                  <a:pt x="2047770" y="99854"/>
                </a:lnTo>
                <a:lnTo>
                  <a:pt x="2056015" y="102360"/>
                </a:lnTo>
                <a:lnTo>
                  <a:pt x="2064063" y="104909"/>
                </a:lnTo>
                <a:lnTo>
                  <a:pt x="2071910" y="107502"/>
                </a:lnTo>
                <a:lnTo>
                  <a:pt x="2079554" y="110138"/>
                </a:lnTo>
                <a:lnTo>
                  <a:pt x="2086990" y="112816"/>
                </a:lnTo>
                <a:lnTo>
                  <a:pt x="2094217" y="115536"/>
                </a:lnTo>
                <a:lnTo>
                  <a:pt x="2101230" y="118297"/>
                </a:lnTo>
                <a:lnTo>
                  <a:pt x="2108026" y="121097"/>
                </a:lnTo>
                <a:lnTo>
                  <a:pt x="2114603" y="123937"/>
                </a:lnTo>
                <a:lnTo>
                  <a:pt x="2120957" y="126815"/>
                </a:lnTo>
                <a:lnTo>
                  <a:pt x="2127085" y="129729"/>
                </a:lnTo>
                <a:lnTo>
                  <a:pt x="2132983" y="132678"/>
                </a:lnTo>
                <a:lnTo>
                  <a:pt x="2138649" y="135661"/>
                </a:lnTo>
                <a:lnTo>
                  <a:pt x="2140858" y="136914"/>
                </a:lnTo>
                <a:lnTo>
                  <a:pt x="2143287" y="138305"/>
                </a:lnTo>
                <a:lnTo>
                  <a:pt x="2145690" y="139696"/>
                </a:lnTo>
                <a:lnTo>
                  <a:pt x="2148069" y="141089"/>
                </a:lnTo>
                <a:lnTo>
                  <a:pt x="2150423" y="142483"/>
                </a:lnTo>
                <a:lnTo>
                  <a:pt x="2152752" y="143878"/>
                </a:lnTo>
                <a:lnTo>
                  <a:pt x="2155057" y="145273"/>
                </a:lnTo>
                <a:lnTo>
                  <a:pt x="2157339" y="146670"/>
                </a:lnTo>
                <a:lnTo>
                  <a:pt x="2159598" y="148068"/>
                </a:lnTo>
                <a:lnTo>
                  <a:pt x="2161833" y="149466"/>
                </a:lnTo>
                <a:lnTo>
                  <a:pt x="2164046" y="150865"/>
                </a:lnTo>
                <a:lnTo>
                  <a:pt x="2166236" y="152264"/>
                </a:lnTo>
                <a:lnTo>
                  <a:pt x="2168405" y="153664"/>
                </a:lnTo>
                <a:lnTo>
                  <a:pt x="2170552" y="155064"/>
                </a:lnTo>
                <a:lnTo>
                  <a:pt x="2172678" y="156465"/>
                </a:lnTo>
                <a:lnTo>
                  <a:pt x="2174783" y="157866"/>
                </a:lnTo>
                <a:lnTo>
                  <a:pt x="2176868" y="159267"/>
                </a:lnTo>
                <a:lnTo>
                  <a:pt x="2178932" y="160667"/>
                </a:lnTo>
                <a:lnTo>
                  <a:pt x="2180977" y="162068"/>
                </a:lnTo>
                <a:lnTo>
                  <a:pt x="2183002" y="163469"/>
                </a:lnTo>
                <a:lnTo>
                  <a:pt x="2185008" y="164870"/>
                </a:lnTo>
                <a:lnTo>
                  <a:pt x="2186995" y="166270"/>
                </a:lnTo>
                <a:lnTo>
                  <a:pt x="2188964" y="167670"/>
                </a:lnTo>
                <a:lnTo>
                  <a:pt x="2190914" y="169070"/>
                </a:lnTo>
                <a:lnTo>
                  <a:pt x="2192847" y="170469"/>
                </a:lnTo>
                <a:lnTo>
                  <a:pt x="2194763" y="171868"/>
                </a:lnTo>
                <a:lnTo>
                  <a:pt x="2196662" y="173266"/>
                </a:lnTo>
                <a:lnTo>
                  <a:pt x="2198543" y="174663"/>
                </a:lnTo>
                <a:lnTo>
                  <a:pt x="2200409" y="176060"/>
                </a:lnTo>
                <a:lnTo>
                  <a:pt x="2202259" y="177455"/>
                </a:lnTo>
                <a:lnTo>
                  <a:pt x="2204092" y="178850"/>
                </a:lnTo>
                <a:lnTo>
                  <a:pt x="2205911" y="180244"/>
                </a:lnTo>
                <a:lnTo>
                  <a:pt x="2207715" y="181636"/>
                </a:lnTo>
                <a:lnTo>
                  <a:pt x="2209504" y="183028"/>
                </a:lnTo>
                <a:lnTo>
                  <a:pt x="2211279" y="184418"/>
                </a:lnTo>
                <a:lnTo>
                  <a:pt x="2213040" y="185807"/>
                </a:lnTo>
                <a:lnTo>
                  <a:pt x="2214787" y="187195"/>
                </a:lnTo>
                <a:lnTo>
                  <a:pt x="2216521" y="188581"/>
                </a:lnTo>
                <a:lnTo>
                  <a:pt x="2218242" y="189966"/>
                </a:lnTo>
                <a:lnTo>
                  <a:pt x="2219951" y="191349"/>
                </a:lnTo>
                <a:lnTo>
                  <a:pt x="2221648" y="192731"/>
                </a:lnTo>
                <a:lnTo>
                  <a:pt x="2223332" y="194111"/>
                </a:lnTo>
                <a:lnTo>
                  <a:pt x="2225006" y="195489"/>
                </a:lnTo>
                <a:lnTo>
                  <a:pt x="2226668" y="196865"/>
                </a:lnTo>
                <a:lnTo>
                  <a:pt x="2228319" y="198239"/>
                </a:lnTo>
                <a:lnTo>
                  <a:pt x="2229960" y="199611"/>
                </a:lnTo>
                <a:lnTo>
                  <a:pt x="2231590" y="200982"/>
                </a:lnTo>
                <a:lnTo>
                  <a:pt x="2233211" y="202350"/>
                </a:lnTo>
                <a:lnTo>
                  <a:pt x="2234823" y="203715"/>
                </a:lnTo>
                <a:lnTo>
                  <a:pt x="2236425" y="205079"/>
                </a:lnTo>
                <a:lnTo>
                  <a:pt x="2238019" y="206440"/>
                </a:lnTo>
                <a:lnTo>
                  <a:pt x="2239604" y="207799"/>
                </a:lnTo>
                <a:lnTo>
                  <a:pt x="2241181" y="209155"/>
                </a:lnTo>
                <a:lnTo>
                  <a:pt x="2242751" y="210508"/>
                </a:lnTo>
                <a:lnTo>
                  <a:pt x="2244313" y="211859"/>
                </a:lnTo>
                <a:lnTo>
                  <a:pt x="2245868" y="213207"/>
                </a:lnTo>
                <a:lnTo>
                  <a:pt x="2247417" y="214553"/>
                </a:lnTo>
                <a:lnTo>
                  <a:pt x="2248959" y="215895"/>
                </a:lnTo>
                <a:lnTo>
                  <a:pt x="2250495" y="217234"/>
                </a:lnTo>
                <a:lnTo>
                  <a:pt x="2252026" y="218570"/>
                </a:lnTo>
                <a:lnTo>
                  <a:pt x="2253551" y="219903"/>
                </a:lnTo>
                <a:lnTo>
                  <a:pt x="2255071" y="221233"/>
                </a:lnTo>
                <a:lnTo>
                  <a:pt x="2256587" y="222560"/>
                </a:lnTo>
                <a:lnTo>
                  <a:pt x="2258098" y="223883"/>
                </a:lnTo>
                <a:lnTo>
                  <a:pt x="2259606" y="225202"/>
                </a:lnTo>
                <a:lnTo>
                  <a:pt x="2261110" y="226518"/>
                </a:lnTo>
                <a:lnTo>
                  <a:pt x="2262610" y="227830"/>
                </a:lnTo>
                <a:lnTo>
                  <a:pt x="2264108" y="229138"/>
                </a:lnTo>
                <a:lnTo>
                  <a:pt x="2265603" y="230443"/>
                </a:lnTo>
                <a:lnTo>
                  <a:pt x="2267096" y="231743"/>
                </a:lnTo>
                <a:lnTo>
                  <a:pt x="2268587" y="233040"/>
                </a:lnTo>
                <a:lnTo>
                  <a:pt x="2270077" y="234332"/>
                </a:lnTo>
                <a:lnTo>
                  <a:pt x="2271566" y="235620"/>
                </a:lnTo>
                <a:lnTo>
                  <a:pt x="2273053" y="236904"/>
                </a:lnTo>
                <a:lnTo>
                  <a:pt x="2274541" y="238183"/>
                </a:lnTo>
                <a:lnTo>
                  <a:pt x="2276028" y="239457"/>
                </a:lnTo>
                <a:lnTo>
                  <a:pt x="2277515" y="240727"/>
                </a:lnTo>
                <a:lnTo>
                  <a:pt x="2279003" y="241992"/>
                </a:lnTo>
                <a:lnTo>
                  <a:pt x="2280492" y="243252"/>
                </a:lnTo>
                <a:lnTo>
                  <a:pt x="2281982" y="244507"/>
                </a:lnTo>
                <a:lnTo>
                  <a:pt x="2283474" y="245756"/>
                </a:lnTo>
                <a:lnTo>
                  <a:pt x="2284967" y="247001"/>
                </a:lnTo>
                <a:lnTo>
                  <a:pt x="2286463" y="248240"/>
                </a:lnTo>
                <a:lnTo>
                  <a:pt x="2287962" y="249473"/>
                </a:lnTo>
                <a:lnTo>
                  <a:pt x="2289463" y="250701"/>
                </a:lnTo>
                <a:lnTo>
                  <a:pt x="2290968" y="251923"/>
                </a:lnTo>
                <a:lnTo>
                  <a:pt x="2292476" y="253139"/>
                </a:lnTo>
                <a:lnTo>
                  <a:pt x="2293989" y="254350"/>
                </a:lnTo>
                <a:lnTo>
                  <a:pt x="2295506" y="255554"/>
                </a:lnTo>
                <a:lnTo>
                  <a:pt x="2297027" y="256751"/>
                </a:lnTo>
                <a:lnTo>
                  <a:pt x="2298553" y="257942"/>
                </a:lnTo>
                <a:lnTo>
                  <a:pt x="2300085" y="259127"/>
                </a:lnTo>
                <a:lnTo>
                  <a:pt x="2301622" y="260304"/>
                </a:lnTo>
                <a:lnTo>
                  <a:pt x="2303166" y="261475"/>
                </a:lnTo>
                <a:lnTo>
                  <a:pt x="2304716" y="262639"/>
                </a:lnTo>
                <a:lnTo>
                  <a:pt x="2306272" y="263795"/>
                </a:lnTo>
                <a:lnTo>
                  <a:pt x="2307835" y="264945"/>
                </a:lnTo>
                <a:lnTo>
                  <a:pt x="2309406" y="266086"/>
                </a:lnTo>
                <a:lnTo>
                  <a:pt x="2310984" y="267220"/>
                </a:lnTo>
                <a:lnTo>
                  <a:pt x="2312570" y="268346"/>
                </a:lnTo>
                <a:lnTo>
                  <a:pt x="2314165" y="269464"/>
                </a:lnTo>
                <a:lnTo>
                  <a:pt x="2315768" y="270574"/>
                </a:lnTo>
                <a:lnTo>
                  <a:pt x="2317380" y="271675"/>
                </a:lnTo>
                <a:lnTo>
                  <a:pt x="2319001" y="272768"/>
                </a:lnTo>
                <a:lnTo>
                  <a:pt x="2320631" y="273853"/>
                </a:lnTo>
                <a:lnTo>
                  <a:pt x="2322272" y="274928"/>
                </a:lnTo>
                <a:lnTo>
                  <a:pt x="2323922" y="275994"/>
                </a:lnTo>
                <a:lnTo>
                  <a:pt x="2325583" y="277051"/>
                </a:lnTo>
                <a:lnTo>
                  <a:pt x="2327255" y="278099"/>
                </a:lnTo>
                <a:lnTo>
                  <a:pt x="2328938" y="279137"/>
                </a:lnTo>
                <a:lnTo>
                  <a:pt x="2330632" y="280165"/>
                </a:lnTo>
                <a:lnTo>
                  <a:pt x="2332337" y="281184"/>
                </a:lnTo>
                <a:lnTo>
                  <a:pt x="2334054" y="282192"/>
                </a:lnTo>
                <a:lnTo>
                  <a:pt x="2335784" y="283190"/>
                </a:lnTo>
                <a:lnTo>
                  <a:pt x="2337526" y="284177"/>
                </a:lnTo>
                <a:lnTo>
                  <a:pt x="2339280" y="285154"/>
                </a:lnTo>
                <a:lnTo>
                  <a:pt x="2341048" y="286119"/>
                </a:lnTo>
                <a:lnTo>
                  <a:pt x="2342828" y="287074"/>
                </a:lnTo>
                <a:lnTo>
                  <a:pt x="2344623" y="288018"/>
                </a:lnTo>
                <a:lnTo>
                  <a:pt x="2346431" y="288950"/>
                </a:lnTo>
                <a:lnTo>
                  <a:pt x="2348252" y="289870"/>
                </a:lnTo>
                <a:lnTo>
                  <a:pt x="2350089" y="290779"/>
                </a:lnTo>
                <a:lnTo>
                  <a:pt x="2351939" y="291676"/>
                </a:lnTo>
                <a:lnTo>
                  <a:pt x="2353805" y="292560"/>
                </a:lnTo>
                <a:lnTo>
                  <a:pt x="2355685" y="293433"/>
                </a:lnTo>
                <a:lnTo>
                  <a:pt x="2357581" y="294293"/>
                </a:lnTo>
                <a:lnTo>
                  <a:pt x="2359492" y="295140"/>
                </a:lnTo>
                <a:lnTo>
                  <a:pt x="2361419" y="295975"/>
                </a:lnTo>
                <a:lnTo>
                  <a:pt x="2363362" y="296797"/>
                </a:lnTo>
                <a:lnTo>
                  <a:pt x="2365321" y="297605"/>
                </a:lnTo>
                <a:lnTo>
                  <a:pt x="2367296" y="298400"/>
                </a:lnTo>
                <a:lnTo>
                  <a:pt x="2369289" y="299182"/>
                </a:lnTo>
                <a:lnTo>
                  <a:pt x="2371298" y="299951"/>
                </a:lnTo>
                <a:lnTo>
                  <a:pt x="2373324" y="300705"/>
                </a:lnTo>
                <a:lnTo>
                  <a:pt x="2375368" y="301446"/>
                </a:lnTo>
                <a:lnTo>
                  <a:pt x="2377429" y="302173"/>
                </a:lnTo>
                <a:lnTo>
                  <a:pt x="2379509" y="302885"/>
                </a:lnTo>
                <a:lnTo>
                  <a:pt x="2381606" y="303584"/>
                </a:lnTo>
                <a:lnTo>
                  <a:pt x="2383722" y="304268"/>
                </a:lnTo>
                <a:lnTo>
                  <a:pt x="2385856" y="304937"/>
                </a:lnTo>
                <a:lnTo>
                  <a:pt x="2388009" y="305592"/>
                </a:lnTo>
                <a:lnTo>
                  <a:pt x="2390182" y="306232"/>
                </a:lnTo>
                <a:lnTo>
                  <a:pt x="2392373" y="306858"/>
                </a:lnTo>
                <a:lnTo>
                  <a:pt x="2394584" y="307468"/>
                </a:lnTo>
                <a:lnTo>
                  <a:pt x="2396815" y="308063"/>
                </a:lnTo>
                <a:lnTo>
                  <a:pt x="2399067" y="308643"/>
                </a:lnTo>
                <a:lnTo>
                  <a:pt x="2401338" y="309207"/>
                </a:lnTo>
                <a:lnTo>
                  <a:pt x="2403630" y="309756"/>
                </a:lnTo>
                <a:lnTo>
                  <a:pt x="2405943" y="310290"/>
                </a:lnTo>
                <a:lnTo>
                  <a:pt x="2408276" y="310808"/>
                </a:lnTo>
                <a:lnTo>
                  <a:pt x="2410631" y="311310"/>
                </a:lnTo>
                <a:lnTo>
                  <a:pt x="2413008" y="311796"/>
                </a:lnTo>
                <a:lnTo>
                  <a:pt x="2415407" y="312267"/>
                </a:lnTo>
                <a:lnTo>
                  <a:pt x="2417828" y="312721"/>
                </a:lnTo>
                <a:lnTo>
                  <a:pt x="2420271" y="313159"/>
                </a:lnTo>
                <a:lnTo>
                  <a:pt x="2422737" y="313582"/>
                </a:lnTo>
                <a:lnTo>
                  <a:pt x="2425225" y="313987"/>
                </a:lnTo>
                <a:lnTo>
                  <a:pt x="2427737" y="314377"/>
                </a:lnTo>
                <a:lnTo>
                  <a:pt x="2430273" y="314750"/>
                </a:lnTo>
                <a:lnTo>
                  <a:pt x="2432832" y="315106"/>
                </a:lnTo>
                <a:lnTo>
                  <a:pt x="2435416" y="315446"/>
                </a:lnTo>
                <a:lnTo>
                  <a:pt x="2438023" y="315769"/>
                </a:lnTo>
                <a:lnTo>
                  <a:pt x="2440656" y="316076"/>
                </a:lnTo>
                <a:lnTo>
                  <a:pt x="2443313" y="316365"/>
                </a:lnTo>
                <a:lnTo>
                  <a:pt x="2445996" y="316638"/>
                </a:lnTo>
                <a:lnTo>
                  <a:pt x="2448704" y="316894"/>
                </a:lnTo>
                <a:lnTo>
                  <a:pt x="2451438" y="317132"/>
                </a:lnTo>
                <a:lnTo>
                  <a:pt x="2454198" y="317353"/>
                </a:lnTo>
                <a:lnTo>
                  <a:pt x="2456985" y="317558"/>
                </a:lnTo>
                <a:lnTo>
                  <a:pt x="2459798" y="317744"/>
                </a:lnTo>
                <a:lnTo>
                  <a:pt x="2462639" y="317914"/>
                </a:lnTo>
                <a:lnTo>
                  <a:pt x="2465507" y="318065"/>
                </a:lnTo>
                <a:lnTo>
                  <a:pt x="2468403" y="318200"/>
                </a:lnTo>
                <a:lnTo>
                  <a:pt x="2471326" y="318316"/>
                </a:lnTo>
                <a:lnTo>
                  <a:pt x="2474278" y="318415"/>
                </a:lnTo>
                <a:lnTo>
                  <a:pt x="2477259" y="318496"/>
                </a:lnTo>
                <a:lnTo>
                  <a:pt x="2480269" y="318560"/>
                </a:lnTo>
                <a:lnTo>
                  <a:pt x="2483308" y="318605"/>
                </a:lnTo>
                <a:lnTo>
                  <a:pt x="2486377" y="318632"/>
                </a:lnTo>
                <a:lnTo>
                  <a:pt x="2489475" y="318641"/>
                </a:lnTo>
                <a:lnTo>
                  <a:pt x="2489475" y="285304"/>
                </a:lnTo>
                <a:lnTo>
                  <a:pt x="2486573" y="285295"/>
                </a:lnTo>
                <a:lnTo>
                  <a:pt x="2483704" y="285270"/>
                </a:lnTo>
                <a:lnTo>
                  <a:pt x="2480867" y="285228"/>
                </a:lnTo>
                <a:lnTo>
                  <a:pt x="2478062" y="285169"/>
                </a:lnTo>
                <a:lnTo>
                  <a:pt x="2475290" y="285093"/>
                </a:lnTo>
                <a:lnTo>
                  <a:pt x="2472549" y="285001"/>
                </a:lnTo>
                <a:lnTo>
                  <a:pt x="2469839" y="284893"/>
                </a:lnTo>
                <a:lnTo>
                  <a:pt x="2467160" y="284769"/>
                </a:lnTo>
                <a:lnTo>
                  <a:pt x="2464512" y="284629"/>
                </a:lnTo>
                <a:lnTo>
                  <a:pt x="2461894" y="284473"/>
                </a:lnTo>
                <a:lnTo>
                  <a:pt x="2459306" y="284301"/>
                </a:lnTo>
                <a:lnTo>
                  <a:pt x="2456748" y="284114"/>
                </a:lnTo>
                <a:lnTo>
                  <a:pt x="2454219" y="283911"/>
                </a:lnTo>
                <a:lnTo>
                  <a:pt x="2451719" y="283693"/>
                </a:lnTo>
                <a:lnTo>
                  <a:pt x="2449247" y="283459"/>
                </a:lnTo>
                <a:lnTo>
                  <a:pt x="2446804" y="283211"/>
                </a:lnTo>
                <a:lnTo>
                  <a:pt x="2444388" y="282948"/>
                </a:lnTo>
                <a:lnTo>
                  <a:pt x="2442000" y="282670"/>
                </a:lnTo>
                <a:lnTo>
                  <a:pt x="2439640" y="282377"/>
                </a:lnTo>
                <a:lnTo>
                  <a:pt x="2437306" y="282070"/>
                </a:lnTo>
                <a:lnTo>
                  <a:pt x="2434998" y="281749"/>
                </a:lnTo>
                <a:lnTo>
                  <a:pt x="2432717" y="281413"/>
                </a:lnTo>
                <a:lnTo>
                  <a:pt x="2430462" y="281064"/>
                </a:lnTo>
                <a:lnTo>
                  <a:pt x="2428232" y="280700"/>
                </a:lnTo>
                <a:lnTo>
                  <a:pt x="2426027" y="280323"/>
                </a:lnTo>
                <a:lnTo>
                  <a:pt x="2423846" y="279931"/>
                </a:lnTo>
                <a:lnTo>
                  <a:pt x="2421690" y="279527"/>
                </a:lnTo>
                <a:lnTo>
                  <a:pt x="2419558" y="279109"/>
                </a:lnTo>
                <a:lnTo>
                  <a:pt x="2417449" y="278677"/>
                </a:lnTo>
                <a:lnTo>
                  <a:pt x="2415364" y="278232"/>
                </a:lnTo>
                <a:lnTo>
                  <a:pt x="2413301" y="277775"/>
                </a:lnTo>
                <a:lnTo>
                  <a:pt x="2411260" y="277304"/>
                </a:lnTo>
                <a:lnTo>
                  <a:pt x="2409242" y="276820"/>
                </a:lnTo>
                <a:lnTo>
                  <a:pt x="2407245" y="276324"/>
                </a:lnTo>
                <a:lnTo>
                  <a:pt x="2405269" y="275815"/>
                </a:lnTo>
                <a:lnTo>
                  <a:pt x="2403315" y="275294"/>
                </a:lnTo>
                <a:lnTo>
                  <a:pt x="2401380" y="274760"/>
                </a:lnTo>
                <a:lnTo>
                  <a:pt x="2399466" y="274214"/>
                </a:lnTo>
                <a:lnTo>
                  <a:pt x="2397571" y="273655"/>
                </a:lnTo>
                <a:lnTo>
                  <a:pt x="2395695" y="273085"/>
                </a:lnTo>
                <a:lnTo>
                  <a:pt x="2393838" y="272502"/>
                </a:lnTo>
                <a:lnTo>
                  <a:pt x="2392000" y="271908"/>
                </a:lnTo>
                <a:lnTo>
                  <a:pt x="2390180" y="271302"/>
                </a:lnTo>
                <a:lnTo>
                  <a:pt x="2388377" y="270684"/>
                </a:lnTo>
                <a:lnTo>
                  <a:pt x="2386591" y="270054"/>
                </a:lnTo>
                <a:lnTo>
                  <a:pt x="2384822" y="269413"/>
                </a:lnTo>
                <a:lnTo>
                  <a:pt x="2383069" y="268760"/>
                </a:lnTo>
                <a:lnTo>
                  <a:pt x="2381333" y="268096"/>
                </a:lnTo>
                <a:lnTo>
                  <a:pt x="2379611" y="267421"/>
                </a:lnTo>
                <a:lnTo>
                  <a:pt x="2377905" y="266734"/>
                </a:lnTo>
                <a:lnTo>
                  <a:pt x="2376214" y="266036"/>
                </a:lnTo>
                <a:lnTo>
                  <a:pt x="2374537" y="265327"/>
                </a:lnTo>
                <a:lnTo>
                  <a:pt x="2372874" y="264606"/>
                </a:lnTo>
                <a:lnTo>
                  <a:pt x="2371224" y="263875"/>
                </a:lnTo>
                <a:lnTo>
                  <a:pt x="2369587" y="263132"/>
                </a:lnTo>
                <a:lnTo>
                  <a:pt x="2367963" y="262379"/>
                </a:lnTo>
                <a:lnTo>
                  <a:pt x="2366352" y="261615"/>
                </a:lnTo>
                <a:lnTo>
                  <a:pt x="2364752" y="260839"/>
                </a:lnTo>
                <a:lnTo>
                  <a:pt x="2363164" y="260053"/>
                </a:lnTo>
                <a:lnTo>
                  <a:pt x="2361586" y="259256"/>
                </a:lnTo>
                <a:lnTo>
                  <a:pt x="2360020" y="258449"/>
                </a:lnTo>
                <a:lnTo>
                  <a:pt x="2358464" y="257630"/>
                </a:lnTo>
                <a:lnTo>
                  <a:pt x="2356917" y="256801"/>
                </a:lnTo>
                <a:lnTo>
                  <a:pt x="2355381" y="255962"/>
                </a:lnTo>
                <a:lnTo>
                  <a:pt x="2353853" y="255111"/>
                </a:lnTo>
                <a:lnTo>
                  <a:pt x="2352334" y="254250"/>
                </a:lnTo>
                <a:lnTo>
                  <a:pt x="2350824" y="253379"/>
                </a:lnTo>
                <a:lnTo>
                  <a:pt x="2349322" y="252497"/>
                </a:lnTo>
                <a:lnTo>
                  <a:pt x="2347827" y="251605"/>
                </a:lnTo>
                <a:lnTo>
                  <a:pt x="2346340" y="250702"/>
                </a:lnTo>
                <a:lnTo>
                  <a:pt x="2344859" y="249788"/>
                </a:lnTo>
                <a:lnTo>
                  <a:pt x="2343385" y="248865"/>
                </a:lnTo>
                <a:lnTo>
                  <a:pt x="2341918" y="247931"/>
                </a:lnTo>
                <a:lnTo>
                  <a:pt x="2340456" y="246987"/>
                </a:lnTo>
                <a:lnTo>
                  <a:pt x="2339000" y="246032"/>
                </a:lnTo>
                <a:lnTo>
                  <a:pt x="2337549" y="245067"/>
                </a:lnTo>
                <a:lnTo>
                  <a:pt x="2336103" y="244092"/>
                </a:lnTo>
                <a:lnTo>
                  <a:pt x="2334661" y="243107"/>
                </a:lnTo>
                <a:lnTo>
                  <a:pt x="2333224" y="242112"/>
                </a:lnTo>
                <a:lnTo>
                  <a:pt x="2331790" y="241107"/>
                </a:lnTo>
                <a:lnTo>
                  <a:pt x="2330360" y="240091"/>
                </a:lnTo>
                <a:lnTo>
                  <a:pt x="2328933" y="239066"/>
                </a:lnTo>
                <a:lnTo>
                  <a:pt x="2327509" y="238031"/>
                </a:lnTo>
                <a:lnTo>
                  <a:pt x="2326087" y="236986"/>
                </a:lnTo>
                <a:lnTo>
                  <a:pt x="2324668" y="235931"/>
                </a:lnTo>
                <a:lnTo>
                  <a:pt x="2323250" y="234867"/>
                </a:lnTo>
                <a:lnTo>
                  <a:pt x="2321834" y="233793"/>
                </a:lnTo>
                <a:lnTo>
                  <a:pt x="2320419" y="232709"/>
                </a:lnTo>
                <a:lnTo>
                  <a:pt x="2319005" y="231615"/>
                </a:lnTo>
                <a:lnTo>
                  <a:pt x="2317592" y="230513"/>
                </a:lnTo>
                <a:lnTo>
                  <a:pt x="2316179" y="229400"/>
                </a:lnTo>
                <a:lnTo>
                  <a:pt x="2314766" y="228279"/>
                </a:lnTo>
                <a:lnTo>
                  <a:pt x="2313353" y="227148"/>
                </a:lnTo>
                <a:lnTo>
                  <a:pt x="2311939" y="226008"/>
                </a:lnTo>
                <a:lnTo>
                  <a:pt x="2310524" y="224859"/>
                </a:lnTo>
                <a:lnTo>
                  <a:pt x="2309108" y="223701"/>
                </a:lnTo>
                <a:lnTo>
                  <a:pt x="2307691" y="222534"/>
                </a:lnTo>
                <a:lnTo>
                  <a:pt x="2306271" y="221358"/>
                </a:lnTo>
                <a:lnTo>
                  <a:pt x="2304849" y="220174"/>
                </a:lnTo>
                <a:lnTo>
                  <a:pt x="2303425" y="218981"/>
                </a:lnTo>
                <a:lnTo>
                  <a:pt x="2301998" y="217779"/>
                </a:lnTo>
                <a:lnTo>
                  <a:pt x="2300568" y="216569"/>
                </a:lnTo>
                <a:lnTo>
                  <a:pt x="2299135" y="215350"/>
                </a:lnTo>
                <a:lnTo>
                  <a:pt x="2297698" y="214123"/>
                </a:lnTo>
                <a:lnTo>
                  <a:pt x="2296257" y="212888"/>
                </a:lnTo>
                <a:lnTo>
                  <a:pt x="2294811" y="211645"/>
                </a:lnTo>
                <a:lnTo>
                  <a:pt x="2293362" y="210394"/>
                </a:lnTo>
                <a:lnTo>
                  <a:pt x="2291907" y="209136"/>
                </a:lnTo>
                <a:lnTo>
                  <a:pt x="2290447" y="207869"/>
                </a:lnTo>
                <a:lnTo>
                  <a:pt x="2288981" y="206595"/>
                </a:lnTo>
                <a:lnTo>
                  <a:pt x="2287510" y="205314"/>
                </a:lnTo>
                <a:lnTo>
                  <a:pt x="2286033" y="204025"/>
                </a:lnTo>
                <a:lnTo>
                  <a:pt x="2284549" y="202729"/>
                </a:lnTo>
                <a:lnTo>
                  <a:pt x="2283058" y="201425"/>
                </a:lnTo>
                <a:lnTo>
                  <a:pt x="2281561" y="200115"/>
                </a:lnTo>
                <a:lnTo>
                  <a:pt x="2280056" y="198798"/>
                </a:lnTo>
                <a:lnTo>
                  <a:pt x="2278544" y="197474"/>
                </a:lnTo>
                <a:lnTo>
                  <a:pt x="2277024" y="196144"/>
                </a:lnTo>
                <a:lnTo>
                  <a:pt x="2275495" y="194807"/>
                </a:lnTo>
                <a:lnTo>
                  <a:pt x="2273958" y="193463"/>
                </a:lnTo>
                <a:lnTo>
                  <a:pt x="2272412" y="192114"/>
                </a:lnTo>
                <a:lnTo>
                  <a:pt x="2270857" y="190758"/>
                </a:lnTo>
                <a:lnTo>
                  <a:pt x="2269293" y="189397"/>
                </a:lnTo>
                <a:lnTo>
                  <a:pt x="2267719" y="188029"/>
                </a:lnTo>
                <a:lnTo>
                  <a:pt x="2266135" y="186656"/>
                </a:lnTo>
                <a:lnTo>
                  <a:pt x="2264540" y="185277"/>
                </a:lnTo>
                <a:lnTo>
                  <a:pt x="2262935" y="183893"/>
                </a:lnTo>
                <a:lnTo>
                  <a:pt x="2261319" y="182504"/>
                </a:lnTo>
                <a:lnTo>
                  <a:pt x="2259692" y="181109"/>
                </a:lnTo>
                <a:lnTo>
                  <a:pt x="2258053" y="179709"/>
                </a:lnTo>
                <a:lnTo>
                  <a:pt x="2256403" y="178305"/>
                </a:lnTo>
                <a:lnTo>
                  <a:pt x="2254740" y="176896"/>
                </a:lnTo>
                <a:lnTo>
                  <a:pt x="2253065" y="175482"/>
                </a:lnTo>
                <a:lnTo>
                  <a:pt x="2251377" y="174064"/>
                </a:lnTo>
                <a:lnTo>
                  <a:pt x="2249676" y="172641"/>
                </a:lnTo>
                <a:lnTo>
                  <a:pt x="2247962" y="171214"/>
                </a:lnTo>
                <a:lnTo>
                  <a:pt x="2246234" y="169783"/>
                </a:lnTo>
                <a:lnTo>
                  <a:pt x="2244492" y="168349"/>
                </a:lnTo>
                <a:lnTo>
                  <a:pt x="2242735" y="166910"/>
                </a:lnTo>
                <a:lnTo>
                  <a:pt x="2240965" y="165468"/>
                </a:lnTo>
                <a:lnTo>
                  <a:pt x="2239179" y="164023"/>
                </a:lnTo>
                <a:lnTo>
                  <a:pt x="2237378" y="162574"/>
                </a:lnTo>
                <a:lnTo>
                  <a:pt x="2235562" y="161122"/>
                </a:lnTo>
                <a:lnTo>
                  <a:pt x="2233730" y="159667"/>
                </a:lnTo>
                <a:lnTo>
                  <a:pt x="2231882" y="158209"/>
                </a:lnTo>
                <a:lnTo>
                  <a:pt x="2230017" y="156749"/>
                </a:lnTo>
                <a:lnTo>
                  <a:pt x="2228136" y="155286"/>
                </a:lnTo>
                <a:lnTo>
                  <a:pt x="2226238" y="153820"/>
                </a:lnTo>
                <a:lnTo>
                  <a:pt x="2224323" y="152352"/>
                </a:lnTo>
                <a:lnTo>
                  <a:pt x="2222390" y="150882"/>
                </a:lnTo>
                <a:lnTo>
                  <a:pt x="2220439" y="149410"/>
                </a:lnTo>
                <a:lnTo>
                  <a:pt x="2218470" y="147936"/>
                </a:lnTo>
                <a:lnTo>
                  <a:pt x="2216482" y="146460"/>
                </a:lnTo>
                <a:lnTo>
                  <a:pt x="2214476" y="144983"/>
                </a:lnTo>
                <a:lnTo>
                  <a:pt x="2212451" y="143504"/>
                </a:lnTo>
                <a:lnTo>
                  <a:pt x="2210406" y="142024"/>
                </a:lnTo>
                <a:lnTo>
                  <a:pt x="2208342" y="140543"/>
                </a:lnTo>
                <a:lnTo>
                  <a:pt x="2206257" y="139061"/>
                </a:lnTo>
                <a:lnTo>
                  <a:pt x="2204153" y="137578"/>
                </a:lnTo>
                <a:lnTo>
                  <a:pt x="2202028" y="136094"/>
                </a:lnTo>
                <a:lnTo>
                  <a:pt x="2199882" y="134609"/>
                </a:lnTo>
                <a:lnTo>
                  <a:pt x="2197714" y="133124"/>
                </a:lnTo>
                <a:lnTo>
                  <a:pt x="2195526" y="131639"/>
                </a:lnTo>
                <a:lnTo>
                  <a:pt x="2193315" y="130154"/>
                </a:lnTo>
                <a:lnTo>
                  <a:pt x="2191083" y="128668"/>
                </a:lnTo>
                <a:lnTo>
                  <a:pt x="2188828" y="127183"/>
                </a:lnTo>
                <a:lnTo>
                  <a:pt x="2186551" y="125697"/>
                </a:lnTo>
                <a:lnTo>
                  <a:pt x="2184250" y="124213"/>
                </a:lnTo>
                <a:lnTo>
                  <a:pt x="2181927" y="122728"/>
                </a:lnTo>
                <a:lnTo>
                  <a:pt x="2179579" y="121244"/>
                </a:lnTo>
                <a:lnTo>
                  <a:pt x="2177208" y="119761"/>
                </a:lnTo>
                <a:lnTo>
                  <a:pt x="2174813" y="118279"/>
                </a:lnTo>
                <a:lnTo>
                  <a:pt x="2172394" y="116798"/>
                </a:lnTo>
                <a:lnTo>
                  <a:pt x="2169949" y="115318"/>
                </a:lnTo>
                <a:lnTo>
                  <a:pt x="2167480" y="113839"/>
                </a:lnTo>
                <a:lnTo>
                  <a:pt x="2164985" y="112362"/>
                </a:lnTo>
                <a:lnTo>
                  <a:pt x="2162465" y="110886"/>
                </a:lnTo>
                <a:lnTo>
                  <a:pt x="2159919" y="109412"/>
                </a:lnTo>
                <a:lnTo>
                  <a:pt x="2157346" y="107940"/>
                </a:lnTo>
                <a:lnTo>
                  <a:pt x="2154501" y="106334"/>
                </a:lnTo>
                <a:lnTo>
                  <a:pt x="2148200" y="103016"/>
                </a:lnTo>
                <a:lnTo>
                  <a:pt x="2141695" y="99763"/>
                </a:lnTo>
                <a:lnTo>
                  <a:pt x="2134989" y="96574"/>
                </a:lnTo>
                <a:lnTo>
                  <a:pt x="2128084" y="93447"/>
                </a:lnTo>
                <a:lnTo>
                  <a:pt x="2120981" y="90380"/>
                </a:lnTo>
                <a:lnTo>
                  <a:pt x="2113683" y="87373"/>
                </a:lnTo>
                <a:lnTo>
                  <a:pt x="2106191" y="84423"/>
                </a:lnTo>
                <a:lnTo>
                  <a:pt x="2098507" y="81531"/>
                </a:lnTo>
                <a:lnTo>
                  <a:pt x="2090634" y="78696"/>
                </a:lnTo>
                <a:lnTo>
                  <a:pt x="2082572" y="75915"/>
                </a:lnTo>
                <a:lnTo>
                  <a:pt x="2074325" y="73190"/>
                </a:lnTo>
                <a:lnTo>
                  <a:pt x="2065894" y="70519"/>
                </a:lnTo>
                <a:lnTo>
                  <a:pt x="2057281" y="67902"/>
                </a:lnTo>
                <a:lnTo>
                  <a:pt x="2048489" y="65338"/>
                </a:lnTo>
                <a:lnTo>
                  <a:pt x="2039519" y="62826"/>
                </a:lnTo>
                <a:lnTo>
                  <a:pt x="2030373" y="60367"/>
                </a:lnTo>
                <a:lnTo>
                  <a:pt x="2021055" y="57960"/>
                </a:lnTo>
                <a:lnTo>
                  <a:pt x="2011566" y="55605"/>
                </a:lnTo>
                <a:lnTo>
                  <a:pt x="2001908" y="53301"/>
                </a:lnTo>
                <a:lnTo>
                  <a:pt x="1992083" y="51047"/>
                </a:lnTo>
                <a:lnTo>
                  <a:pt x="1982095" y="48845"/>
                </a:lnTo>
                <a:lnTo>
                  <a:pt x="1971944" y="46693"/>
                </a:lnTo>
                <a:lnTo>
                  <a:pt x="1961634" y="44591"/>
                </a:lnTo>
                <a:lnTo>
                  <a:pt x="1951167" y="42539"/>
                </a:lnTo>
                <a:lnTo>
                  <a:pt x="1940544" y="40538"/>
                </a:lnTo>
                <a:lnTo>
                  <a:pt x="1929769" y="38586"/>
                </a:lnTo>
                <a:lnTo>
                  <a:pt x="1918844" y="36683"/>
                </a:lnTo>
                <a:lnTo>
                  <a:pt x="1907772" y="34830"/>
                </a:lnTo>
                <a:lnTo>
                  <a:pt x="1896553" y="33026"/>
                </a:lnTo>
                <a:lnTo>
                  <a:pt x="1885192" y="31271"/>
                </a:lnTo>
                <a:lnTo>
                  <a:pt x="1873690" y="29565"/>
                </a:lnTo>
                <a:lnTo>
                  <a:pt x="1862050" y="27908"/>
                </a:lnTo>
                <a:lnTo>
                  <a:pt x="1850274" y="26300"/>
                </a:lnTo>
                <a:lnTo>
                  <a:pt x="1838365" y="24740"/>
                </a:lnTo>
                <a:lnTo>
                  <a:pt x="1826325" y="23229"/>
                </a:lnTo>
                <a:lnTo>
                  <a:pt x="1814157" y="21766"/>
                </a:lnTo>
                <a:lnTo>
                  <a:pt x="1801862" y="20351"/>
                </a:lnTo>
                <a:lnTo>
                  <a:pt x="1789444" y="18985"/>
                </a:lnTo>
                <a:lnTo>
                  <a:pt x="1776905" y="17667"/>
                </a:lnTo>
                <a:lnTo>
                  <a:pt x="1764248" y="16397"/>
                </a:lnTo>
                <a:lnTo>
                  <a:pt x="1751475" y="15174"/>
                </a:lnTo>
                <a:lnTo>
                  <a:pt x="1738587" y="14000"/>
                </a:lnTo>
                <a:lnTo>
                  <a:pt x="1725589" y="12874"/>
                </a:lnTo>
                <a:lnTo>
                  <a:pt x="1712482" y="11795"/>
                </a:lnTo>
                <a:lnTo>
                  <a:pt x="1699269" y="10764"/>
                </a:lnTo>
                <a:lnTo>
                  <a:pt x="1685953" y="9780"/>
                </a:lnTo>
                <a:lnTo>
                  <a:pt x="1672535" y="8844"/>
                </a:lnTo>
                <a:lnTo>
                  <a:pt x="1659019" y="7955"/>
                </a:lnTo>
                <a:lnTo>
                  <a:pt x="1645407" y="7114"/>
                </a:lnTo>
                <a:lnTo>
                  <a:pt x="1631701" y="6320"/>
                </a:lnTo>
                <a:lnTo>
                  <a:pt x="1617904" y="5573"/>
                </a:lnTo>
                <a:lnTo>
                  <a:pt x="1604018" y="4874"/>
                </a:lnTo>
                <a:lnTo>
                  <a:pt x="1590046" y="4221"/>
                </a:lnTo>
                <a:lnTo>
                  <a:pt x="1575991" y="3616"/>
                </a:lnTo>
                <a:lnTo>
                  <a:pt x="1561855" y="3058"/>
                </a:lnTo>
                <a:lnTo>
                  <a:pt x="1547641" y="2546"/>
                </a:lnTo>
                <a:lnTo>
                  <a:pt x="1533350" y="2082"/>
                </a:lnTo>
                <a:lnTo>
                  <a:pt x="1518986" y="1664"/>
                </a:lnTo>
                <a:lnTo>
                  <a:pt x="1504551" y="1293"/>
                </a:lnTo>
                <a:lnTo>
                  <a:pt x="1490048" y="968"/>
                </a:lnTo>
                <a:lnTo>
                  <a:pt x="1475479" y="691"/>
                </a:lnTo>
                <a:lnTo>
                  <a:pt x="1460847" y="460"/>
                </a:lnTo>
                <a:lnTo>
                  <a:pt x="1446154" y="275"/>
                </a:lnTo>
                <a:lnTo>
                  <a:pt x="1431402" y="137"/>
                </a:lnTo>
                <a:lnTo>
                  <a:pt x="1416595" y="45"/>
                </a:lnTo>
                <a:lnTo>
                  <a:pt x="1401735" y="0"/>
                </a:lnTo>
                <a:lnTo>
                  <a:pt x="1386824" y="1"/>
                </a:lnTo>
                <a:lnTo>
                  <a:pt x="1371865" y="48"/>
                </a:lnTo>
                <a:lnTo>
                  <a:pt x="1356861" y="142"/>
                </a:lnTo>
                <a:lnTo>
                  <a:pt x="1341814" y="281"/>
                </a:lnTo>
                <a:lnTo>
                  <a:pt x="1326726" y="467"/>
                </a:lnTo>
                <a:lnTo>
                  <a:pt x="1311600" y="699"/>
                </a:lnTo>
                <a:lnTo>
                  <a:pt x="1296439" y="977"/>
                </a:lnTo>
                <a:lnTo>
                  <a:pt x="1281245" y="1301"/>
                </a:lnTo>
                <a:lnTo>
                  <a:pt x="1266020" y="1670"/>
                </a:lnTo>
                <a:lnTo>
                  <a:pt x="1250768" y="2086"/>
                </a:lnTo>
                <a:lnTo>
                  <a:pt x="1235491" y="2547"/>
                </a:lnTo>
                <a:lnTo>
                  <a:pt x="1220191" y="3054"/>
                </a:lnTo>
                <a:lnTo>
                  <a:pt x="1204871" y="3607"/>
                </a:lnTo>
                <a:lnTo>
                  <a:pt x="1189533" y="4206"/>
                </a:lnTo>
                <a:lnTo>
                  <a:pt x="1174181" y="4850"/>
                </a:lnTo>
                <a:lnTo>
                  <a:pt x="1158815" y="5539"/>
                </a:lnTo>
                <a:lnTo>
                  <a:pt x="1143440" y="6275"/>
                </a:lnTo>
                <a:lnTo>
                  <a:pt x="1128058" y="7055"/>
                </a:lnTo>
                <a:lnTo>
                  <a:pt x="1112670" y="7881"/>
                </a:lnTo>
                <a:lnTo>
                  <a:pt x="1097281" y="8753"/>
                </a:lnTo>
                <a:lnTo>
                  <a:pt x="1081891" y="9670"/>
                </a:lnTo>
                <a:lnTo>
                  <a:pt x="1066505" y="10632"/>
                </a:lnTo>
                <a:lnTo>
                  <a:pt x="1051123" y="11639"/>
                </a:lnTo>
                <a:lnTo>
                  <a:pt x="1035750" y="12691"/>
                </a:lnTo>
                <a:lnTo>
                  <a:pt x="1020386" y="13789"/>
                </a:lnTo>
                <a:lnTo>
                  <a:pt x="1005036" y="14931"/>
                </a:lnTo>
                <a:lnTo>
                  <a:pt x="989702" y="16119"/>
                </a:lnTo>
                <a:lnTo>
                  <a:pt x="974385" y="17352"/>
                </a:lnTo>
                <a:lnTo>
                  <a:pt x="959089" y="18630"/>
                </a:lnTo>
                <a:lnTo>
                  <a:pt x="943816" y="19952"/>
                </a:lnTo>
                <a:lnTo>
                  <a:pt x="928569" y="21320"/>
                </a:lnTo>
                <a:lnTo>
                  <a:pt x="913349" y="22732"/>
                </a:lnTo>
                <a:lnTo>
                  <a:pt x="898161" y="24189"/>
                </a:lnTo>
                <a:lnTo>
                  <a:pt x="883006" y="25691"/>
                </a:lnTo>
                <a:lnTo>
                  <a:pt x="867887" y="27237"/>
                </a:lnTo>
                <a:lnTo>
                  <a:pt x="852806" y="28829"/>
                </a:lnTo>
                <a:lnTo>
                  <a:pt x="837766" y="30464"/>
                </a:lnTo>
                <a:lnTo>
                  <a:pt x="822770" y="32145"/>
                </a:lnTo>
                <a:lnTo>
                  <a:pt x="807819" y="33870"/>
                </a:lnTo>
                <a:lnTo>
                  <a:pt x="792917" y="35639"/>
                </a:lnTo>
                <a:lnTo>
                  <a:pt x="778066" y="37453"/>
                </a:lnTo>
                <a:lnTo>
                  <a:pt x="763269" y="39311"/>
                </a:lnTo>
                <a:lnTo>
                  <a:pt x="748527" y="41214"/>
                </a:lnTo>
                <a:lnTo>
                  <a:pt x="733845" y="43161"/>
                </a:lnTo>
                <a:lnTo>
                  <a:pt x="719224" y="45152"/>
                </a:lnTo>
                <a:lnTo>
                  <a:pt x="704666" y="47188"/>
                </a:lnTo>
                <a:lnTo>
                  <a:pt x="690174" y="49268"/>
                </a:lnTo>
                <a:lnTo>
                  <a:pt x="675752" y="51392"/>
                </a:lnTo>
                <a:lnTo>
                  <a:pt x="661401" y="53560"/>
                </a:lnTo>
                <a:lnTo>
                  <a:pt x="647123" y="55772"/>
                </a:lnTo>
                <a:lnTo>
                  <a:pt x="632922" y="58029"/>
                </a:lnTo>
                <a:lnTo>
                  <a:pt x="618800" y="60329"/>
                </a:lnTo>
                <a:lnTo>
                  <a:pt x="604759" y="62674"/>
                </a:lnTo>
                <a:lnTo>
                  <a:pt x="590802" y="65062"/>
                </a:lnTo>
                <a:lnTo>
                  <a:pt x="576931" y="67495"/>
                </a:lnTo>
                <a:lnTo>
                  <a:pt x="563150" y="69971"/>
                </a:lnTo>
                <a:lnTo>
                  <a:pt x="549460" y="72492"/>
                </a:lnTo>
                <a:lnTo>
                  <a:pt x="535864" y="75056"/>
                </a:lnTo>
                <a:lnTo>
                  <a:pt x="522364" y="77665"/>
                </a:lnTo>
                <a:lnTo>
                  <a:pt x="508964" y="80317"/>
                </a:lnTo>
                <a:lnTo>
                  <a:pt x="495665" y="83013"/>
                </a:lnTo>
                <a:lnTo>
                  <a:pt x="482469" y="85753"/>
                </a:lnTo>
                <a:lnTo>
                  <a:pt x="469381" y="88537"/>
                </a:lnTo>
                <a:lnTo>
                  <a:pt x="456401" y="91365"/>
                </a:lnTo>
                <a:lnTo>
                  <a:pt x="443533" y="94236"/>
                </a:lnTo>
                <a:lnTo>
                  <a:pt x="430779" y="97152"/>
                </a:lnTo>
                <a:lnTo>
                  <a:pt x="418141" y="100111"/>
                </a:lnTo>
                <a:lnTo>
                  <a:pt x="405623" y="103114"/>
                </a:lnTo>
                <a:lnTo>
                  <a:pt x="393225" y="106161"/>
                </a:lnTo>
                <a:lnTo>
                  <a:pt x="380952" y="109252"/>
                </a:lnTo>
                <a:lnTo>
                  <a:pt x="368804" y="112387"/>
                </a:lnTo>
                <a:lnTo>
                  <a:pt x="356786" y="115566"/>
                </a:lnTo>
                <a:lnTo>
                  <a:pt x="344899" y="118788"/>
                </a:lnTo>
                <a:lnTo>
                  <a:pt x="333146" y="122055"/>
                </a:lnTo>
                <a:lnTo>
                  <a:pt x="321528" y="125366"/>
                </a:lnTo>
                <a:lnTo>
                  <a:pt x="310050" y="128721"/>
                </a:lnTo>
                <a:lnTo>
                  <a:pt x="298712" y="132120"/>
                </a:lnTo>
                <a:lnTo>
                  <a:pt x="287518" y="135563"/>
                </a:lnTo>
                <a:lnTo>
                  <a:pt x="276470" y="139051"/>
                </a:lnTo>
                <a:lnTo>
                  <a:pt x="265570" y="142583"/>
                </a:lnTo>
                <a:lnTo>
                  <a:pt x="254820" y="146160"/>
                </a:lnTo>
                <a:lnTo>
                  <a:pt x="244224" y="149781"/>
                </a:lnTo>
                <a:lnTo>
                  <a:pt x="233783" y="153447"/>
                </a:lnTo>
                <a:lnTo>
                  <a:pt x="223500" y="157158"/>
                </a:lnTo>
                <a:lnTo>
                  <a:pt x="213377" y="160914"/>
                </a:lnTo>
                <a:lnTo>
                  <a:pt x="203417" y="164715"/>
                </a:lnTo>
                <a:lnTo>
                  <a:pt x="193622" y="168562"/>
                </a:lnTo>
                <a:lnTo>
                  <a:pt x="183994" y="172455"/>
                </a:lnTo>
                <a:lnTo>
                  <a:pt x="174535" y="176393"/>
                </a:lnTo>
                <a:lnTo>
                  <a:pt x="165248" y="180378"/>
                </a:lnTo>
                <a:lnTo>
                  <a:pt x="156136" y="184409"/>
                </a:lnTo>
                <a:lnTo>
                  <a:pt x="147200" y="188487"/>
                </a:lnTo>
                <a:lnTo>
                  <a:pt x="138443" y="192613"/>
                </a:lnTo>
                <a:lnTo>
                  <a:pt x="129867" y="196786"/>
                </a:lnTo>
                <a:lnTo>
                  <a:pt x="121474" y="201008"/>
                </a:lnTo>
                <a:lnTo>
                  <a:pt x="113267" y="205278"/>
                </a:lnTo>
                <a:lnTo>
                  <a:pt x="105247" y="209597"/>
                </a:lnTo>
                <a:lnTo>
                  <a:pt x="97418" y="213967"/>
                </a:lnTo>
                <a:lnTo>
                  <a:pt x="89782" y="218387"/>
                </a:lnTo>
                <a:lnTo>
                  <a:pt x="82340" y="222858"/>
                </a:lnTo>
                <a:lnTo>
                  <a:pt x="75095" y="227382"/>
                </a:lnTo>
                <a:lnTo>
                  <a:pt x="68049" y="231959"/>
                </a:lnTo>
                <a:lnTo>
                  <a:pt x="61206" y="236591"/>
                </a:lnTo>
                <a:lnTo>
                  <a:pt x="54566" y="241278"/>
                </a:lnTo>
                <a:lnTo>
                  <a:pt x="48133" y="246021"/>
                </a:lnTo>
                <a:lnTo>
                  <a:pt x="41910" y="250822"/>
                </a:lnTo>
                <a:lnTo>
                  <a:pt x="35898" y="255683"/>
                </a:lnTo>
                <a:lnTo>
                  <a:pt x="30100" y="260605"/>
                </a:lnTo>
                <a:lnTo>
                  <a:pt x="24521" y="265589"/>
                </a:lnTo>
                <a:lnTo>
                  <a:pt x="19161" y="270637"/>
                </a:lnTo>
                <a:lnTo>
                  <a:pt x="14026" y="275751"/>
                </a:lnTo>
                <a:lnTo>
                  <a:pt x="9118" y="280934"/>
                </a:lnTo>
                <a:lnTo>
                  <a:pt x="4441" y="286185"/>
                </a:lnTo>
                <a:lnTo>
                  <a:pt x="0" y="291509"/>
                </a:lnTo>
                <a:close/>
              </a:path>
            </a:pathLst>
          </a:custGeom>
          <a:solidFill>
            <a:srgbClr val="000000"/>
          </a:solidFill>
          <a:ln w="0">
            <a:noFill/>
          </a:ln>
        </p:spPr>
      </p:sp>
      <p:sp>
        <p:nvSpPr>
          <p:cNvPr id="2417" name="shared__returned_data_branch" descr="Editable filled curved data-flow path"/>
          <p:cNvSpPr/>
          <p:nvPr/>
        </p:nvSpPr>
        <p:spPr>
          <a:xfrm>
            <a:off x="3914775" y="966788"/>
            <a:ext cx="800100" cy="3228975"/>
          </a:xfrm>
          <a:custGeom>
            <a:avLst/>
            <a:gdLst/>
            <a:ahLst/>
            <a:cxnLst/>
            <a:rect l="0" t="0" r="w" b="h"/>
            <a:pathLst>
              <a:path w="800100" h="3228975" fill="norm" stroke="false">
                <a:moveTo>
                  <a:pt x="0" y="3228975"/>
                </a:moveTo>
                <a:lnTo>
                  <a:pt x="15441" y="3228662"/>
                </a:lnTo>
                <a:lnTo>
                  <a:pt x="30630" y="3227724"/>
                </a:lnTo>
                <a:lnTo>
                  <a:pt x="45566" y="3226166"/>
                </a:lnTo>
                <a:lnTo>
                  <a:pt x="60246" y="3223994"/>
                </a:lnTo>
                <a:lnTo>
                  <a:pt x="74668" y="3221211"/>
                </a:lnTo>
                <a:lnTo>
                  <a:pt x="88827" y="3217824"/>
                </a:lnTo>
                <a:lnTo>
                  <a:pt x="102719" y="3213841"/>
                </a:lnTo>
                <a:lnTo>
                  <a:pt x="116343" y="3209269"/>
                </a:lnTo>
                <a:lnTo>
                  <a:pt x="129693" y="3204118"/>
                </a:lnTo>
                <a:lnTo>
                  <a:pt x="142767" y="3198396"/>
                </a:lnTo>
                <a:lnTo>
                  <a:pt x="155563" y="3192114"/>
                </a:lnTo>
                <a:lnTo>
                  <a:pt x="168079" y="3185283"/>
                </a:lnTo>
                <a:lnTo>
                  <a:pt x="180315" y="3177913"/>
                </a:lnTo>
                <a:lnTo>
                  <a:pt x="192269" y="3170017"/>
                </a:lnTo>
                <a:lnTo>
                  <a:pt x="203944" y="3161604"/>
                </a:lnTo>
                <a:lnTo>
                  <a:pt x="215340" y="3152688"/>
                </a:lnTo>
                <a:lnTo>
                  <a:pt x="226459" y="3143277"/>
                </a:lnTo>
                <a:lnTo>
                  <a:pt x="237305" y="3133384"/>
                </a:lnTo>
                <a:lnTo>
                  <a:pt x="247881" y="3123019"/>
                </a:lnTo>
                <a:lnTo>
                  <a:pt x="258191" y="3112191"/>
                </a:lnTo>
                <a:lnTo>
                  <a:pt x="268240" y="3100911"/>
                </a:lnTo>
                <a:lnTo>
                  <a:pt x="278031" y="3089187"/>
                </a:lnTo>
                <a:lnTo>
                  <a:pt x="287569" y="3077027"/>
                </a:lnTo>
                <a:lnTo>
                  <a:pt x="296860" y="3064441"/>
                </a:lnTo>
                <a:lnTo>
                  <a:pt x="305908" y="3051437"/>
                </a:lnTo>
                <a:lnTo>
                  <a:pt x="314719" y="3038021"/>
                </a:lnTo>
                <a:lnTo>
                  <a:pt x="323296" y="3024201"/>
                </a:lnTo>
                <a:lnTo>
                  <a:pt x="331645" y="3009985"/>
                </a:lnTo>
                <a:lnTo>
                  <a:pt x="339770" y="2995378"/>
                </a:lnTo>
                <a:lnTo>
                  <a:pt x="347676" y="2980389"/>
                </a:lnTo>
                <a:lnTo>
                  <a:pt x="355368" y="2965023"/>
                </a:lnTo>
                <a:lnTo>
                  <a:pt x="362850" y="2949287"/>
                </a:lnTo>
                <a:lnTo>
                  <a:pt x="370126" y="2933187"/>
                </a:lnTo>
                <a:lnTo>
                  <a:pt x="377201" y="2916729"/>
                </a:lnTo>
                <a:lnTo>
                  <a:pt x="384078" y="2899920"/>
                </a:lnTo>
                <a:lnTo>
                  <a:pt x="390761" y="2882765"/>
                </a:lnTo>
                <a:lnTo>
                  <a:pt x="397254" y="2865272"/>
                </a:lnTo>
                <a:lnTo>
                  <a:pt x="403562" y="2847445"/>
                </a:lnTo>
                <a:lnTo>
                  <a:pt x="409686" y="2829291"/>
                </a:lnTo>
                <a:lnTo>
                  <a:pt x="415632" y="2810817"/>
                </a:lnTo>
                <a:lnTo>
                  <a:pt x="421403" y="2792027"/>
                </a:lnTo>
                <a:lnTo>
                  <a:pt x="427002" y="2772929"/>
                </a:lnTo>
                <a:lnTo>
                  <a:pt x="432432" y="2753527"/>
                </a:lnTo>
                <a:lnTo>
                  <a:pt x="437697" y="2733830"/>
                </a:lnTo>
                <a:lnTo>
                  <a:pt x="442800" y="2713841"/>
                </a:lnTo>
                <a:lnTo>
                  <a:pt x="447744" y="2693568"/>
                </a:lnTo>
                <a:lnTo>
                  <a:pt x="452532" y="2673017"/>
                </a:lnTo>
                <a:lnTo>
                  <a:pt x="457168" y="2652193"/>
                </a:lnTo>
                <a:lnTo>
                  <a:pt x="461654" y="2631104"/>
                </a:lnTo>
                <a:lnTo>
                  <a:pt x="465994" y="2609755"/>
                </a:lnTo>
                <a:lnTo>
                  <a:pt x="470191" y="2588152"/>
                </a:lnTo>
                <a:lnTo>
                  <a:pt x="474247" y="2566301"/>
                </a:lnTo>
                <a:lnTo>
                  <a:pt x="478165" y="2544210"/>
                </a:lnTo>
                <a:lnTo>
                  <a:pt x="481950" y="2521883"/>
                </a:lnTo>
                <a:lnTo>
                  <a:pt x="485602" y="2499327"/>
                </a:lnTo>
                <a:lnTo>
                  <a:pt x="489126" y="2476550"/>
                </a:lnTo>
                <a:lnTo>
                  <a:pt x="492524" y="2453555"/>
                </a:lnTo>
                <a:lnTo>
                  <a:pt x="495800" y="2430351"/>
                </a:lnTo>
                <a:lnTo>
                  <a:pt x="498955" y="2406944"/>
                </a:lnTo>
                <a:lnTo>
                  <a:pt x="501993" y="2383339"/>
                </a:lnTo>
                <a:lnTo>
                  <a:pt x="504917" y="2359543"/>
                </a:lnTo>
                <a:lnTo>
                  <a:pt x="507729" y="2335563"/>
                </a:lnTo>
                <a:lnTo>
                  <a:pt x="510432" y="2311404"/>
                </a:lnTo>
                <a:lnTo>
                  <a:pt x="513030" y="2287074"/>
                </a:lnTo>
                <a:lnTo>
                  <a:pt x="515524" y="2262578"/>
                </a:lnTo>
                <a:lnTo>
                  <a:pt x="517918" y="2237923"/>
                </a:lnTo>
                <a:lnTo>
                  <a:pt x="520215" y="2213115"/>
                </a:lnTo>
                <a:lnTo>
                  <a:pt x="522416" y="2188161"/>
                </a:lnTo>
                <a:lnTo>
                  <a:pt x="524526" y="2163067"/>
                </a:lnTo>
                <a:lnTo>
                  <a:pt x="526546" y="2137840"/>
                </a:lnTo>
                <a:lnTo>
                  <a:pt x="528480" y="2112485"/>
                </a:lnTo>
                <a:lnTo>
                  <a:pt x="530331" y="2087010"/>
                </a:lnTo>
                <a:lnTo>
                  <a:pt x="532100" y="2061421"/>
                </a:lnTo>
                <a:lnTo>
                  <a:pt x="533791" y="2035724"/>
                </a:lnTo>
                <a:lnTo>
                  <a:pt x="535406" y="2009926"/>
                </a:lnTo>
                <a:lnTo>
                  <a:pt x="536949" y="1984033"/>
                </a:lnTo>
                <a:lnTo>
                  <a:pt x="538422" y="1958051"/>
                </a:lnTo>
                <a:lnTo>
                  <a:pt x="539827" y="1931988"/>
                </a:lnTo>
                <a:lnTo>
                  <a:pt x="541168" y="1905849"/>
                </a:lnTo>
                <a:lnTo>
                  <a:pt x="542447" y="1879641"/>
                </a:lnTo>
                <a:lnTo>
                  <a:pt x="543667" y="1853371"/>
                </a:lnTo>
                <a:lnTo>
                  <a:pt x="544831" y="1827045"/>
                </a:lnTo>
                <a:lnTo>
                  <a:pt x="545941" y="1800669"/>
                </a:lnTo>
                <a:lnTo>
                  <a:pt x="547000" y="1774251"/>
                </a:lnTo>
                <a:lnTo>
                  <a:pt x="548011" y="1747795"/>
                </a:lnTo>
                <a:lnTo>
                  <a:pt x="548977" y="1721310"/>
                </a:lnTo>
                <a:lnTo>
                  <a:pt x="549900" y="1694802"/>
                </a:lnTo>
                <a:lnTo>
                  <a:pt x="550783" y="1668276"/>
                </a:lnTo>
                <a:lnTo>
                  <a:pt x="551628" y="1641740"/>
                </a:lnTo>
                <a:lnTo>
                  <a:pt x="552439" y="1615200"/>
                </a:lnTo>
                <a:lnTo>
                  <a:pt x="553218" y="1588663"/>
                </a:lnTo>
                <a:lnTo>
                  <a:pt x="553968" y="1562135"/>
                </a:lnTo>
                <a:lnTo>
                  <a:pt x="554692" y="1535622"/>
                </a:lnTo>
                <a:lnTo>
                  <a:pt x="555392" y="1509132"/>
                </a:lnTo>
                <a:lnTo>
                  <a:pt x="556071" y="1482670"/>
                </a:lnTo>
                <a:lnTo>
                  <a:pt x="556731" y="1456244"/>
                </a:lnTo>
                <a:lnTo>
                  <a:pt x="557376" y="1429859"/>
                </a:lnTo>
                <a:lnTo>
                  <a:pt x="558008" y="1403523"/>
                </a:lnTo>
                <a:lnTo>
                  <a:pt x="558630" y="1377242"/>
                </a:lnTo>
                <a:lnTo>
                  <a:pt x="559244" y="1351022"/>
                </a:lnTo>
                <a:lnTo>
                  <a:pt x="559854" y="1324870"/>
                </a:lnTo>
                <a:lnTo>
                  <a:pt x="560461" y="1298793"/>
                </a:lnTo>
                <a:lnTo>
                  <a:pt x="561070" y="1272797"/>
                </a:lnTo>
                <a:lnTo>
                  <a:pt x="561681" y="1246889"/>
                </a:lnTo>
                <a:lnTo>
                  <a:pt x="562299" y="1221075"/>
                </a:lnTo>
                <a:lnTo>
                  <a:pt x="562925" y="1195362"/>
                </a:lnTo>
                <a:lnTo>
                  <a:pt x="563563" y="1169757"/>
                </a:lnTo>
                <a:lnTo>
                  <a:pt x="564215" y="1144265"/>
                </a:lnTo>
                <a:lnTo>
                  <a:pt x="564884" y="1118895"/>
                </a:lnTo>
                <a:lnTo>
                  <a:pt x="565572" y="1093651"/>
                </a:lnTo>
                <a:lnTo>
                  <a:pt x="566283" y="1068542"/>
                </a:lnTo>
                <a:lnTo>
                  <a:pt x="567018" y="1043573"/>
                </a:lnTo>
                <a:lnTo>
                  <a:pt x="567781" y="1018751"/>
                </a:lnTo>
                <a:lnTo>
                  <a:pt x="568575" y="994083"/>
                </a:lnTo>
                <a:lnTo>
                  <a:pt x="569401" y="969575"/>
                </a:lnTo>
                <a:lnTo>
                  <a:pt x="570263" y="945235"/>
                </a:lnTo>
                <a:lnTo>
                  <a:pt x="571164" y="921068"/>
                </a:lnTo>
                <a:lnTo>
                  <a:pt x="572105" y="897081"/>
                </a:lnTo>
                <a:lnTo>
                  <a:pt x="573090" y="873281"/>
                </a:lnTo>
                <a:lnTo>
                  <a:pt x="574122" y="849675"/>
                </a:lnTo>
                <a:lnTo>
                  <a:pt x="575203" y="826270"/>
                </a:lnTo>
                <a:lnTo>
                  <a:pt x="576335" y="803071"/>
                </a:lnTo>
                <a:lnTo>
                  <a:pt x="577522" y="780086"/>
                </a:lnTo>
                <a:lnTo>
                  <a:pt x="578766" y="757322"/>
                </a:lnTo>
                <a:lnTo>
                  <a:pt x="580069" y="734785"/>
                </a:lnTo>
                <a:lnTo>
                  <a:pt x="581435" y="712482"/>
                </a:lnTo>
                <a:lnTo>
                  <a:pt x="582866" y="690419"/>
                </a:lnTo>
                <a:lnTo>
                  <a:pt x="584364" y="668604"/>
                </a:lnTo>
                <a:lnTo>
                  <a:pt x="585933" y="647044"/>
                </a:lnTo>
                <a:lnTo>
                  <a:pt x="587575" y="625744"/>
                </a:lnTo>
                <a:lnTo>
                  <a:pt x="589292" y="604713"/>
                </a:lnTo>
                <a:lnTo>
                  <a:pt x="591087" y="583956"/>
                </a:lnTo>
                <a:lnTo>
                  <a:pt x="592963" y="563481"/>
                </a:lnTo>
                <a:lnTo>
                  <a:pt x="594922" y="543294"/>
                </a:lnTo>
                <a:lnTo>
                  <a:pt x="596966" y="523404"/>
                </a:lnTo>
                <a:lnTo>
                  <a:pt x="599099" y="503815"/>
                </a:lnTo>
                <a:lnTo>
                  <a:pt x="601323" y="484536"/>
                </a:lnTo>
                <a:lnTo>
                  <a:pt x="603640" y="465574"/>
                </a:lnTo>
                <a:lnTo>
                  <a:pt x="606052" y="446936"/>
                </a:lnTo>
                <a:lnTo>
                  <a:pt x="608563" y="428628"/>
                </a:lnTo>
                <a:lnTo>
                  <a:pt x="611174" y="410658"/>
                </a:lnTo>
                <a:lnTo>
                  <a:pt x="613887" y="393033"/>
                </a:lnTo>
                <a:lnTo>
                  <a:pt x="616706" y="375761"/>
                </a:lnTo>
                <a:lnTo>
                  <a:pt x="619632" y="358849"/>
                </a:lnTo>
                <a:lnTo>
                  <a:pt x="622668" y="342304"/>
                </a:lnTo>
                <a:lnTo>
                  <a:pt x="625814" y="326134"/>
                </a:lnTo>
                <a:lnTo>
                  <a:pt x="629074" y="310346"/>
                </a:lnTo>
                <a:lnTo>
                  <a:pt x="632450" y="294949"/>
                </a:lnTo>
                <a:lnTo>
                  <a:pt x="635942" y="279948"/>
                </a:lnTo>
                <a:lnTo>
                  <a:pt x="639553" y="265354"/>
                </a:lnTo>
                <a:lnTo>
                  <a:pt x="643283" y="251173"/>
                </a:lnTo>
                <a:lnTo>
                  <a:pt x="647135" y="237413"/>
                </a:lnTo>
                <a:lnTo>
                  <a:pt x="651109" y="224083"/>
                </a:lnTo>
                <a:lnTo>
                  <a:pt x="655206" y="211191"/>
                </a:lnTo>
                <a:lnTo>
                  <a:pt x="659426" y="198745"/>
                </a:lnTo>
                <a:lnTo>
                  <a:pt x="663769" y="186754"/>
                </a:lnTo>
                <a:lnTo>
                  <a:pt x="668234" y="175225"/>
                </a:lnTo>
                <a:lnTo>
                  <a:pt x="672822" y="164167"/>
                </a:lnTo>
                <a:lnTo>
                  <a:pt x="677531" y="153589"/>
                </a:lnTo>
                <a:lnTo>
                  <a:pt x="682358" y="143498"/>
                </a:lnTo>
                <a:lnTo>
                  <a:pt x="687300" y="133902"/>
                </a:lnTo>
                <a:lnTo>
                  <a:pt x="692356" y="124809"/>
                </a:lnTo>
                <a:lnTo>
                  <a:pt x="697520" y="116226"/>
                </a:lnTo>
                <a:lnTo>
                  <a:pt x="702788" y="108158"/>
                </a:lnTo>
                <a:lnTo>
                  <a:pt x="708155" y="100611"/>
                </a:lnTo>
                <a:lnTo>
                  <a:pt x="713614" y="93587"/>
                </a:lnTo>
                <a:lnTo>
                  <a:pt x="719160" y="87089"/>
                </a:lnTo>
                <a:lnTo>
                  <a:pt x="724788" y="81114"/>
                </a:lnTo>
                <a:lnTo>
                  <a:pt x="730492" y="75661"/>
                </a:lnTo>
                <a:lnTo>
                  <a:pt x="736269" y="70724"/>
                </a:lnTo>
                <a:lnTo>
                  <a:pt x="742119" y="66294"/>
                </a:lnTo>
                <a:lnTo>
                  <a:pt x="748046" y="62360"/>
                </a:lnTo>
                <a:lnTo>
                  <a:pt x="754057" y="58910"/>
                </a:lnTo>
                <a:lnTo>
                  <a:pt x="760164" y="55932"/>
                </a:lnTo>
                <a:lnTo>
                  <a:pt x="766387" y="53416"/>
                </a:lnTo>
                <a:lnTo>
                  <a:pt x="772746" y="51352"/>
                </a:lnTo>
                <a:lnTo>
                  <a:pt x="779269" y="49737"/>
                </a:lnTo>
                <a:lnTo>
                  <a:pt x="785984" y="48572"/>
                </a:lnTo>
                <a:lnTo>
                  <a:pt x="792919" y="47864"/>
                </a:lnTo>
                <a:lnTo>
                  <a:pt x="800100" y="47625"/>
                </a:lnTo>
                <a:lnTo>
                  <a:pt x="800100" y="0"/>
                </a:lnTo>
                <a:lnTo>
                  <a:pt x="789712" y="348"/>
                </a:lnTo>
                <a:lnTo>
                  <a:pt x="779495" y="1392"/>
                </a:lnTo>
                <a:lnTo>
                  <a:pt x="769471" y="3131"/>
                </a:lnTo>
                <a:lnTo>
                  <a:pt x="759663" y="5559"/>
                </a:lnTo>
                <a:lnTo>
                  <a:pt x="750092" y="8665"/>
                </a:lnTo>
                <a:lnTo>
                  <a:pt x="740781" y="12430"/>
                </a:lnTo>
                <a:lnTo>
                  <a:pt x="731745" y="16835"/>
                </a:lnTo>
                <a:lnTo>
                  <a:pt x="722999" y="21853"/>
                </a:lnTo>
                <a:lnTo>
                  <a:pt x="714548" y="27461"/>
                </a:lnTo>
                <a:lnTo>
                  <a:pt x="706396" y="33633"/>
                </a:lnTo>
                <a:lnTo>
                  <a:pt x="698540" y="40345"/>
                </a:lnTo>
                <a:lnTo>
                  <a:pt x="690975" y="47576"/>
                </a:lnTo>
                <a:lnTo>
                  <a:pt x="683691" y="55307"/>
                </a:lnTo>
                <a:lnTo>
                  <a:pt x="676679" y="63522"/>
                </a:lnTo>
                <a:lnTo>
                  <a:pt x="669928" y="72206"/>
                </a:lnTo>
                <a:lnTo>
                  <a:pt x="663426" y="81349"/>
                </a:lnTo>
                <a:lnTo>
                  <a:pt x="657162" y="90940"/>
                </a:lnTo>
                <a:lnTo>
                  <a:pt x="651126" y="100971"/>
                </a:lnTo>
                <a:lnTo>
                  <a:pt x="645308" y="111436"/>
                </a:lnTo>
                <a:lnTo>
                  <a:pt x="639697" y="122327"/>
                </a:lnTo>
                <a:lnTo>
                  <a:pt x="634285" y="133639"/>
                </a:lnTo>
                <a:lnTo>
                  <a:pt x="629065" y="145367"/>
                </a:lnTo>
                <a:lnTo>
                  <a:pt x="624028" y="157506"/>
                </a:lnTo>
                <a:lnTo>
                  <a:pt x="619168" y="170052"/>
                </a:lnTo>
                <a:lnTo>
                  <a:pt x="614479" y="182998"/>
                </a:lnTo>
                <a:lnTo>
                  <a:pt x="609955" y="196341"/>
                </a:lnTo>
                <a:lnTo>
                  <a:pt x="605591" y="210076"/>
                </a:lnTo>
                <a:lnTo>
                  <a:pt x="601381" y="224197"/>
                </a:lnTo>
                <a:lnTo>
                  <a:pt x="597320" y="238701"/>
                </a:lnTo>
                <a:lnTo>
                  <a:pt x="593406" y="253582"/>
                </a:lnTo>
                <a:lnTo>
                  <a:pt x="589632" y="268835"/>
                </a:lnTo>
                <a:lnTo>
                  <a:pt x="585995" y="284455"/>
                </a:lnTo>
                <a:lnTo>
                  <a:pt x="582492" y="300437"/>
                </a:lnTo>
                <a:lnTo>
                  <a:pt x="579118" y="316774"/>
                </a:lnTo>
                <a:lnTo>
                  <a:pt x="575870" y="333463"/>
                </a:lnTo>
                <a:lnTo>
                  <a:pt x="572745" y="350497"/>
                </a:lnTo>
                <a:lnTo>
                  <a:pt x="569740" y="367870"/>
                </a:lnTo>
                <a:lnTo>
                  <a:pt x="566850" y="385578"/>
                </a:lnTo>
                <a:lnTo>
                  <a:pt x="564073" y="403613"/>
                </a:lnTo>
                <a:lnTo>
                  <a:pt x="561405" y="421972"/>
                </a:lnTo>
                <a:lnTo>
                  <a:pt x="558844" y="440647"/>
                </a:lnTo>
                <a:lnTo>
                  <a:pt x="556387" y="459632"/>
                </a:lnTo>
                <a:lnTo>
                  <a:pt x="554030" y="478922"/>
                </a:lnTo>
                <a:lnTo>
                  <a:pt x="551770" y="498512"/>
                </a:lnTo>
                <a:lnTo>
                  <a:pt x="549606" y="518393"/>
                </a:lnTo>
                <a:lnTo>
                  <a:pt x="547532" y="538562"/>
                </a:lnTo>
                <a:lnTo>
                  <a:pt x="545548" y="559011"/>
                </a:lnTo>
                <a:lnTo>
                  <a:pt x="543650" y="579734"/>
                </a:lnTo>
                <a:lnTo>
                  <a:pt x="541834" y="600725"/>
                </a:lnTo>
                <a:lnTo>
                  <a:pt x="540099" y="621979"/>
                </a:lnTo>
                <a:lnTo>
                  <a:pt x="538441" y="643488"/>
                </a:lnTo>
                <a:lnTo>
                  <a:pt x="536858" y="665246"/>
                </a:lnTo>
                <a:lnTo>
                  <a:pt x="535347" y="687248"/>
                </a:lnTo>
                <a:lnTo>
                  <a:pt x="533904" y="709486"/>
                </a:lnTo>
                <a:lnTo>
                  <a:pt x="532528" y="731956"/>
                </a:lnTo>
                <a:lnTo>
                  <a:pt x="531216" y="754649"/>
                </a:lnTo>
                <a:lnTo>
                  <a:pt x="529964" y="777561"/>
                </a:lnTo>
                <a:lnTo>
                  <a:pt x="528770" y="800684"/>
                </a:lnTo>
                <a:lnTo>
                  <a:pt x="527631" y="824012"/>
                </a:lnTo>
                <a:lnTo>
                  <a:pt x="526545" y="847539"/>
                </a:lnTo>
                <a:lnTo>
                  <a:pt x="525508" y="871258"/>
                </a:lnTo>
                <a:lnTo>
                  <a:pt x="524519" y="895163"/>
                </a:lnTo>
                <a:lnTo>
                  <a:pt x="523573" y="919248"/>
                </a:lnTo>
                <a:lnTo>
                  <a:pt x="522669" y="943506"/>
                </a:lnTo>
                <a:lnTo>
                  <a:pt x="521804" y="967931"/>
                </a:lnTo>
                <a:lnTo>
                  <a:pt x="520975" y="992516"/>
                </a:lnTo>
                <a:lnTo>
                  <a:pt x="520180" y="1017255"/>
                </a:lnTo>
                <a:lnTo>
                  <a:pt x="519415" y="1042141"/>
                </a:lnTo>
                <a:lnTo>
                  <a:pt x="518677" y="1067168"/>
                </a:lnTo>
                <a:lnTo>
                  <a:pt x="517965" y="1092330"/>
                </a:lnTo>
                <a:lnTo>
                  <a:pt x="517276" y="1117619"/>
                </a:lnTo>
                <a:lnTo>
                  <a:pt x="516606" y="1143030"/>
                </a:lnTo>
                <a:lnTo>
                  <a:pt x="515953" y="1168556"/>
                </a:lnTo>
                <a:lnTo>
                  <a:pt x="515315" y="1194190"/>
                </a:lnTo>
                <a:lnTo>
                  <a:pt x="514688" y="1219927"/>
                </a:lnTo>
                <a:lnTo>
                  <a:pt x="514070" y="1245758"/>
                </a:lnTo>
                <a:lnTo>
                  <a:pt x="513458" y="1271679"/>
                </a:lnTo>
                <a:lnTo>
                  <a:pt x="512849" y="1297682"/>
                </a:lnTo>
                <a:lnTo>
                  <a:pt x="512242" y="1323762"/>
                </a:lnTo>
                <a:lnTo>
                  <a:pt x="511632" y="1349910"/>
                </a:lnTo>
                <a:lnTo>
                  <a:pt x="511018" y="1376121"/>
                </a:lnTo>
                <a:lnTo>
                  <a:pt x="510397" y="1402389"/>
                </a:lnTo>
                <a:lnTo>
                  <a:pt x="509765" y="1428707"/>
                </a:lnTo>
                <a:lnTo>
                  <a:pt x="509121" y="1455068"/>
                </a:lnTo>
                <a:lnTo>
                  <a:pt x="508461" y="1481465"/>
                </a:lnTo>
                <a:lnTo>
                  <a:pt x="507783" y="1507893"/>
                </a:lnTo>
                <a:lnTo>
                  <a:pt x="507084" y="1534344"/>
                </a:lnTo>
                <a:lnTo>
                  <a:pt x="506362" y="1560813"/>
                </a:lnTo>
                <a:lnTo>
                  <a:pt x="505613" y="1587292"/>
                </a:lnTo>
                <a:lnTo>
                  <a:pt x="504836" y="1613775"/>
                </a:lnTo>
                <a:lnTo>
                  <a:pt x="504027" y="1640255"/>
                </a:lnTo>
                <a:lnTo>
                  <a:pt x="503183" y="1666726"/>
                </a:lnTo>
                <a:lnTo>
                  <a:pt x="502302" y="1693182"/>
                </a:lnTo>
                <a:lnTo>
                  <a:pt x="501382" y="1719615"/>
                </a:lnTo>
                <a:lnTo>
                  <a:pt x="500420" y="1746019"/>
                </a:lnTo>
                <a:lnTo>
                  <a:pt x="499412" y="1772388"/>
                </a:lnTo>
                <a:lnTo>
                  <a:pt x="498356" y="1798715"/>
                </a:lnTo>
                <a:lnTo>
                  <a:pt x="497250" y="1824993"/>
                </a:lnTo>
                <a:lnTo>
                  <a:pt x="496091" y="1851216"/>
                </a:lnTo>
                <a:lnTo>
                  <a:pt x="494876" y="1877377"/>
                </a:lnTo>
                <a:lnTo>
                  <a:pt x="493603" y="1903469"/>
                </a:lnTo>
                <a:lnTo>
                  <a:pt x="492268" y="1929487"/>
                </a:lnTo>
                <a:lnTo>
                  <a:pt x="490869" y="1955422"/>
                </a:lnTo>
                <a:lnTo>
                  <a:pt x="489404" y="1981270"/>
                </a:lnTo>
                <a:lnTo>
                  <a:pt x="487870" y="2007022"/>
                </a:lnTo>
                <a:lnTo>
                  <a:pt x="486264" y="2032673"/>
                </a:lnTo>
                <a:lnTo>
                  <a:pt x="484583" y="2058216"/>
                </a:lnTo>
                <a:lnTo>
                  <a:pt x="482825" y="2083644"/>
                </a:lnTo>
                <a:lnTo>
                  <a:pt x="480987" y="2108951"/>
                </a:lnTo>
                <a:lnTo>
                  <a:pt x="479066" y="2134129"/>
                </a:lnTo>
                <a:lnTo>
                  <a:pt x="477061" y="2159173"/>
                </a:lnTo>
                <a:lnTo>
                  <a:pt x="474967" y="2184075"/>
                </a:lnTo>
                <a:lnTo>
                  <a:pt x="472783" y="2208829"/>
                </a:lnTo>
                <a:lnTo>
                  <a:pt x="470506" y="2233428"/>
                </a:lnTo>
                <a:lnTo>
                  <a:pt x="468133" y="2257866"/>
                </a:lnTo>
                <a:lnTo>
                  <a:pt x="465662" y="2282135"/>
                </a:lnTo>
                <a:lnTo>
                  <a:pt x="463089" y="2306230"/>
                </a:lnTo>
                <a:lnTo>
                  <a:pt x="460413" y="2330143"/>
                </a:lnTo>
                <a:lnTo>
                  <a:pt x="457631" y="2353868"/>
                </a:lnTo>
                <a:lnTo>
                  <a:pt x="454740" y="2377397"/>
                </a:lnTo>
                <a:lnTo>
                  <a:pt x="451738" y="2400725"/>
                </a:lnTo>
                <a:lnTo>
                  <a:pt x="448621" y="2423844"/>
                </a:lnTo>
                <a:lnTo>
                  <a:pt x="445389" y="2446748"/>
                </a:lnTo>
                <a:lnTo>
                  <a:pt x="442037" y="2469429"/>
                </a:lnTo>
                <a:lnTo>
                  <a:pt x="438563" y="2491882"/>
                </a:lnTo>
                <a:lnTo>
                  <a:pt x="434965" y="2514099"/>
                </a:lnTo>
                <a:lnTo>
                  <a:pt x="431241" y="2536073"/>
                </a:lnTo>
                <a:lnTo>
                  <a:pt x="427387" y="2557798"/>
                </a:lnTo>
                <a:lnTo>
                  <a:pt x="423402" y="2579267"/>
                </a:lnTo>
                <a:lnTo>
                  <a:pt x="419282" y="2600473"/>
                </a:lnTo>
                <a:lnTo>
                  <a:pt x="415026" y="2621408"/>
                </a:lnTo>
                <a:lnTo>
                  <a:pt x="410632" y="2642067"/>
                </a:lnTo>
                <a:lnTo>
                  <a:pt x="406096" y="2662442"/>
                </a:lnTo>
                <a:lnTo>
                  <a:pt x="401416" y="2682526"/>
                </a:lnTo>
                <a:lnTo>
                  <a:pt x="396591" y="2702312"/>
                </a:lnTo>
                <a:lnTo>
                  <a:pt x="391618" y="2721794"/>
                </a:lnTo>
                <a:lnTo>
                  <a:pt x="386494" y="2740964"/>
                </a:lnTo>
                <a:lnTo>
                  <a:pt x="381218" y="2759815"/>
                </a:lnTo>
                <a:lnTo>
                  <a:pt x="375787" y="2778341"/>
                </a:lnTo>
                <a:lnTo>
                  <a:pt x="370200" y="2796534"/>
                </a:lnTo>
                <a:lnTo>
                  <a:pt x="364454" y="2814387"/>
                </a:lnTo>
                <a:lnTo>
                  <a:pt x="358547" y="2831894"/>
                </a:lnTo>
                <a:lnTo>
                  <a:pt x="352478" y="2849047"/>
                </a:lnTo>
                <a:lnTo>
                  <a:pt x="346245" y="2865839"/>
                </a:lnTo>
                <a:lnTo>
                  <a:pt x="339847" y="2882263"/>
                </a:lnTo>
                <a:lnTo>
                  <a:pt x="333281" y="2898313"/>
                </a:lnTo>
                <a:lnTo>
                  <a:pt x="326546" y="2913981"/>
                </a:lnTo>
                <a:lnTo>
                  <a:pt x="319641" y="2929260"/>
                </a:lnTo>
                <a:lnTo>
                  <a:pt x="312564" y="2944143"/>
                </a:lnTo>
                <a:lnTo>
                  <a:pt x="305315" y="2958625"/>
                </a:lnTo>
                <a:lnTo>
                  <a:pt x="297893" y="2972698"/>
                </a:lnTo>
                <a:lnTo>
                  <a:pt x="290295" y="2986355"/>
                </a:lnTo>
                <a:lnTo>
                  <a:pt x="282523" y="2999590"/>
                </a:lnTo>
                <a:lnTo>
                  <a:pt x="274574" y="3012397"/>
                </a:lnTo>
                <a:lnTo>
                  <a:pt x="266449" y="3024770"/>
                </a:lnTo>
                <a:lnTo>
                  <a:pt x="258147" y="3036703"/>
                </a:lnTo>
                <a:lnTo>
                  <a:pt x="249667" y="3048191"/>
                </a:lnTo>
                <a:lnTo>
                  <a:pt x="241008" y="3059229"/>
                </a:lnTo>
                <a:lnTo>
                  <a:pt x="232171" y="3069811"/>
                </a:lnTo>
                <a:lnTo>
                  <a:pt x="223154" y="3079934"/>
                </a:lnTo>
                <a:lnTo>
                  <a:pt x="213957" y="3089593"/>
                </a:lnTo>
                <a:lnTo>
                  <a:pt x="204579" y="3098785"/>
                </a:lnTo>
                <a:lnTo>
                  <a:pt x="195017" y="3107507"/>
                </a:lnTo>
                <a:lnTo>
                  <a:pt x="185270" y="3115755"/>
                </a:lnTo>
                <a:lnTo>
                  <a:pt x="175336" y="3123529"/>
                </a:lnTo>
                <a:lnTo>
                  <a:pt x="165212" y="3130824"/>
                </a:lnTo>
                <a:lnTo>
                  <a:pt x="154893" y="3137641"/>
                </a:lnTo>
                <a:lnTo>
                  <a:pt x="144374" y="3143977"/>
                </a:lnTo>
                <a:lnTo>
                  <a:pt x="133652" y="3149829"/>
                </a:lnTo>
                <a:lnTo>
                  <a:pt x="122718" y="3155197"/>
                </a:lnTo>
                <a:lnTo>
                  <a:pt x="111566" y="3160078"/>
                </a:lnTo>
                <a:lnTo>
                  <a:pt x="100188" y="3164468"/>
                </a:lnTo>
                <a:lnTo>
                  <a:pt x="88577" y="3168365"/>
                </a:lnTo>
                <a:lnTo>
                  <a:pt x="76722" y="3171763"/>
                </a:lnTo>
                <a:lnTo>
                  <a:pt x="64616" y="3174659"/>
                </a:lnTo>
                <a:lnTo>
                  <a:pt x="52249" y="3177045"/>
                </a:lnTo>
                <a:lnTo>
                  <a:pt x="39612" y="3178915"/>
                </a:lnTo>
                <a:lnTo>
                  <a:pt x="26697" y="3180262"/>
                </a:lnTo>
                <a:lnTo>
                  <a:pt x="13495" y="3181076"/>
                </a:lnTo>
                <a:lnTo>
                  <a:pt x="0" y="3181350"/>
                </a:lnTo>
                <a:close/>
              </a:path>
            </a:pathLst>
          </a:custGeom>
          <a:solidFill>
            <a:srgbClr val="000000"/>
          </a:solidFill>
          <a:ln w="0">
            <a:noFill/>
          </a:ln>
        </p:spPr>
      </p:sp>
      <p:sp>
        <p:nvSpPr>
          <p:cNvPr id="2418" name="shared__data_bus" descr="Editable filled curved data-flow path"/>
          <p:cNvSpPr/>
          <p:nvPr/>
        </p:nvSpPr>
        <p:spPr>
          <a:xfrm>
            <a:off x="4714875" y="972502"/>
            <a:ext cx="6057900" cy="36195"/>
          </a:xfrm>
          <a:custGeom>
            <a:avLst/>
            <a:gdLst/>
            <a:ahLst/>
            <a:cxnLst/>
            <a:rect l="0" t="0" r="w" b="h"/>
            <a:pathLst>
              <a:path w="6057900" h="36195" fill="norm" stroke="false">
                <a:moveTo>
                  <a:pt x="0" y="36195"/>
                </a:moveTo>
                <a:lnTo>
                  <a:pt x="33655" y="36195"/>
                </a:lnTo>
                <a:lnTo>
                  <a:pt x="67310" y="36195"/>
                </a:lnTo>
                <a:lnTo>
                  <a:pt x="100965" y="36195"/>
                </a:lnTo>
                <a:lnTo>
                  <a:pt x="134620" y="36195"/>
                </a:lnTo>
                <a:lnTo>
                  <a:pt x="168275" y="36195"/>
                </a:lnTo>
                <a:lnTo>
                  <a:pt x="201930" y="36195"/>
                </a:lnTo>
                <a:lnTo>
                  <a:pt x="235585" y="36195"/>
                </a:lnTo>
                <a:lnTo>
                  <a:pt x="269240" y="36195"/>
                </a:lnTo>
                <a:lnTo>
                  <a:pt x="302895" y="36195"/>
                </a:lnTo>
                <a:lnTo>
                  <a:pt x="336550" y="36195"/>
                </a:lnTo>
                <a:lnTo>
                  <a:pt x="370205" y="36195"/>
                </a:lnTo>
                <a:lnTo>
                  <a:pt x="403860" y="36195"/>
                </a:lnTo>
                <a:lnTo>
                  <a:pt x="437515" y="36195"/>
                </a:lnTo>
                <a:lnTo>
                  <a:pt x="471170" y="36195"/>
                </a:lnTo>
                <a:lnTo>
                  <a:pt x="504825" y="36195"/>
                </a:lnTo>
                <a:lnTo>
                  <a:pt x="538480" y="36195"/>
                </a:lnTo>
                <a:lnTo>
                  <a:pt x="572135" y="36195"/>
                </a:lnTo>
                <a:lnTo>
                  <a:pt x="605790" y="36195"/>
                </a:lnTo>
                <a:lnTo>
                  <a:pt x="639445" y="36195"/>
                </a:lnTo>
                <a:lnTo>
                  <a:pt x="673100" y="36195"/>
                </a:lnTo>
                <a:lnTo>
                  <a:pt x="706755" y="36195"/>
                </a:lnTo>
                <a:lnTo>
                  <a:pt x="740410" y="36195"/>
                </a:lnTo>
                <a:lnTo>
                  <a:pt x="774065" y="36195"/>
                </a:lnTo>
                <a:lnTo>
                  <a:pt x="807720" y="36195"/>
                </a:lnTo>
                <a:lnTo>
                  <a:pt x="841375" y="36195"/>
                </a:lnTo>
                <a:lnTo>
                  <a:pt x="875030" y="36195"/>
                </a:lnTo>
                <a:lnTo>
                  <a:pt x="908685" y="36195"/>
                </a:lnTo>
                <a:lnTo>
                  <a:pt x="942340" y="36195"/>
                </a:lnTo>
                <a:lnTo>
                  <a:pt x="975995" y="36195"/>
                </a:lnTo>
                <a:lnTo>
                  <a:pt x="1009650" y="36195"/>
                </a:lnTo>
                <a:lnTo>
                  <a:pt x="1043305" y="36195"/>
                </a:lnTo>
                <a:lnTo>
                  <a:pt x="1076960" y="36195"/>
                </a:lnTo>
                <a:lnTo>
                  <a:pt x="1110615" y="36195"/>
                </a:lnTo>
                <a:lnTo>
                  <a:pt x="1144270" y="36195"/>
                </a:lnTo>
                <a:lnTo>
                  <a:pt x="1177925" y="36195"/>
                </a:lnTo>
                <a:lnTo>
                  <a:pt x="1211580" y="36195"/>
                </a:lnTo>
                <a:lnTo>
                  <a:pt x="1245235" y="36195"/>
                </a:lnTo>
                <a:lnTo>
                  <a:pt x="1278890" y="36195"/>
                </a:lnTo>
                <a:lnTo>
                  <a:pt x="1312545" y="36195"/>
                </a:lnTo>
                <a:lnTo>
                  <a:pt x="1346200" y="36195"/>
                </a:lnTo>
                <a:lnTo>
                  <a:pt x="1379855" y="36195"/>
                </a:lnTo>
                <a:lnTo>
                  <a:pt x="1413510" y="36195"/>
                </a:lnTo>
                <a:lnTo>
                  <a:pt x="1447165" y="36195"/>
                </a:lnTo>
                <a:lnTo>
                  <a:pt x="1480820" y="36195"/>
                </a:lnTo>
                <a:lnTo>
                  <a:pt x="1514475" y="36195"/>
                </a:lnTo>
                <a:lnTo>
                  <a:pt x="1548130" y="36195"/>
                </a:lnTo>
                <a:lnTo>
                  <a:pt x="1581785" y="36195"/>
                </a:lnTo>
                <a:lnTo>
                  <a:pt x="1615440" y="36195"/>
                </a:lnTo>
                <a:lnTo>
                  <a:pt x="1649095" y="36195"/>
                </a:lnTo>
                <a:lnTo>
                  <a:pt x="1682750" y="36195"/>
                </a:lnTo>
                <a:lnTo>
                  <a:pt x="1716405" y="36195"/>
                </a:lnTo>
                <a:lnTo>
                  <a:pt x="1750060" y="36195"/>
                </a:lnTo>
                <a:lnTo>
                  <a:pt x="1783715" y="36195"/>
                </a:lnTo>
                <a:lnTo>
                  <a:pt x="1817370" y="36195"/>
                </a:lnTo>
                <a:lnTo>
                  <a:pt x="1851025" y="36195"/>
                </a:lnTo>
                <a:lnTo>
                  <a:pt x="1884680" y="36195"/>
                </a:lnTo>
                <a:lnTo>
                  <a:pt x="1918335" y="36195"/>
                </a:lnTo>
                <a:lnTo>
                  <a:pt x="1951990" y="36195"/>
                </a:lnTo>
                <a:lnTo>
                  <a:pt x="1985645" y="36195"/>
                </a:lnTo>
                <a:lnTo>
                  <a:pt x="2019300" y="36195"/>
                </a:lnTo>
                <a:lnTo>
                  <a:pt x="2052955" y="36195"/>
                </a:lnTo>
                <a:lnTo>
                  <a:pt x="2086610" y="36195"/>
                </a:lnTo>
                <a:lnTo>
                  <a:pt x="2120265" y="36195"/>
                </a:lnTo>
                <a:lnTo>
                  <a:pt x="2153920" y="36195"/>
                </a:lnTo>
                <a:lnTo>
                  <a:pt x="2187575" y="36195"/>
                </a:lnTo>
                <a:lnTo>
                  <a:pt x="2221230" y="36195"/>
                </a:lnTo>
                <a:lnTo>
                  <a:pt x="2254885" y="36195"/>
                </a:lnTo>
                <a:lnTo>
                  <a:pt x="2288540" y="36195"/>
                </a:lnTo>
                <a:lnTo>
                  <a:pt x="2322195" y="36195"/>
                </a:lnTo>
                <a:lnTo>
                  <a:pt x="2355850" y="36195"/>
                </a:lnTo>
                <a:lnTo>
                  <a:pt x="2389505" y="36195"/>
                </a:lnTo>
                <a:lnTo>
                  <a:pt x="2423160" y="36195"/>
                </a:lnTo>
                <a:lnTo>
                  <a:pt x="2456815" y="36195"/>
                </a:lnTo>
                <a:lnTo>
                  <a:pt x="2490470" y="36195"/>
                </a:lnTo>
                <a:lnTo>
                  <a:pt x="2524125" y="36195"/>
                </a:lnTo>
                <a:lnTo>
                  <a:pt x="2557780" y="36195"/>
                </a:lnTo>
                <a:lnTo>
                  <a:pt x="2591435" y="36195"/>
                </a:lnTo>
                <a:lnTo>
                  <a:pt x="2625090" y="36195"/>
                </a:lnTo>
                <a:lnTo>
                  <a:pt x="2658745" y="36195"/>
                </a:lnTo>
                <a:lnTo>
                  <a:pt x="2692400" y="36195"/>
                </a:lnTo>
                <a:lnTo>
                  <a:pt x="2726055" y="36195"/>
                </a:lnTo>
                <a:lnTo>
                  <a:pt x="2759710" y="36195"/>
                </a:lnTo>
                <a:lnTo>
                  <a:pt x="2793365" y="36195"/>
                </a:lnTo>
                <a:lnTo>
                  <a:pt x="2827020" y="36195"/>
                </a:lnTo>
                <a:lnTo>
                  <a:pt x="2860675" y="36195"/>
                </a:lnTo>
                <a:lnTo>
                  <a:pt x="2894330" y="36195"/>
                </a:lnTo>
                <a:lnTo>
                  <a:pt x="2927985" y="36195"/>
                </a:lnTo>
                <a:lnTo>
                  <a:pt x="2961640" y="36195"/>
                </a:lnTo>
                <a:lnTo>
                  <a:pt x="2995295" y="36195"/>
                </a:lnTo>
                <a:lnTo>
                  <a:pt x="3028950" y="36195"/>
                </a:lnTo>
                <a:lnTo>
                  <a:pt x="3062605" y="36195"/>
                </a:lnTo>
                <a:lnTo>
                  <a:pt x="3096260" y="36195"/>
                </a:lnTo>
                <a:lnTo>
                  <a:pt x="3129915" y="36195"/>
                </a:lnTo>
                <a:lnTo>
                  <a:pt x="3163570" y="36195"/>
                </a:lnTo>
                <a:lnTo>
                  <a:pt x="3197225" y="36195"/>
                </a:lnTo>
                <a:lnTo>
                  <a:pt x="3230880" y="36195"/>
                </a:lnTo>
                <a:lnTo>
                  <a:pt x="3264535" y="36195"/>
                </a:lnTo>
                <a:lnTo>
                  <a:pt x="3298190" y="36195"/>
                </a:lnTo>
                <a:lnTo>
                  <a:pt x="3331845" y="36195"/>
                </a:lnTo>
                <a:lnTo>
                  <a:pt x="3365500" y="36195"/>
                </a:lnTo>
                <a:lnTo>
                  <a:pt x="3399155" y="36195"/>
                </a:lnTo>
                <a:lnTo>
                  <a:pt x="3432810" y="36195"/>
                </a:lnTo>
                <a:lnTo>
                  <a:pt x="3466465" y="36195"/>
                </a:lnTo>
                <a:lnTo>
                  <a:pt x="3500120" y="36195"/>
                </a:lnTo>
                <a:lnTo>
                  <a:pt x="3533775" y="36195"/>
                </a:lnTo>
                <a:lnTo>
                  <a:pt x="3567430" y="36195"/>
                </a:lnTo>
                <a:lnTo>
                  <a:pt x="3601085" y="36195"/>
                </a:lnTo>
                <a:lnTo>
                  <a:pt x="3634740" y="36195"/>
                </a:lnTo>
                <a:lnTo>
                  <a:pt x="3668395" y="36195"/>
                </a:lnTo>
                <a:lnTo>
                  <a:pt x="3702050" y="36195"/>
                </a:lnTo>
                <a:lnTo>
                  <a:pt x="3735705" y="36195"/>
                </a:lnTo>
                <a:lnTo>
                  <a:pt x="3769360" y="36195"/>
                </a:lnTo>
                <a:lnTo>
                  <a:pt x="3803015" y="36195"/>
                </a:lnTo>
                <a:lnTo>
                  <a:pt x="3836670" y="36195"/>
                </a:lnTo>
                <a:lnTo>
                  <a:pt x="3870325" y="36195"/>
                </a:lnTo>
                <a:lnTo>
                  <a:pt x="3903980" y="36195"/>
                </a:lnTo>
                <a:lnTo>
                  <a:pt x="3937635" y="36195"/>
                </a:lnTo>
                <a:lnTo>
                  <a:pt x="3971290" y="36195"/>
                </a:lnTo>
                <a:lnTo>
                  <a:pt x="4004945" y="36195"/>
                </a:lnTo>
                <a:lnTo>
                  <a:pt x="4038600" y="36195"/>
                </a:lnTo>
                <a:lnTo>
                  <a:pt x="4072255" y="36195"/>
                </a:lnTo>
                <a:lnTo>
                  <a:pt x="4105910" y="36195"/>
                </a:lnTo>
                <a:lnTo>
                  <a:pt x="4139565" y="36195"/>
                </a:lnTo>
                <a:lnTo>
                  <a:pt x="4173220" y="36195"/>
                </a:lnTo>
                <a:lnTo>
                  <a:pt x="4206875" y="36195"/>
                </a:lnTo>
                <a:lnTo>
                  <a:pt x="4240530" y="36195"/>
                </a:lnTo>
                <a:lnTo>
                  <a:pt x="4274185" y="36195"/>
                </a:lnTo>
                <a:lnTo>
                  <a:pt x="4307840" y="36195"/>
                </a:lnTo>
                <a:lnTo>
                  <a:pt x="4341495" y="36195"/>
                </a:lnTo>
                <a:lnTo>
                  <a:pt x="4375150" y="36195"/>
                </a:lnTo>
                <a:lnTo>
                  <a:pt x="4408805" y="36195"/>
                </a:lnTo>
                <a:lnTo>
                  <a:pt x="4442460" y="36195"/>
                </a:lnTo>
                <a:lnTo>
                  <a:pt x="4476115" y="36195"/>
                </a:lnTo>
                <a:lnTo>
                  <a:pt x="4509770" y="36195"/>
                </a:lnTo>
                <a:lnTo>
                  <a:pt x="4543425" y="36195"/>
                </a:lnTo>
                <a:lnTo>
                  <a:pt x="4577080" y="36195"/>
                </a:lnTo>
                <a:lnTo>
                  <a:pt x="4610735" y="36195"/>
                </a:lnTo>
                <a:lnTo>
                  <a:pt x="4644390" y="36195"/>
                </a:lnTo>
                <a:lnTo>
                  <a:pt x="4678045" y="36195"/>
                </a:lnTo>
                <a:lnTo>
                  <a:pt x="4711700" y="36195"/>
                </a:lnTo>
                <a:lnTo>
                  <a:pt x="4745355" y="36195"/>
                </a:lnTo>
                <a:lnTo>
                  <a:pt x="4779010" y="36195"/>
                </a:lnTo>
                <a:lnTo>
                  <a:pt x="4812665" y="36195"/>
                </a:lnTo>
                <a:lnTo>
                  <a:pt x="4846320" y="36195"/>
                </a:lnTo>
                <a:lnTo>
                  <a:pt x="4879975" y="36195"/>
                </a:lnTo>
                <a:lnTo>
                  <a:pt x="4913630" y="36195"/>
                </a:lnTo>
                <a:lnTo>
                  <a:pt x="4947285" y="36195"/>
                </a:lnTo>
                <a:lnTo>
                  <a:pt x="4980940" y="36195"/>
                </a:lnTo>
                <a:lnTo>
                  <a:pt x="5014595" y="36195"/>
                </a:lnTo>
                <a:lnTo>
                  <a:pt x="5048250" y="36195"/>
                </a:lnTo>
                <a:lnTo>
                  <a:pt x="5081905" y="36195"/>
                </a:lnTo>
                <a:lnTo>
                  <a:pt x="5115560" y="36195"/>
                </a:lnTo>
                <a:lnTo>
                  <a:pt x="5149215" y="36195"/>
                </a:lnTo>
                <a:lnTo>
                  <a:pt x="5182870" y="36195"/>
                </a:lnTo>
                <a:lnTo>
                  <a:pt x="5216525" y="36195"/>
                </a:lnTo>
                <a:lnTo>
                  <a:pt x="5250180" y="36195"/>
                </a:lnTo>
                <a:lnTo>
                  <a:pt x="5283835" y="36195"/>
                </a:lnTo>
                <a:lnTo>
                  <a:pt x="5317490" y="36195"/>
                </a:lnTo>
                <a:lnTo>
                  <a:pt x="5351145" y="36195"/>
                </a:lnTo>
                <a:lnTo>
                  <a:pt x="5384800" y="36195"/>
                </a:lnTo>
                <a:lnTo>
                  <a:pt x="5418455" y="36195"/>
                </a:lnTo>
                <a:lnTo>
                  <a:pt x="5452110" y="36195"/>
                </a:lnTo>
                <a:lnTo>
                  <a:pt x="5485765" y="36195"/>
                </a:lnTo>
                <a:lnTo>
                  <a:pt x="5519420" y="36195"/>
                </a:lnTo>
                <a:lnTo>
                  <a:pt x="5553075" y="36195"/>
                </a:lnTo>
                <a:lnTo>
                  <a:pt x="5586730" y="36195"/>
                </a:lnTo>
                <a:lnTo>
                  <a:pt x="5620385" y="36195"/>
                </a:lnTo>
                <a:lnTo>
                  <a:pt x="5654040" y="36195"/>
                </a:lnTo>
                <a:lnTo>
                  <a:pt x="5687695" y="36195"/>
                </a:lnTo>
                <a:lnTo>
                  <a:pt x="5721350" y="36195"/>
                </a:lnTo>
                <a:lnTo>
                  <a:pt x="5755005" y="36195"/>
                </a:lnTo>
                <a:lnTo>
                  <a:pt x="5788660" y="36195"/>
                </a:lnTo>
                <a:lnTo>
                  <a:pt x="5822315" y="36195"/>
                </a:lnTo>
                <a:lnTo>
                  <a:pt x="5855970" y="36195"/>
                </a:lnTo>
                <a:lnTo>
                  <a:pt x="5889625" y="36195"/>
                </a:lnTo>
                <a:lnTo>
                  <a:pt x="5923280" y="36195"/>
                </a:lnTo>
                <a:lnTo>
                  <a:pt x="5956935" y="36195"/>
                </a:lnTo>
                <a:lnTo>
                  <a:pt x="5990590" y="36195"/>
                </a:lnTo>
                <a:lnTo>
                  <a:pt x="6024245" y="36195"/>
                </a:lnTo>
                <a:lnTo>
                  <a:pt x="6057900" y="36195"/>
                </a:lnTo>
                <a:lnTo>
                  <a:pt x="6057900" y="0"/>
                </a:lnTo>
                <a:lnTo>
                  <a:pt x="6024245" y="0"/>
                </a:lnTo>
                <a:lnTo>
                  <a:pt x="5990590" y="0"/>
                </a:lnTo>
                <a:lnTo>
                  <a:pt x="5956935" y="0"/>
                </a:lnTo>
                <a:lnTo>
                  <a:pt x="5923280" y="0"/>
                </a:lnTo>
                <a:lnTo>
                  <a:pt x="5889625" y="0"/>
                </a:lnTo>
                <a:lnTo>
                  <a:pt x="5855970" y="0"/>
                </a:lnTo>
                <a:lnTo>
                  <a:pt x="5822315" y="0"/>
                </a:lnTo>
                <a:lnTo>
                  <a:pt x="5788660" y="0"/>
                </a:lnTo>
                <a:lnTo>
                  <a:pt x="5755005" y="0"/>
                </a:lnTo>
                <a:lnTo>
                  <a:pt x="5721350" y="0"/>
                </a:lnTo>
                <a:lnTo>
                  <a:pt x="5687695" y="0"/>
                </a:lnTo>
                <a:lnTo>
                  <a:pt x="5654040" y="0"/>
                </a:lnTo>
                <a:lnTo>
                  <a:pt x="5620385" y="0"/>
                </a:lnTo>
                <a:lnTo>
                  <a:pt x="5586730" y="0"/>
                </a:lnTo>
                <a:lnTo>
                  <a:pt x="5553075" y="0"/>
                </a:lnTo>
                <a:lnTo>
                  <a:pt x="5519420" y="0"/>
                </a:lnTo>
                <a:lnTo>
                  <a:pt x="5485765" y="0"/>
                </a:lnTo>
                <a:lnTo>
                  <a:pt x="5452110" y="0"/>
                </a:lnTo>
                <a:lnTo>
                  <a:pt x="5418455" y="0"/>
                </a:lnTo>
                <a:lnTo>
                  <a:pt x="5384800" y="0"/>
                </a:lnTo>
                <a:lnTo>
                  <a:pt x="5351145" y="0"/>
                </a:lnTo>
                <a:lnTo>
                  <a:pt x="5317490" y="0"/>
                </a:lnTo>
                <a:lnTo>
                  <a:pt x="5283835" y="0"/>
                </a:lnTo>
                <a:lnTo>
                  <a:pt x="5250180" y="0"/>
                </a:lnTo>
                <a:lnTo>
                  <a:pt x="5216525" y="0"/>
                </a:lnTo>
                <a:lnTo>
                  <a:pt x="5182870" y="0"/>
                </a:lnTo>
                <a:lnTo>
                  <a:pt x="5149215" y="0"/>
                </a:lnTo>
                <a:lnTo>
                  <a:pt x="5115560" y="0"/>
                </a:lnTo>
                <a:lnTo>
                  <a:pt x="5081905" y="0"/>
                </a:lnTo>
                <a:lnTo>
                  <a:pt x="5048250" y="0"/>
                </a:lnTo>
                <a:lnTo>
                  <a:pt x="5014595" y="0"/>
                </a:lnTo>
                <a:lnTo>
                  <a:pt x="4980940" y="0"/>
                </a:lnTo>
                <a:lnTo>
                  <a:pt x="4947285" y="0"/>
                </a:lnTo>
                <a:lnTo>
                  <a:pt x="4913630" y="0"/>
                </a:lnTo>
                <a:lnTo>
                  <a:pt x="4879975" y="0"/>
                </a:lnTo>
                <a:lnTo>
                  <a:pt x="4846320" y="0"/>
                </a:lnTo>
                <a:lnTo>
                  <a:pt x="4812665" y="0"/>
                </a:lnTo>
                <a:lnTo>
                  <a:pt x="4779010" y="0"/>
                </a:lnTo>
                <a:lnTo>
                  <a:pt x="4745355" y="0"/>
                </a:lnTo>
                <a:lnTo>
                  <a:pt x="4711700" y="0"/>
                </a:lnTo>
                <a:lnTo>
                  <a:pt x="4678045" y="0"/>
                </a:lnTo>
                <a:lnTo>
                  <a:pt x="4644390" y="0"/>
                </a:lnTo>
                <a:lnTo>
                  <a:pt x="4610735" y="0"/>
                </a:lnTo>
                <a:lnTo>
                  <a:pt x="4577080" y="0"/>
                </a:lnTo>
                <a:lnTo>
                  <a:pt x="4543425" y="0"/>
                </a:lnTo>
                <a:lnTo>
                  <a:pt x="4509770" y="0"/>
                </a:lnTo>
                <a:lnTo>
                  <a:pt x="4476115" y="0"/>
                </a:lnTo>
                <a:lnTo>
                  <a:pt x="4442460" y="0"/>
                </a:lnTo>
                <a:lnTo>
                  <a:pt x="4408805" y="0"/>
                </a:lnTo>
                <a:lnTo>
                  <a:pt x="4375150" y="0"/>
                </a:lnTo>
                <a:lnTo>
                  <a:pt x="4341495" y="0"/>
                </a:lnTo>
                <a:lnTo>
                  <a:pt x="4307840" y="0"/>
                </a:lnTo>
                <a:lnTo>
                  <a:pt x="4274185" y="0"/>
                </a:lnTo>
                <a:lnTo>
                  <a:pt x="4240530" y="0"/>
                </a:lnTo>
                <a:lnTo>
                  <a:pt x="4206875" y="0"/>
                </a:lnTo>
                <a:lnTo>
                  <a:pt x="4173220" y="0"/>
                </a:lnTo>
                <a:lnTo>
                  <a:pt x="4139565" y="0"/>
                </a:lnTo>
                <a:lnTo>
                  <a:pt x="4105910" y="0"/>
                </a:lnTo>
                <a:lnTo>
                  <a:pt x="4072255" y="0"/>
                </a:lnTo>
                <a:lnTo>
                  <a:pt x="4038600" y="0"/>
                </a:lnTo>
                <a:lnTo>
                  <a:pt x="4004945" y="0"/>
                </a:lnTo>
                <a:lnTo>
                  <a:pt x="3971290" y="0"/>
                </a:lnTo>
                <a:lnTo>
                  <a:pt x="3937635" y="0"/>
                </a:lnTo>
                <a:lnTo>
                  <a:pt x="3903980" y="0"/>
                </a:lnTo>
                <a:lnTo>
                  <a:pt x="3870325" y="0"/>
                </a:lnTo>
                <a:lnTo>
                  <a:pt x="3836670" y="0"/>
                </a:lnTo>
                <a:lnTo>
                  <a:pt x="3803015" y="0"/>
                </a:lnTo>
                <a:lnTo>
                  <a:pt x="3769360" y="0"/>
                </a:lnTo>
                <a:lnTo>
                  <a:pt x="3735705" y="0"/>
                </a:lnTo>
                <a:lnTo>
                  <a:pt x="3702050" y="0"/>
                </a:lnTo>
                <a:lnTo>
                  <a:pt x="3668395" y="0"/>
                </a:lnTo>
                <a:lnTo>
                  <a:pt x="3634740" y="0"/>
                </a:lnTo>
                <a:lnTo>
                  <a:pt x="3601085" y="0"/>
                </a:lnTo>
                <a:lnTo>
                  <a:pt x="3567430" y="0"/>
                </a:lnTo>
                <a:lnTo>
                  <a:pt x="3533775" y="0"/>
                </a:lnTo>
                <a:lnTo>
                  <a:pt x="3500120" y="0"/>
                </a:lnTo>
                <a:lnTo>
                  <a:pt x="3466465" y="0"/>
                </a:lnTo>
                <a:lnTo>
                  <a:pt x="3432810" y="0"/>
                </a:lnTo>
                <a:lnTo>
                  <a:pt x="3399155" y="0"/>
                </a:lnTo>
                <a:lnTo>
                  <a:pt x="3365500" y="0"/>
                </a:lnTo>
                <a:lnTo>
                  <a:pt x="3331845" y="0"/>
                </a:lnTo>
                <a:lnTo>
                  <a:pt x="3298190" y="0"/>
                </a:lnTo>
                <a:lnTo>
                  <a:pt x="3264535" y="0"/>
                </a:lnTo>
                <a:lnTo>
                  <a:pt x="3230880" y="0"/>
                </a:lnTo>
                <a:lnTo>
                  <a:pt x="3197225" y="0"/>
                </a:lnTo>
                <a:lnTo>
                  <a:pt x="3163570" y="0"/>
                </a:lnTo>
                <a:lnTo>
                  <a:pt x="3129915" y="0"/>
                </a:lnTo>
                <a:lnTo>
                  <a:pt x="3096260" y="0"/>
                </a:lnTo>
                <a:lnTo>
                  <a:pt x="3062605" y="0"/>
                </a:lnTo>
                <a:lnTo>
                  <a:pt x="3028950" y="0"/>
                </a:lnTo>
                <a:lnTo>
                  <a:pt x="2995295" y="0"/>
                </a:lnTo>
                <a:lnTo>
                  <a:pt x="2961640" y="0"/>
                </a:lnTo>
                <a:lnTo>
                  <a:pt x="2927985" y="0"/>
                </a:lnTo>
                <a:lnTo>
                  <a:pt x="2894330" y="0"/>
                </a:lnTo>
                <a:lnTo>
                  <a:pt x="2860675" y="0"/>
                </a:lnTo>
                <a:lnTo>
                  <a:pt x="2827020" y="0"/>
                </a:lnTo>
                <a:lnTo>
                  <a:pt x="2793365" y="0"/>
                </a:lnTo>
                <a:lnTo>
                  <a:pt x="2759710" y="0"/>
                </a:lnTo>
                <a:lnTo>
                  <a:pt x="2726055" y="0"/>
                </a:lnTo>
                <a:lnTo>
                  <a:pt x="2692400" y="0"/>
                </a:lnTo>
                <a:lnTo>
                  <a:pt x="2658745" y="0"/>
                </a:lnTo>
                <a:lnTo>
                  <a:pt x="2625090" y="0"/>
                </a:lnTo>
                <a:lnTo>
                  <a:pt x="2591435" y="0"/>
                </a:lnTo>
                <a:lnTo>
                  <a:pt x="2557780" y="0"/>
                </a:lnTo>
                <a:lnTo>
                  <a:pt x="2524125" y="0"/>
                </a:lnTo>
                <a:lnTo>
                  <a:pt x="2490470" y="0"/>
                </a:lnTo>
                <a:lnTo>
                  <a:pt x="2456815" y="0"/>
                </a:lnTo>
                <a:lnTo>
                  <a:pt x="2423160" y="0"/>
                </a:lnTo>
                <a:lnTo>
                  <a:pt x="2389505" y="0"/>
                </a:lnTo>
                <a:lnTo>
                  <a:pt x="2355850" y="0"/>
                </a:lnTo>
                <a:lnTo>
                  <a:pt x="2322195" y="0"/>
                </a:lnTo>
                <a:lnTo>
                  <a:pt x="2288540" y="0"/>
                </a:lnTo>
                <a:lnTo>
                  <a:pt x="2254885" y="0"/>
                </a:lnTo>
                <a:lnTo>
                  <a:pt x="2221230" y="0"/>
                </a:lnTo>
                <a:lnTo>
                  <a:pt x="2187575" y="0"/>
                </a:lnTo>
                <a:lnTo>
                  <a:pt x="2153920" y="0"/>
                </a:lnTo>
                <a:lnTo>
                  <a:pt x="2120265" y="0"/>
                </a:lnTo>
                <a:lnTo>
                  <a:pt x="2086610" y="0"/>
                </a:lnTo>
                <a:lnTo>
                  <a:pt x="2052955" y="0"/>
                </a:lnTo>
                <a:lnTo>
                  <a:pt x="2019300" y="0"/>
                </a:lnTo>
                <a:lnTo>
                  <a:pt x="1985645" y="0"/>
                </a:lnTo>
                <a:lnTo>
                  <a:pt x="1951990" y="0"/>
                </a:lnTo>
                <a:lnTo>
                  <a:pt x="1918335" y="0"/>
                </a:lnTo>
                <a:lnTo>
                  <a:pt x="1884680" y="0"/>
                </a:lnTo>
                <a:lnTo>
                  <a:pt x="1851025" y="0"/>
                </a:lnTo>
                <a:lnTo>
                  <a:pt x="1817370" y="0"/>
                </a:lnTo>
                <a:lnTo>
                  <a:pt x="1783715" y="0"/>
                </a:lnTo>
                <a:lnTo>
                  <a:pt x="1750060" y="0"/>
                </a:lnTo>
                <a:lnTo>
                  <a:pt x="1716405" y="0"/>
                </a:lnTo>
                <a:lnTo>
                  <a:pt x="1682750" y="0"/>
                </a:lnTo>
                <a:lnTo>
                  <a:pt x="1649095" y="0"/>
                </a:lnTo>
                <a:lnTo>
                  <a:pt x="1615440" y="0"/>
                </a:lnTo>
                <a:lnTo>
                  <a:pt x="1581785" y="0"/>
                </a:lnTo>
                <a:lnTo>
                  <a:pt x="1548130" y="0"/>
                </a:lnTo>
                <a:lnTo>
                  <a:pt x="1514475" y="0"/>
                </a:lnTo>
                <a:lnTo>
                  <a:pt x="1480820" y="0"/>
                </a:lnTo>
                <a:lnTo>
                  <a:pt x="1447165" y="0"/>
                </a:lnTo>
                <a:lnTo>
                  <a:pt x="1413510" y="0"/>
                </a:lnTo>
                <a:lnTo>
                  <a:pt x="1379855" y="0"/>
                </a:lnTo>
                <a:lnTo>
                  <a:pt x="1346200" y="0"/>
                </a:lnTo>
                <a:lnTo>
                  <a:pt x="1312545" y="0"/>
                </a:lnTo>
                <a:lnTo>
                  <a:pt x="1278890" y="0"/>
                </a:lnTo>
                <a:lnTo>
                  <a:pt x="1245235" y="0"/>
                </a:lnTo>
                <a:lnTo>
                  <a:pt x="1211580" y="0"/>
                </a:lnTo>
                <a:lnTo>
                  <a:pt x="1177925" y="0"/>
                </a:lnTo>
                <a:lnTo>
                  <a:pt x="1144270" y="0"/>
                </a:lnTo>
                <a:lnTo>
                  <a:pt x="1110615" y="0"/>
                </a:lnTo>
                <a:lnTo>
                  <a:pt x="1076960" y="0"/>
                </a:lnTo>
                <a:lnTo>
                  <a:pt x="1043305" y="0"/>
                </a:lnTo>
                <a:lnTo>
                  <a:pt x="1009650" y="0"/>
                </a:lnTo>
                <a:lnTo>
                  <a:pt x="975995" y="0"/>
                </a:lnTo>
                <a:lnTo>
                  <a:pt x="942340" y="0"/>
                </a:lnTo>
                <a:lnTo>
                  <a:pt x="908685" y="0"/>
                </a:lnTo>
                <a:lnTo>
                  <a:pt x="875030" y="0"/>
                </a:lnTo>
                <a:lnTo>
                  <a:pt x="841375" y="0"/>
                </a:lnTo>
                <a:lnTo>
                  <a:pt x="807720" y="0"/>
                </a:lnTo>
                <a:lnTo>
                  <a:pt x="774065" y="0"/>
                </a:lnTo>
                <a:lnTo>
                  <a:pt x="740410" y="0"/>
                </a:lnTo>
                <a:lnTo>
                  <a:pt x="706755" y="0"/>
                </a:lnTo>
                <a:lnTo>
                  <a:pt x="673100" y="0"/>
                </a:lnTo>
                <a:lnTo>
                  <a:pt x="639445" y="0"/>
                </a:lnTo>
                <a:lnTo>
                  <a:pt x="605790" y="0"/>
                </a:lnTo>
                <a:lnTo>
                  <a:pt x="572135" y="0"/>
                </a:lnTo>
                <a:lnTo>
                  <a:pt x="538480" y="0"/>
                </a:lnTo>
                <a:lnTo>
                  <a:pt x="504825" y="0"/>
                </a:lnTo>
                <a:lnTo>
                  <a:pt x="471170" y="0"/>
                </a:lnTo>
                <a:lnTo>
                  <a:pt x="437515" y="0"/>
                </a:lnTo>
                <a:lnTo>
                  <a:pt x="403860" y="0"/>
                </a:lnTo>
                <a:lnTo>
                  <a:pt x="370205" y="0"/>
                </a:lnTo>
                <a:lnTo>
                  <a:pt x="336550" y="0"/>
                </a:lnTo>
                <a:lnTo>
                  <a:pt x="302895" y="0"/>
                </a:lnTo>
                <a:lnTo>
                  <a:pt x="269240" y="0"/>
                </a:lnTo>
                <a:lnTo>
                  <a:pt x="235585" y="0"/>
                </a:lnTo>
                <a:lnTo>
                  <a:pt x="201930" y="0"/>
                </a:lnTo>
                <a:lnTo>
                  <a:pt x="168275" y="0"/>
                </a:lnTo>
                <a:lnTo>
                  <a:pt x="134620" y="0"/>
                </a:lnTo>
                <a:lnTo>
                  <a:pt x="100965" y="0"/>
                </a:lnTo>
                <a:lnTo>
                  <a:pt x="67310" y="0"/>
                </a:lnTo>
                <a:lnTo>
                  <a:pt x="33655" y="0"/>
                </a:lnTo>
                <a:lnTo>
                  <a:pt x="0" y="0"/>
                </a:lnTo>
                <a:close/>
              </a:path>
            </a:pathLst>
          </a:custGeom>
          <a:solidFill>
            <a:srgbClr val="000000"/>
          </a:solidFill>
          <a:ln w="0">
            <a:noFill/>
          </a:ln>
        </p:spPr>
      </p:sp>
      <p:sp>
        <p:nvSpPr>
          <p:cNvPr id="2419" name="shared__measurement_0" descr="Editable filled curved data-flow path"/>
          <p:cNvSpPr/>
          <p:nvPr/>
        </p:nvSpPr>
        <p:spPr>
          <a:xfrm>
            <a:off x="5876925" y="971074"/>
            <a:ext cx="160209" cy="181451"/>
          </a:xfrm>
          <a:custGeom>
            <a:avLst/>
            <a:gdLst/>
            <a:ahLst/>
            <a:cxnLst/>
            <a:rect l="0" t="0" r="w" b="h"/>
            <a:pathLst>
              <a:path w="160209" h="181451" fill="norm" stroke="false">
                <a:moveTo>
                  <a:pt x="0" y="39052"/>
                </a:moveTo>
                <a:lnTo>
                  <a:pt x="1076" y="39058"/>
                </a:lnTo>
                <a:lnTo>
                  <a:pt x="2143" y="39073"/>
                </a:lnTo>
                <a:lnTo>
                  <a:pt x="3202" y="39099"/>
                </a:lnTo>
                <a:lnTo>
                  <a:pt x="4252" y="39136"/>
                </a:lnTo>
                <a:lnTo>
                  <a:pt x="5294" y="39182"/>
                </a:lnTo>
                <a:lnTo>
                  <a:pt x="6328" y="39239"/>
                </a:lnTo>
                <a:lnTo>
                  <a:pt x="7353" y="39305"/>
                </a:lnTo>
                <a:lnTo>
                  <a:pt x="8370" y="39382"/>
                </a:lnTo>
                <a:lnTo>
                  <a:pt x="9379" y="39468"/>
                </a:lnTo>
                <a:lnTo>
                  <a:pt x="10379" y="39564"/>
                </a:lnTo>
                <a:lnTo>
                  <a:pt x="11371" y="39670"/>
                </a:lnTo>
                <a:lnTo>
                  <a:pt x="12356" y="39785"/>
                </a:lnTo>
                <a:lnTo>
                  <a:pt x="13332" y="39910"/>
                </a:lnTo>
                <a:lnTo>
                  <a:pt x="14300" y="40044"/>
                </a:lnTo>
                <a:lnTo>
                  <a:pt x="15260" y="40188"/>
                </a:lnTo>
                <a:lnTo>
                  <a:pt x="16212" y="40341"/>
                </a:lnTo>
                <a:lnTo>
                  <a:pt x="17156" y="40504"/>
                </a:lnTo>
                <a:lnTo>
                  <a:pt x="18093" y="40675"/>
                </a:lnTo>
                <a:lnTo>
                  <a:pt x="19022" y="40856"/>
                </a:lnTo>
                <a:lnTo>
                  <a:pt x="19943" y="41046"/>
                </a:lnTo>
                <a:lnTo>
                  <a:pt x="20857" y="41245"/>
                </a:lnTo>
                <a:lnTo>
                  <a:pt x="21763" y="41452"/>
                </a:lnTo>
                <a:lnTo>
                  <a:pt x="22661" y="41669"/>
                </a:lnTo>
                <a:lnTo>
                  <a:pt x="23553" y="41895"/>
                </a:lnTo>
                <a:lnTo>
                  <a:pt x="24437" y="42129"/>
                </a:lnTo>
                <a:lnTo>
                  <a:pt x="25314" y="42372"/>
                </a:lnTo>
                <a:lnTo>
                  <a:pt x="26183" y="42624"/>
                </a:lnTo>
                <a:lnTo>
                  <a:pt x="27046" y="42884"/>
                </a:lnTo>
                <a:lnTo>
                  <a:pt x="27902" y="43153"/>
                </a:lnTo>
                <a:lnTo>
                  <a:pt x="28750" y="43430"/>
                </a:lnTo>
                <a:lnTo>
                  <a:pt x="29592" y="43716"/>
                </a:lnTo>
                <a:lnTo>
                  <a:pt x="30427" y="44011"/>
                </a:lnTo>
                <a:lnTo>
                  <a:pt x="31256" y="44314"/>
                </a:lnTo>
                <a:lnTo>
                  <a:pt x="32078" y="44625"/>
                </a:lnTo>
                <a:lnTo>
                  <a:pt x="32893" y="44945"/>
                </a:lnTo>
                <a:lnTo>
                  <a:pt x="33702" y="45273"/>
                </a:lnTo>
                <a:lnTo>
                  <a:pt x="34505" y="45610"/>
                </a:lnTo>
                <a:lnTo>
                  <a:pt x="35301" y="45955"/>
                </a:lnTo>
                <a:lnTo>
                  <a:pt x="36091" y="46308"/>
                </a:lnTo>
                <a:lnTo>
                  <a:pt x="36875" y="46670"/>
                </a:lnTo>
                <a:lnTo>
                  <a:pt x="37653" y="47039"/>
                </a:lnTo>
                <a:lnTo>
                  <a:pt x="38425" y="47418"/>
                </a:lnTo>
                <a:lnTo>
                  <a:pt x="39191" y="47804"/>
                </a:lnTo>
                <a:lnTo>
                  <a:pt x="39952" y="48199"/>
                </a:lnTo>
                <a:lnTo>
                  <a:pt x="40706" y="48602"/>
                </a:lnTo>
                <a:lnTo>
                  <a:pt x="41455" y="49013"/>
                </a:lnTo>
                <a:lnTo>
                  <a:pt x="42198" y="49433"/>
                </a:lnTo>
                <a:lnTo>
                  <a:pt x="42936" y="49861"/>
                </a:lnTo>
                <a:lnTo>
                  <a:pt x="43669" y="50297"/>
                </a:lnTo>
                <a:lnTo>
                  <a:pt x="44395" y="50742"/>
                </a:lnTo>
                <a:lnTo>
                  <a:pt x="45117" y="51195"/>
                </a:lnTo>
                <a:lnTo>
                  <a:pt x="45833" y="51656"/>
                </a:lnTo>
                <a:lnTo>
                  <a:pt x="46544" y="52126"/>
                </a:lnTo>
                <a:lnTo>
                  <a:pt x="47250" y="52604"/>
                </a:lnTo>
                <a:lnTo>
                  <a:pt x="47951" y="53090"/>
                </a:lnTo>
                <a:lnTo>
                  <a:pt x="48647" y="53585"/>
                </a:lnTo>
                <a:lnTo>
                  <a:pt x="49338" y="54088"/>
                </a:lnTo>
                <a:lnTo>
                  <a:pt x="50023" y="54600"/>
                </a:lnTo>
                <a:lnTo>
                  <a:pt x="50704" y="55121"/>
                </a:lnTo>
                <a:lnTo>
                  <a:pt x="51380" y="55650"/>
                </a:lnTo>
                <a:lnTo>
                  <a:pt x="52051" y="56187"/>
                </a:lnTo>
                <a:lnTo>
                  <a:pt x="52717" y="56733"/>
                </a:lnTo>
                <a:lnTo>
                  <a:pt x="53379" y="57288"/>
                </a:lnTo>
                <a:lnTo>
                  <a:pt x="54035" y="57851"/>
                </a:lnTo>
                <a:lnTo>
                  <a:pt x="54687" y="58423"/>
                </a:lnTo>
                <a:lnTo>
                  <a:pt x="55335" y="59003"/>
                </a:lnTo>
                <a:lnTo>
                  <a:pt x="55977" y="59593"/>
                </a:lnTo>
                <a:lnTo>
                  <a:pt x="56615" y="60191"/>
                </a:lnTo>
                <a:lnTo>
                  <a:pt x="57248" y="60798"/>
                </a:lnTo>
                <a:lnTo>
                  <a:pt x="57877" y="61413"/>
                </a:lnTo>
                <a:lnTo>
                  <a:pt x="58501" y="62038"/>
                </a:lnTo>
                <a:lnTo>
                  <a:pt x="59120" y="62671"/>
                </a:lnTo>
                <a:lnTo>
                  <a:pt x="59735" y="63313"/>
                </a:lnTo>
                <a:lnTo>
                  <a:pt x="60345" y="63964"/>
                </a:lnTo>
                <a:lnTo>
                  <a:pt x="60951" y="64624"/>
                </a:lnTo>
                <a:lnTo>
                  <a:pt x="61552" y="65293"/>
                </a:lnTo>
                <a:lnTo>
                  <a:pt x="62148" y="65970"/>
                </a:lnTo>
                <a:lnTo>
                  <a:pt x="62740" y="66657"/>
                </a:lnTo>
                <a:lnTo>
                  <a:pt x="63327" y="67353"/>
                </a:lnTo>
                <a:lnTo>
                  <a:pt x="63910" y="68057"/>
                </a:lnTo>
                <a:lnTo>
                  <a:pt x="64488" y="68771"/>
                </a:lnTo>
                <a:lnTo>
                  <a:pt x="65061" y="69494"/>
                </a:lnTo>
                <a:lnTo>
                  <a:pt x="65630" y="70225"/>
                </a:lnTo>
                <a:lnTo>
                  <a:pt x="66193" y="70966"/>
                </a:lnTo>
                <a:lnTo>
                  <a:pt x="66753" y="71716"/>
                </a:lnTo>
                <a:lnTo>
                  <a:pt x="67307" y="72475"/>
                </a:lnTo>
                <a:lnTo>
                  <a:pt x="67857" y="73243"/>
                </a:lnTo>
                <a:lnTo>
                  <a:pt x="68402" y="74020"/>
                </a:lnTo>
                <a:lnTo>
                  <a:pt x="68943" y="74806"/>
                </a:lnTo>
                <a:lnTo>
                  <a:pt x="69478" y="75601"/>
                </a:lnTo>
                <a:lnTo>
                  <a:pt x="70009" y="76406"/>
                </a:lnTo>
                <a:lnTo>
                  <a:pt x="70535" y="77219"/>
                </a:lnTo>
                <a:lnTo>
                  <a:pt x="71056" y="78041"/>
                </a:lnTo>
                <a:lnTo>
                  <a:pt x="71572" y="78873"/>
                </a:lnTo>
                <a:lnTo>
                  <a:pt x="72083" y="79713"/>
                </a:lnTo>
                <a:lnTo>
                  <a:pt x="72590" y="80563"/>
                </a:lnTo>
                <a:lnTo>
                  <a:pt x="73091" y="81422"/>
                </a:lnTo>
                <a:lnTo>
                  <a:pt x="73588" y="82290"/>
                </a:lnTo>
                <a:lnTo>
                  <a:pt x="74079" y="83167"/>
                </a:lnTo>
                <a:lnTo>
                  <a:pt x="74565" y="84052"/>
                </a:lnTo>
                <a:lnTo>
                  <a:pt x="75047" y="84947"/>
                </a:lnTo>
                <a:lnTo>
                  <a:pt x="75523" y="85851"/>
                </a:lnTo>
                <a:lnTo>
                  <a:pt x="75994" y="86764"/>
                </a:lnTo>
                <a:lnTo>
                  <a:pt x="76460" y="87686"/>
                </a:lnTo>
                <a:lnTo>
                  <a:pt x="76920" y="88617"/>
                </a:lnTo>
                <a:lnTo>
                  <a:pt x="77376" y="89556"/>
                </a:lnTo>
                <a:lnTo>
                  <a:pt x="77826" y="90505"/>
                </a:lnTo>
                <a:lnTo>
                  <a:pt x="78271" y="91462"/>
                </a:lnTo>
                <a:lnTo>
                  <a:pt x="78711" y="92429"/>
                </a:lnTo>
                <a:lnTo>
                  <a:pt x="79145" y="93404"/>
                </a:lnTo>
                <a:lnTo>
                  <a:pt x="79574" y="94388"/>
                </a:lnTo>
                <a:lnTo>
                  <a:pt x="79997" y="95381"/>
                </a:lnTo>
                <a:lnTo>
                  <a:pt x="80415" y="96382"/>
                </a:lnTo>
                <a:lnTo>
                  <a:pt x="80828" y="97393"/>
                </a:lnTo>
                <a:lnTo>
                  <a:pt x="81235" y="98412"/>
                </a:lnTo>
                <a:lnTo>
                  <a:pt x="81637" y="99439"/>
                </a:lnTo>
                <a:lnTo>
                  <a:pt x="82033" y="100476"/>
                </a:lnTo>
                <a:lnTo>
                  <a:pt x="82423" y="101521"/>
                </a:lnTo>
                <a:lnTo>
                  <a:pt x="82808" y="102574"/>
                </a:lnTo>
                <a:lnTo>
                  <a:pt x="83187" y="103636"/>
                </a:lnTo>
                <a:lnTo>
                  <a:pt x="83560" y="104707"/>
                </a:lnTo>
                <a:lnTo>
                  <a:pt x="83928" y="105786"/>
                </a:lnTo>
                <a:lnTo>
                  <a:pt x="84290" y="106873"/>
                </a:lnTo>
                <a:lnTo>
                  <a:pt x="84647" y="107969"/>
                </a:lnTo>
                <a:lnTo>
                  <a:pt x="84997" y="109073"/>
                </a:lnTo>
                <a:lnTo>
                  <a:pt x="85342" y="110186"/>
                </a:lnTo>
                <a:lnTo>
                  <a:pt x="85681" y="111307"/>
                </a:lnTo>
                <a:lnTo>
                  <a:pt x="86014" y="112436"/>
                </a:lnTo>
                <a:lnTo>
                  <a:pt x="86341" y="113573"/>
                </a:lnTo>
                <a:lnTo>
                  <a:pt x="86663" y="114719"/>
                </a:lnTo>
                <a:lnTo>
                  <a:pt x="86978" y="115872"/>
                </a:lnTo>
                <a:lnTo>
                  <a:pt x="51450" y="117303"/>
                </a:lnTo>
                <a:lnTo>
                  <a:pt x="114300" y="181451"/>
                </a:lnTo>
                <a:lnTo>
                  <a:pt x="160209" y="104267"/>
                </a:lnTo>
                <a:lnTo>
                  <a:pt x="124682" y="105698"/>
                </a:lnTo>
                <a:lnTo>
                  <a:pt x="124299" y="104296"/>
                </a:lnTo>
                <a:lnTo>
                  <a:pt x="123907" y="102901"/>
                </a:lnTo>
                <a:lnTo>
                  <a:pt x="123508" y="101513"/>
                </a:lnTo>
                <a:lnTo>
                  <a:pt x="123100" y="100130"/>
                </a:lnTo>
                <a:lnTo>
                  <a:pt x="122684" y="98755"/>
                </a:lnTo>
                <a:lnTo>
                  <a:pt x="122260" y="97385"/>
                </a:lnTo>
                <a:lnTo>
                  <a:pt x="121827" y="96023"/>
                </a:lnTo>
                <a:lnTo>
                  <a:pt x="121386" y="94667"/>
                </a:lnTo>
                <a:lnTo>
                  <a:pt x="120937" y="93317"/>
                </a:lnTo>
                <a:lnTo>
                  <a:pt x="120479" y="91975"/>
                </a:lnTo>
                <a:lnTo>
                  <a:pt x="120013" y="90639"/>
                </a:lnTo>
                <a:lnTo>
                  <a:pt x="119539" y="89309"/>
                </a:lnTo>
                <a:lnTo>
                  <a:pt x="119055" y="87987"/>
                </a:lnTo>
                <a:lnTo>
                  <a:pt x="118564" y="86672"/>
                </a:lnTo>
                <a:lnTo>
                  <a:pt x="118064" y="85363"/>
                </a:lnTo>
                <a:lnTo>
                  <a:pt x="117555" y="84061"/>
                </a:lnTo>
                <a:lnTo>
                  <a:pt x="117038" y="82767"/>
                </a:lnTo>
                <a:lnTo>
                  <a:pt x="116512" y="81479"/>
                </a:lnTo>
                <a:lnTo>
                  <a:pt x="115978" y="80199"/>
                </a:lnTo>
                <a:lnTo>
                  <a:pt x="115435" y="78925"/>
                </a:lnTo>
                <a:lnTo>
                  <a:pt x="114883" y="77659"/>
                </a:lnTo>
                <a:lnTo>
                  <a:pt x="114322" y="76400"/>
                </a:lnTo>
                <a:lnTo>
                  <a:pt x="113753" y="75149"/>
                </a:lnTo>
                <a:lnTo>
                  <a:pt x="113175" y="73905"/>
                </a:lnTo>
                <a:lnTo>
                  <a:pt x="112588" y="72668"/>
                </a:lnTo>
                <a:lnTo>
                  <a:pt x="111992" y="71439"/>
                </a:lnTo>
                <a:lnTo>
                  <a:pt x="111387" y="70217"/>
                </a:lnTo>
                <a:lnTo>
                  <a:pt x="110774" y="69003"/>
                </a:lnTo>
                <a:lnTo>
                  <a:pt x="110151" y="67796"/>
                </a:lnTo>
                <a:lnTo>
                  <a:pt x="109520" y="66597"/>
                </a:lnTo>
                <a:lnTo>
                  <a:pt x="108879" y="65406"/>
                </a:lnTo>
                <a:lnTo>
                  <a:pt x="108229" y="64223"/>
                </a:lnTo>
                <a:lnTo>
                  <a:pt x="107571" y="63048"/>
                </a:lnTo>
                <a:lnTo>
                  <a:pt x="106903" y="61881"/>
                </a:lnTo>
                <a:lnTo>
                  <a:pt x="106226" y="60721"/>
                </a:lnTo>
                <a:lnTo>
                  <a:pt x="105540" y="59570"/>
                </a:lnTo>
                <a:lnTo>
                  <a:pt x="104845" y="58427"/>
                </a:lnTo>
                <a:lnTo>
                  <a:pt x="104141" y="57293"/>
                </a:lnTo>
                <a:lnTo>
                  <a:pt x="103427" y="56166"/>
                </a:lnTo>
                <a:lnTo>
                  <a:pt x="102704" y="55048"/>
                </a:lnTo>
                <a:lnTo>
                  <a:pt x="101972" y="53939"/>
                </a:lnTo>
                <a:lnTo>
                  <a:pt x="101230" y="52838"/>
                </a:lnTo>
                <a:lnTo>
                  <a:pt x="100480" y="51746"/>
                </a:lnTo>
                <a:lnTo>
                  <a:pt x="99719" y="50662"/>
                </a:lnTo>
                <a:lnTo>
                  <a:pt x="98950" y="49587"/>
                </a:lnTo>
                <a:lnTo>
                  <a:pt x="98171" y="48521"/>
                </a:lnTo>
                <a:lnTo>
                  <a:pt x="97383" y="47464"/>
                </a:lnTo>
                <a:lnTo>
                  <a:pt x="96585" y="46416"/>
                </a:lnTo>
                <a:lnTo>
                  <a:pt x="95778" y="45378"/>
                </a:lnTo>
                <a:lnTo>
                  <a:pt x="94961" y="44348"/>
                </a:lnTo>
                <a:lnTo>
                  <a:pt x="94135" y="43328"/>
                </a:lnTo>
                <a:lnTo>
                  <a:pt x="93299" y="42317"/>
                </a:lnTo>
                <a:lnTo>
                  <a:pt x="92454" y="41316"/>
                </a:lnTo>
                <a:lnTo>
                  <a:pt x="91599" y="40324"/>
                </a:lnTo>
                <a:lnTo>
                  <a:pt x="90735" y="39342"/>
                </a:lnTo>
                <a:lnTo>
                  <a:pt x="89862" y="38370"/>
                </a:lnTo>
                <a:lnTo>
                  <a:pt x="88978" y="37407"/>
                </a:lnTo>
                <a:lnTo>
                  <a:pt x="88086" y="36455"/>
                </a:lnTo>
                <a:lnTo>
                  <a:pt x="87184" y="35513"/>
                </a:lnTo>
                <a:lnTo>
                  <a:pt x="86272" y="34581"/>
                </a:lnTo>
                <a:lnTo>
                  <a:pt x="85351" y="33659"/>
                </a:lnTo>
                <a:lnTo>
                  <a:pt x="84420" y="32748"/>
                </a:lnTo>
                <a:lnTo>
                  <a:pt x="83480" y="31847"/>
                </a:lnTo>
                <a:lnTo>
                  <a:pt x="82530" y="30957"/>
                </a:lnTo>
                <a:lnTo>
                  <a:pt x="81571" y="30077"/>
                </a:lnTo>
                <a:lnTo>
                  <a:pt x="80603" y="29208"/>
                </a:lnTo>
                <a:lnTo>
                  <a:pt x="79625" y="28351"/>
                </a:lnTo>
                <a:lnTo>
                  <a:pt x="78638" y="27504"/>
                </a:lnTo>
                <a:lnTo>
                  <a:pt x="77641" y="26668"/>
                </a:lnTo>
                <a:lnTo>
                  <a:pt x="76635" y="25844"/>
                </a:lnTo>
                <a:lnTo>
                  <a:pt x="75620" y="25031"/>
                </a:lnTo>
                <a:lnTo>
                  <a:pt x="74596" y="24229"/>
                </a:lnTo>
                <a:lnTo>
                  <a:pt x="73562" y="23439"/>
                </a:lnTo>
                <a:lnTo>
                  <a:pt x="72519" y="22660"/>
                </a:lnTo>
                <a:lnTo>
                  <a:pt x="71467" y="21894"/>
                </a:lnTo>
                <a:lnTo>
                  <a:pt x="70406" y="21139"/>
                </a:lnTo>
                <a:lnTo>
                  <a:pt x="69336" y="20396"/>
                </a:lnTo>
                <a:lnTo>
                  <a:pt x="68256" y="19665"/>
                </a:lnTo>
                <a:lnTo>
                  <a:pt x="67168" y="18946"/>
                </a:lnTo>
                <a:lnTo>
                  <a:pt x="66071" y="18240"/>
                </a:lnTo>
                <a:lnTo>
                  <a:pt x="64966" y="17546"/>
                </a:lnTo>
                <a:lnTo>
                  <a:pt x="63851" y="16864"/>
                </a:lnTo>
                <a:lnTo>
                  <a:pt x="62728" y="16195"/>
                </a:lnTo>
                <a:lnTo>
                  <a:pt x="61596" y="15538"/>
                </a:lnTo>
                <a:lnTo>
                  <a:pt x="60455" y="14894"/>
                </a:lnTo>
                <a:lnTo>
                  <a:pt x="59306" y="14263"/>
                </a:lnTo>
                <a:lnTo>
                  <a:pt x="58149" y="13645"/>
                </a:lnTo>
                <a:lnTo>
                  <a:pt x="56983" y="13040"/>
                </a:lnTo>
                <a:lnTo>
                  <a:pt x="55809" y="12447"/>
                </a:lnTo>
                <a:lnTo>
                  <a:pt x="54626" y="11868"/>
                </a:lnTo>
                <a:lnTo>
                  <a:pt x="53436" y="11302"/>
                </a:lnTo>
                <a:lnTo>
                  <a:pt x="52237" y="10750"/>
                </a:lnTo>
                <a:lnTo>
                  <a:pt x="51031" y="10210"/>
                </a:lnTo>
                <a:lnTo>
                  <a:pt x="49816" y="9684"/>
                </a:lnTo>
                <a:lnTo>
                  <a:pt x="48594" y="9172"/>
                </a:lnTo>
                <a:lnTo>
                  <a:pt x="47364" y="8673"/>
                </a:lnTo>
                <a:lnTo>
                  <a:pt x="46126" y="8187"/>
                </a:lnTo>
                <a:lnTo>
                  <a:pt x="44881" y="7715"/>
                </a:lnTo>
                <a:lnTo>
                  <a:pt x="43628" y="7257"/>
                </a:lnTo>
                <a:lnTo>
                  <a:pt x="42367" y="6813"/>
                </a:lnTo>
                <a:lnTo>
                  <a:pt x="41100" y="6382"/>
                </a:lnTo>
                <a:lnTo>
                  <a:pt x="39825" y="5965"/>
                </a:lnTo>
                <a:lnTo>
                  <a:pt x="38543" y="5562"/>
                </a:lnTo>
                <a:lnTo>
                  <a:pt x="37253" y="5173"/>
                </a:lnTo>
                <a:lnTo>
                  <a:pt x="35957" y="4798"/>
                </a:lnTo>
                <a:lnTo>
                  <a:pt x="34654" y="4436"/>
                </a:lnTo>
                <a:lnTo>
                  <a:pt x="33343" y="4089"/>
                </a:lnTo>
                <a:lnTo>
                  <a:pt x="32026" y="3756"/>
                </a:lnTo>
                <a:lnTo>
                  <a:pt x="30702" y="3437"/>
                </a:lnTo>
                <a:lnTo>
                  <a:pt x="29372" y="3132"/>
                </a:lnTo>
                <a:lnTo>
                  <a:pt x="28035" y="2841"/>
                </a:lnTo>
                <a:lnTo>
                  <a:pt x="26691" y="2564"/>
                </a:lnTo>
                <a:lnTo>
                  <a:pt x="25341" y="2301"/>
                </a:lnTo>
                <a:lnTo>
                  <a:pt x="23985" y="2053"/>
                </a:lnTo>
                <a:lnTo>
                  <a:pt x="22622" y="1819"/>
                </a:lnTo>
                <a:lnTo>
                  <a:pt x="21253" y="1598"/>
                </a:lnTo>
                <a:lnTo>
                  <a:pt x="19878" y="1392"/>
                </a:lnTo>
                <a:lnTo>
                  <a:pt x="18496" y="1200"/>
                </a:lnTo>
                <a:lnTo>
                  <a:pt x="17108" y="1023"/>
                </a:lnTo>
                <a:lnTo>
                  <a:pt x="15715" y="859"/>
                </a:lnTo>
                <a:lnTo>
                  <a:pt x="14315" y="710"/>
                </a:lnTo>
                <a:lnTo>
                  <a:pt x="12910" y="575"/>
                </a:lnTo>
                <a:lnTo>
                  <a:pt x="11498" y="455"/>
                </a:lnTo>
                <a:lnTo>
                  <a:pt x="10081" y="348"/>
                </a:lnTo>
                <a:lnTo>
                  <a:pt x="8658" y="256"/>
                </a:lnTo>
                <a:lnTo>
                  <a:pt x="7229" y="178"/>
                </a:lnTo>
                <a:lnTo>
                  <a:pt x="5795" y="114"/>
                </a:lnTo>
                <a:lnTo>
                  <a:pt x="4354" y="64"/>
                </a:lnTo>
                <a:lnTo>
                  <a:pt x="2909" y="28"/>
                </a:lnTo>
                <a:lnTo>
                  <a:pt x="1457" y="7"/>
                </a:lnTo>
                <a:lnTo>
                  <a:pt x="0" y="0"/>
                </a:lnTo>
                <a:close/>
              </a:path>
            </a:pathLst>
          </a:custGeom>
          <a:solidFill>
            <a:srgbClr val="000000"/>
          </a:solidFill>
          <a:ln w="0">
            <a:noFill/>
          </a:ln>
        </p:spPr>
      </p:sp>
      <p:sp>
        <p:nvSpPr>
          <p:cNvPr id="2420" name="shared__measurement_1" descr="Editable filled curved data-flow path"/>
          <p:cNvSpPr/>
          <p:nvPr/>
        </p:nvSpPr>
        <p:spPr>
          <a:xfrm>
            <a:off x="8267700" y="971074"/>
            <a:ext cx="160209" cy="181451"/>
          </a:xfrm>
          <a:custGeom>
            <a:avLst/>
            <a:gdLst/>
            <a:ahLst/>
            <a:cxnLst/>
            <a:rect l="0" t="0" r="w" b="h"/>
            <a:pathLst>
              <a:path w="160209" h="181451" fill="norm" stroke="false">
                <a:moveTo>
                  <a:pt x="0" y="39052"/>
                </a:moveTo>
                <a:lnTo>
                  <a:pt x="1076" y="39058"/>
                </a:lnTo>
                <a:lnTo>
                  <a:pt x="2143" y="39073"/>
                </a:lnTo>
                <a:lnTo>
                  <a:pt x="3202" y="39099"/>
                </a:lnTo>
                <a:lnTo>
                  <a:pt x="4252" y="39136"/>
                </a:lnTo>
                <a:lnTo>
                  <a:pt x="5294" y="39182"/>
                </a:lnTo>
                <a:lnTo>
                  <a:pt x="6328" y="39239"/>
                </a:lnTo>
                <a:lnTo>
                  <a:pt x="7353" y="39305"/>
                </a:lnTo>
                <a:lnTo>
                  <a:pt x="8370" y="39382"/>
                </a:lnTo>
                <a:lnTo>
                  <a:pt x="9379" y="39468"/>
                </a:lnTo>
                <a:lnTo>
                  <a:pt x="10379" y="39564"/>
                </a:lnTo>
                <a:lnTo>
                  <a:pt x="11371" y="39670"/>
                </a:lnTo>
                <a:lnTo>
                  <a:pt x="12356" y="39785"/>
                </a:lnTo>
                <a:lnTo>
                  <a:pt x="13332" y="39910"/>
                </a:lnTo>
                <a:lnTo>
                  <a:pt x="14300" y="40044"/>
                </a:lnTo>
                <a:lnTo>
                  <a:pt x="15260" y="40188"/>
                </a:lnTo>
                <a:lnTo>
                  <a:pt x="16212" y="40341"/>
                </a:lnTo>
                <a:lnTo>
                  <a:pt x="17156" y="40504"/>
                </a:lnTo>
                <a:lnTo>
                  <a:pt x="18093" y="40675"/>
                </a:lnTo>
                <a:lnTo>
                  <a:pt x="19022" y="40856"/>
                </a:lnTo>
                <a:lnTo>
                  <a:pt x="19943" y="41046"/>
                </a:lnTo>
                <a:lnTo>
                  <a:pt x="20857" y="41245"/>
                </a:lnTo>
                <a:lnTo>
                  <a:pt x="21763" y="41452"/>
                </a:lnTo>
                <a:lnTo>
                  <a:pt x="22661" y="41669"/>
                </a:lnTo>
                <a:lnTo>
                  <a:pt x="23553" y="41895"/>
                </a:lnTo>
                <a:lnTo>
                  <a:pt x="24437" y="42129"/>
                </a:lnTo>
                <a:lnTo>
                  <a:pt x="25314" y="42372"/>
                </a:lnTo>
                <a:lnTo>
                  <a:pt x="26183" y="42624"/>
                </a:lnTo>
                <a:lnTo>
                  <a:pt x="27046" y="42884"/>
                </a:lnTo>
                <a:lnTo>
                  <a:pt x="27902" y="43153"/>
                </a:lnTo>
                <a:lnTo>
                  <a:pt x="28750" y="43430"/>
                </a:lnTo>
                <a:lnTo>
                  <a:pt x="29592" y="43716"/>
                </a:lnTo>
                <a:lnTo>
                  <a:pt x="30427" y="44011"/>
                </a:lnTo>
                <a:lnTo>
                  <a:pt x="31256" y="44314"/>
                </a:lnTo>
                <a:lnTo>
                  <a:pt x="32078" y="44625"/>
                </a:lnTo>
                <a:lnTo>
                  <a:pt x="32893" y="44945"/>
                </a:lnTo>
                <a:lnTo>
                  <a:pt x="33702" y="45273"/>
                </a:lnTo>
                <a:lnTo>
                  <a:pt x="34505" y="45610"/>
                </a:lnTo>
                <a:lnTo>
                  <a:pt x="35301" y="45955"/>
                </a:lnTo>
                <a:lnTo>
                  <a:pt x="36091" y="46308"/>
                </a:lnTo>
                <a:lnTo>
                  <a:pt x="36875" y="46670"/>
                </a:lnTo>
                <a:lnTo>
                  <a:pt x="37653" y="47039"/>
                </a:lnTo>
                <a:lnTo>
                  <a:pt x="38425" y="47418"/>
                </a:lnTo>
                <a:lnTo>
                  <a:pt x="39191" y="47804"/>
                </a:lnTo>
                <a:lnTo>
                  <a:pt x="39952" y="48199"/>
                </a:lnTo>
                <a:lnTo>
                  <a:pt x="40706" y="48602"/>
                </a:lnTo>
                <a:lnTo>
                  <a:pt x="41455" y="49013"/>
                </a:lnTo>
                <a:lnTo>
                  <a:pt x="42198" y="49433"/>
                </a:lnTo>
                <a:lnTo>
                  <a:pt x="42936" y="49861"/>
                </a:lnTo>
                <a:lnTo>
                  <a:pt x="43669" y="50297"/>
                </a:lnTo>
                <a:lnTo>
                  <a:pt x="44395" y="50742"/>
                </a:lnTo>
                <a:lnTo>
                  <a:pt x="45117" y="51195"/>
                </a:lnTo>
                <a:lnTo>
                  <a:pt x="45833" y="51656"/>
                </a:lnTo>
                <a:lnTo>
                  <a:pt x="46544" y="52126"/>
                </a:lnTo>
                <a:lnTo>
                  <a:pt x="47250" y="52604"/>
                </a:lnTo>
                <a:lnTo>
                  <a:pt x="47951" y="53090"/>
                </a:lnTo>
                <a:lnTo>
                  <a:pt x="48647" y="53585"/>
                </a:lnTo>
                <a:lnTo>
                  <a:pt x="49338" y="54088"/>
                </a:lnTo>
                <a:lnTo>
                  <a:pt x="50023" y="54600"/>
                </a:lnTo>
                <a:lnTo>
                  <a:pt x="50704" y="55121"/>
                </a:lnTo>
                <a:lnTo>
                  <a:pt x="51380" y="55650"/>
                </a:lnTo>
                <a:lnTo>
                  <a:pt x="52051" y="56187"/>
                </a:lnTo>
                <a:lnTo>
                  <a:pt x="52717" y="56733"/>
                </a:lnTo>
                <a:lnTo>
                  <a:pt x="53379" y="57288"/>
                </a:lnTo>
                <a:lnTo>
                  <a:pt x="54035" y="57851"/>
                </a:lnTo>
                <a:lnTo>
                  <a:pt x="54687" y="58423"/>
                </a:lnTo>
                <a:lnTo>
                  <a:pt x="55335" y="59003"/>
                </a:lnTo>
                <a:lnTo>
                  <a:pt x="55977" y="59593"/>
                </a:lnTo>
                <a:lnTo>
                  <a:pt x="56615" y="60191"/>
                </a:lnTo>
                <a:lnTo>
                  <a:pt x="57248" y="60798"/>
                </a:lnTo>
                <a:lnTo>
                  <a:pt x="57877" y="61413"/>
                </a:lnTo>
                <a:lnTo>
                  <a:pt x="58501" y="62038"/>
                </a:lnTo>
                <a:lnTo>
                  <a:pt x="59120" y="62671"/>
                </a:lnTo>
                <a:lnTo>
                  <a:pt x="59735" y="63313"/>
                </a:lnTo>
                <a:lnTo>
                  <a:pt x="60345" y="63964"/>
                </a:lnTo>
                <a:lnTo>
                  <a:pt x="60951" y="64624"/>
                </a:lnTo>
                <a:lnTo>
                  <a:pt x="61552" y="65293"/>
                </a:lnTo>
                <a:lnTo>
                  <a:pt x="62148" y="65970"/>
                </a:lnTo>
                <a:lnTo>
                  <a:pt x="62740" y="66657"/>
                </a:lnTo>
                <a:lnTo>
                  <a:pt x="63327" y="67353"/>
                </a:lnTo>
                <a:lnTo>
                  <a:pt x="63910" y="68057"/>
                </a:lnTo>
                <a:lnTo>
                  <a:pt x="64488" y="68771"/>
                </a:lnTo>
                <a:lnTo>
                  <a:pt x="65061" y="69494"/>
                </a:lnTo>
                <a:lnTo>
                  <a:pt x="65630" y="70225"/>
                </a:lnTo>
                <a:lnTo>
                  <a:pt x="66193" y="70966"/>
                </a:lnTo>
                <a:lnTo>
                  <a:pt x="66753" y="71716"/>
                </a:lnTo>
                <a:lnTo>
                  <a:pt x="67307" y="72475"/>
                </a:lnTo>
                <a:lnTo>
                  <a:pt x="67857" y="73243"/>
                </a:lnTo>
                <a:lnTo>
                  <a:pt x="68402" y="74020"/>
                </a:lnTo>
                <a:lnTo>
                  <a:pt x="68943" y="74806"/>
                </a:lnTo>
                <a:lnTo>
                  <a:pt x="69478" y="75601"/>
                </a:lnTo>
                <a:lnTo>
                  <a:pt x="70009" y="76406"/>
                </a:lnTo>
                <a:lnTo>
                  <a:pt x="70535" y="77219"/>
                </a:lnTo>
                <a:lnTo>
                  <a:pt x="71056" y="78041"/>
                </a:lnTo>
                <a:lnTo>
                  <a:pt x="71572" y="78873"/>
                </a:lnTo>
                <a:lnTo>
                  <a:pt x="72083" y="79713"/>
                </a:lnTo>
                <a:lnTo>
                  <a:pt x="72590" y="80563"/>
                </a:lnTo>
                <a:lnTo>
                  <a:pt x="73091" y="81422"/>
                </a:lnTo>
                <a:lnTo>
                  <a:pt x="73588" y="82290"/>
                </a:lnTo>
                <a:lnTo>
                  <a:pt x="74079" y="83167"/>
                </a:lnTo>
                <a:lnTo>
                  <a:pt x="74565" y="84052"/>
                </a:lnTo>
                <a:lnTo>
                  <a:pt x="75047" y="84947"/>
                </a:lnTo>
                <a:lnTo>
                  <a:pt x="75523" y="85851"/>
                </a:lnTo>
                <a:lnTo>
                  <a:pt x="75994" y="86764"/>
                </a:lnTo>
                <a:lnTo>
                  <a:pt x="76460" y="87686"/>
                </a:lnTo>
                <a:lnTo>
                  <a:pt x="76920" y="88617"/>
                </a:lnTo>
                <a:lnTo>
                  <a:pt x="77376" y="89556"/>
                </a:lnTo>
                <a:lnTo>
                  <a:pt x="77826" y="90505"/>
                </a:lnTo>
                <a:lnTo>
                  <a:pt x="78271" y="91462"/>
                </a:lnTo>
                <a:lnTo>
                  <a:pt x="78711" y="92429"/>
                </a:lnTo>
                <a:lnTo>
                  <a:pt x="79145" y="93404"/>
                </a:lnTo>
                <a:lnTo>
                  <a:pt x="79574" y="94388"/>
                </a:lnTo>
                <a:lnTo>
                  <a:pt x="79997" y="95381"/>
                </a:lnTo>
                <a:lnTo>
                  <a:pt x="80415" y="96382"/>
                </a:lnTo>
                <a:lnTo>
                  <a:pt x="80828" y="97393"/>
                </a:lnTo>
                <a:lnTo>
                  <a:pt x="81235" y="98412"/>
                </a:lnTo>
                <a:lnTo>
                  <a:pt x="81637" y="99439"/>
                </a:lnTo>
                <a:lnTo>
                  <a:pt x="82033" y="100476"/>
                </a:lnTo>
                <a:lnTo>
                  <a:pt x="82423" y="101521"/>
                </a:lnTo>
                <a:lnTo>
                  <a:pt x="82808" y="102574"/>
                </a:lnTo>
                <a:lnTo>
                  <a:pt x="83187" y="103636"/>
                </a:lnTo>
                <a:lnTo>
                  <a:pt x="83560" y="104707"/>
                </a:lnTo>
                <a:lnTo>
                  <a:pt x="83928" y="105786"/>
                </a:lnTo>
                <a:lnTo>
                  <a:pt x="84290" y="106873"/>
                </a:lnTo>
                <a:lnTo>
                  <a:pt x="84647" y="107969"/>
                </a:lnTo>
                <a:lnTo>
                  <a:pt x="84997" y="109073"/>
                </a:lnTo>
                <a:lnTo>
                  <a:pt x="85342" y="110186"/>
                </a:lnTo>
                <a:lnTo>
                  <a:pt x="85681" y="111307"/>
                </a:lnTo>
                <a:lnTo>
                  <a:pt x="86014" y="112436"/>
                </a:lnTo>
                <a:lnTo>
                  <a:pt x="86341" y="113573"/>
                </a:lnTo>
                <a:lnTo>
                  <a:pt x="86663" y="114719"/>
                </a:lnTo>
                <a:lnTo>
                  <a:pt x="86978" y="115872"/>
                </a:lnTo>
                <a:lnTo>
                  <a:pt x="51450" y="117303"/>
                </a:lnTo>
                <a:lnTo>
                  <a:pt x="114300" y="181451"/>
                </a:lnTo>
                <a:lnTo>
                  <a:pt x="160209" y="104267"/>
                </a:lnTo>
                <a:lnTo>
                  <a:pt x="124682" y="105698"/>
                </a:lnTo>
                <a:lnTo>
                  <a:pt x="124299" y="104296"/>
                </a:lnTo>
                <a:lnTo>
                  <a:pt x="123907" y="102901"/>
                </a:lnTo>
                <a:lnTo>
                  <a:pt x="123508" y="101513"/>
                </a:lnTo>
                <a:lnTo>
                  <a:pt x="123100" y="100130"/>
                </a:lnTo>
                <a:lnTo>
                  <a:pt x="122684" y="98755"/>
                </a:lnTo>
                <a:lnTo>
                  <a:pt x="122260" y="97385"/>
                </a:lnTo>
                <a:lnTo>
                  <a:pt x="121827" y="96023"/>
                </a:lnTo>
                <a:lnTo>
                  <a:pt x="121386" y="94667"/>
                </a:lnTo>
                <a:lnTo>
                  <a:pt x="120937" y="93317"/>
                </a:lnTo>
                <a:lnTo>
                  <a:pt x="120479" y="91975"/>
                </a:lnTo>
                <a:lnTo>
                  <a:pt x="120013" y="90639"/>
                </a:lnTo>
                <a:lnTo>
                  <a:pt x="119539" y="89309"/>
                </a:lnTo>
                <a:lnTo>
                  <a:pt x="119055" y="87987"/>
                </a:lnTo>
                <a:lnTo>
                  <a:pt x="118564" y="86672"/>
                </a:lnTo>
                <a:lnTo>
                  <a:pt x="118064" y="85363"/>
                </a:lnTo>
                <a:lnTo>
                  <a:pt x="117555" y="84061"/>
                </a:lnTo>
                <a:lnTo>
                  <a:pt x="117038" y="82767"/>
                </a:lnTo>
                <a:lnTo>
                  <a:pt x="116512" y="81479"/>
                </a:lnTo>
                <a:lnTo>
                  <a:pt x="115978" y="80199"/>
                </a:lnTo>
                <a:lnTo>
                  <a:pt x="115435" y="78925"/>
                </a:lnTo>
                <a:lnTo>
                  <a:pt x="114883" y="77659"/>
                </a:lnTo>
                <a:lnTo>
                  <a:pt x="114322" y="76400"/>
                </a:lnTo>
                <a:lnTo>
                  <a:pt x="113753" y="75149"/>
                </a:lnTo>
                <a:lnTo>
                  <a:pt x="113175" y="73905"/>
                </a:lnTo>
                <a:lnTo>
                  <a:pt x="112588" y="72668"/>
                </a:lnTo>
                <a:lnTo>
                  <a:pt x="111992" y="71439"/>
                </a:lnTo>
                <a:lnTo>
                  <a:pt x="111387" y="70217"/>
                </a:lnTo>
                <a:lnTo>
                  <a:pt x="110774" y="69003"/>
                </a:lnTo>
                <a:lnTo>
                  <a:pt x="110151" y="67796"/>
                </a:lnTo>
                <a:lnTo>
                  <a:pt x="109520" y="66597"/>
                </a:lnTo>
                <a:lnTo>
                  <a:pt x="108879" y="65406"/>
                </a:lnTo>
                <a:lnTo>
                  <a:pt x="108229" y="64223"/>
                </a:lnTo>
                <a:lnTo>
                  <a:pt x="107571" y="63048"/>
                </a:lnTo>
                <a:lnTo>
                  <a:pt x="106903" y="61881"/>
                </a:lnTo>
                <a:lnTo>
                  <a:pt x="106226" y="60721"/>
                </a:lnTo>
                <a:lnTo>
                  <a:pt x="105540" y="59570"/>
                </a:lnTo>
                <a:lnTo>
                  <a:pt x="104845" y="58427"/>
                </a:lnTo>
                <a:lnTo>
                  <a:pt x="104141" y="57293"/>
                </a:lnTo>
                <a:lnTo>
                  <a:pt x="103427" y="56166"/>
                </a:lnTo>
                <a:lnTo>
                  <a:pt x="102704" y="55048"/>
                </a:lnTo>
                <a:lnTo>
                  <a:pt x="101972" y="53939"/>
                </a:lnTo>
                <a:lnTo>
                  <a:pt x="101230" y="52838"/>
                </a:lnTo>
                <a:lnTo>
                  <a:pt x="100480" y="51746"/>
                </a:lnTo>
                <a:lnTo>
                  <a:pt x="99719" y="50662"/>
                </a:lnTo>
                <a:lnTo>
                  <a:pt x="98950" y="49587"/>
                </a:lnTo>
                <a:lnTo>
                  <a:pt x="98171" y="48521"/>
                </a:lnTo>
                <a:lnTo>
                  <a:pt x="97383" y="47464"/>
                </a:lnTo>
                <a:lnTo>
                  <a:pt x="96585" y="46416"/>
                </a:lnTo>
                <a:lnTo>
                  <a:pt x="95778" y="45378"/>
                </a:lnTo>
                <a:lnTo>
                  <a:pt x="94961" y="44348"/>
                </a:lnTo>
                <a:lnTo>
                  <a:pt x="94135" y="43328"/>
                </a:lnTo>
                <a:lnTo>
                  <a:pt x="93299" y="42317"/>
                </a:lnTo>
                <a:lnTo>
                  <a:pt x="92454" y="41316"/>
                </a:lnTo>
                <a:lnTo>
                  <a:pt x="91599" y="40324"/>
                </a:lnTo>
                <a:lnTo>
                  <a:pt x="90735" y="39342"/>
                </a:lnTo>
                <a:lnTo>
                  <a:pt x="89862" y="38370"/>
                </a:lnTo>
                <a:lnTo>
                  <a:pt x="88978" y="37407"/>
                </a:lnTo>
                <a:lnTo>
                  <a:pt x="88086" y="36455"/>
                </a:lnTo>
                <a:lnTo>
                  <a:pt x="87184" y="35513"/>
                </a:lnTo>
                <a:lnTo>
                  <a:pt x="86272" y="34581"/>
                </a:lnTo>
                <a:lnTo>
                  <a:pt x="85351" y="33659"/>
                </a:lnTo>
                <a:lnTo>
                  <a:pt x="84420" y="32748"/>
                </a:lnTo>
                <a:lnTo>
                  <a:pt x="83480" y="31847"/>
                </a:lnTo>
                <a:lnTo>
                  <a:pt x="82530" y="30957"/>
                </a:lnTo>
                <a:lnTo>
                  <a:pt x="81571" y="30077"/>
                </a:lnTo>
                <a:lnTo>
                  <a:pt x="80603" y="29208"/>
                </a:lnTo>
                <a:lnTo>
                  <a:pt x="79625" y="28351"/>
                </a:lnTo>
                <a:lnTo>
                  <a:pt x="78638" y="27504"/>
                </a:lnTo>
                <a:lnTo>
                  <a:pt x="77641" y="26668"/>
                </a:lnTo>
                <a:lnTo>
                  <a:pt x="76635" y="25844"/>
                </a:lnTo>
                <a:lnTo>
                  <a:pt x="75620" y="25031"/>
                </a:lnTo>
                <a:lnTo>
                  <a:pt x="74596" y="24229"/>
                </a:lnTo>
                <a:lnTo>
                  <a:pt x="73562" y="23439"/>
                </a:lnTo>
                <a:lnTo>
                  <a:pt x="72519" y="22660"/>
                </a:lnTo>
                <a:lnTo>
                  <a:pt x="71467" y="21894"/>
                </a:lnTo>
                <a:lnTo>
                  <a:pt x="70406" y="21139"/>
                </a:lnTo>
                <a:lnTo>
                  <a:pt x="69336" y="20396"/>
                </a:lnTo>
                <a:lnTo>
                  <a:pt x="68256" y="19665"/>
                </a:lnTo>
                <a:lnTo>
                  <a:pt x="67168" y="18946"/>
                </a:lnTo>
                <a:lnTo>
                  <a:pt x="66071" y="18240"/>
                </a:lnTo>
                <a:lnTo>
                  <a:pt x="64966" y="17546"/>
                </a:lnTo>
                <a:lnTo>
                  <a:pt x="63851" y="16864"/>
                </a:lnTo>
                <a:lnTo>
                  <a:pt x="62728" y="16195"/>
                </a:lnTo>
                <a:lnTo>
                  <a:pt x="61596" y="15538"/>
                </a:lnTo>
                <a:lnTo>
                  <a:pt x="60455" y="14894"/>
                </a:lnTo>
                <a:lnTo>
                  <a:pt x="59306" y="14263"/>
                </a:lnTo>
                <a:lnTo>
                  <a:pt x="58149" y="13645"/>
                </a:lnTo>
                <a:lnTo>
                  <a:pt x="56983" y="13040"/>
                </a:lnTo>
                <a:lnTo>
                  <a:pt x="55809" y="12447"/>
                </a:lnTo>
                <a:lnTo>
                  <a:pt x="54626" y="11868"/>
                </a:lnTo>
                <a:lnTo>
                  <a:pt x="53436" y="11302"/>
                </a:lnTo>
                <a:lnTo>
                  <a:pt x="52237" y="10750"/>
                </a:lnTo>
                <a:lnTo>
                  <a:pt x="51031" y="10210"/>
                </a:lnTo>
                <a:lnTo>
                  <a:pt x="49816" y="9684"/>
                </a:lnTo>
                <a:lnTo>
                  <a:pt x="48594" y="9172"/>
                </a:lnTo>
                <a:lnTo>
                  <a:pt x="47364" y="8673"/>
                </a:lnTo>
                <a:lnTo>
                  <a:pt x="46126" y="8187"/>
                </a:lnTo>
                <a:lnTo>
                  <a:pt x="44881" y="7715"/>
                </a:lnTo>
                <a:lnTo>
                  <a:pt x="43628" y="7257"/>
                </a:lnTo>
                <a:lnTo>
                  <a:pt x="42367" y="6813"/>
                </a:lnTo>
                <a:lnTo>
                  <a:pt x="41100" y="6382"/>
                </a:lnTo>
                <a:lnTo>
                  <a:pt x="39825" y="5965"/>
                </a:lnTo>
                <a:lnTo>
                  <a:pt x="38543" y="5562"/>
                </a:lnTo>
                <a:lnTo>
                  <a:pt x="37253" y="5173"/>
                </a:lnTo>
                <a:lnTo>
                  <a:pt x="35957" y="4798"/>
                </a:lnTo>
                <a:lnTo>
                  <a:pt x="34654" y="4436"/>
                </a:lnTo>
                <a:lnTo>
                  <a:pt x="33343" y="4089"/>
                </a:lnTo>
                <a:lnTo>
                  <a:pt x="32026" y="3756"/>
                </a:lnTo>
                <a:lnTo>
                  <a:pt x="30702" y="3437"/>
                </a:lnTo>
                <a:lnTo>
                  <a:pt x="29372" y="3132"/>
                </a:lnTo>
                <a:lnTo>
                  <a:pt x="28035" y="2841"/>
                </a:lnTo>
                <a:lnTo>
                  <a:pt x="26691" y="2564"/>
                </a:lnTo>
                <a:lnTo>
                  <a:pt x="25341" y="2301"/>
                </a:lnTo>
                <a:lnTo>
                  <a:pt x="23985" y="2053"/>
                </a:lnTo>
                <a:lnTo>
                  <a:pt x="22622" y="1819"/>
                </a:lnTo>
                <a:lnTo>
                  <a:pt x="21253" y="1598"/>
                </a:lnTo>
                <a:lnTo>
                  <a:pt x="19878" y="1392"/>
                </a:lnTo>
                <a:lnTo>
                  <a:pt x="18496" y="1200"/>
                </a:lnTo>
                <a:lnTo>
                  <a:pt x="17108" y="1023"/>
                </a:lnTo>
                <a:lnTo>
                  <a:pt x="15715" y="859"/>
                </a:lnTo>
                <a:lnTo>
                  <a:pt x="14315" y="710"/>
                </a:lnTo>
                <a:lnTo>
                  <a:pt x="12910" y="575"/>
                </a:lnTo>
                <a:lnTo>
                  <a:pt x="11498" y="455"/>
                </a:lnTo>
                <a:lnTo>
                  <a:pt x="10081" y="348"/>
                </a:lnTo>
                <a:lnTo>
                  <a:pt x="8658" y="256"/>
                </a:lnTo>
                <a:lnTo>
                  <a:pt x="7229" y="178"/>
                </a:lnTo>
                <a:lnTo>
                  <a:pt x="5795" y="114"/>
                </a:lnTo>
                <a:lnTo>
                  <a:pt x="4354" y="64"/>
                </a:lnTo>
                <a:lnTo>
                  <a:pt x="2909" y="28"/>
                </a:lnTo>
                <a:lnTo>
                  <a:pt x="1457" y="7"/>
                </a:lnTo>
                <a:lnTo>
                  <a:pt x="0" y="0"/>
                </a:lnTo>
                <a:close/>
              </a:path>
            </a:pathLst>
          </a:custGeom>
          <a:solidFill>
            <a:srgbClr val="000000"/>
          </a:solidFill>
          <a:ln w="0">
            <a:noFill/>
          </a:ln>
        </p:spPr>
      </p:sp>
      <p:sp>
        <p:nvSpPr>
          <p:cNvPr id="2421" name="shared__measurement_2" descr="Editable filled curved data-flow path"/>
          <p:cNvSpPr/>
          <p:nvPr/>
        </p:nvSpPr>
        <p:spPr>
          <a:xfrm>
            <a:off x="10658475" y="971074"/>
            <a:ext cx="160209" cy="181451"/>
          </a:xfrm>
          <a:custGeom>
            <a:avLst/>
            <a:gdLst/>
            <a:ahLst/>
            <a:cxnLst/>
            <a:rect l="0" t="0" r="w" b="h"/>
            <a:pathLst>
              <a:path w="160209" h="181451" fill="norm" stroke="false">
                <a:moveTo>
                  <a:pt x="0" y="39052"/>
                </a:moveTo>
                <a:lnTo>
                  <a:pt x="1076" y="39058"/>
                </a:lnTo>
                <a:lnTo>
                  <a:pt x="2143" y="39073"/>
                </a:lnTo>
                <a:lnTo>
                  <a:pt x="3202" y="39099"/>
                </a:lnTo>
                <a:lnTo>
                  <a:pt x="4252" y="39136"/>
                </a:lnTo>
                <a:lnTo>
                  <a:pt x="5294" y="39182"/>
                </a:lnTo>
                <a:lnTo>
                  <a:pt x="6328" y="39239"/>
                </a:lnTo>
                <a:lnTo>
                  <a:pt x="7353" y="39305"/>
                </a:lnTo>
                <a:lnTo>
                  <a:pt x="8370" y="39382"/>
                </a:lnTo>
                <a:lnTo>
                  <a:pt x="9379" y="39468"/>
                </a:lnTo>
                <a:lnTo>
                  <a:pt x="10379" y="39564"/>
                </a:lnTo>
                <a:lnTo>
                  <a:pt x="11371" y="39670"/>
                </a:lnTo>
                <a:lnTo>
                  <a:pt x="12356" y="39785"/>
                </a:lnTo>
                <a:lnTo>
                  <a:pt x="13332" y="39910"/>
                </a:lnTo>
                <a:lnTo>
                  <a:pt x="14300" y="40044"/>
                </a:lnTo>
                <a:lnTo>
                  <a:pt x="15260" y="40188"/>
                </a:lnTo>
                <a:lnTo>
                  <a:pt x="16212" y="40341"/>
                </a:lnTo>
                <a:lnTo>
                  <a:pt x="17156" y="40504"/>
                </a:lnTo>
                <a:lnTo>
                  <a:pt x="18093" y="40675"/>
                </a:lnTo>
                <a:lnTo>
                  <a:pt x="19022" y="40856"/>
                </a:lnTo>
                <a:lnTo>
                  <a:pt x="19943" y="41046"/>
                </a:lnTo>
                <a:lnTo>
                  <a:pt x="20857" y="41245"/>
                </a:lnTo>
                <a:lnTo>
                  <a:pt x="21763" y="41452"/>
                </a:lnTo>
                <a:lnTo>
                  <a:pt x="22661" y="41669"/>
                </a:lnTo>
                <a:lnTo>
                  <a:pt x="23553" y="41895"/>
                </a:lnTo>
                <a:lnTo>
                  <a:pt x="24437" y="42129"/>
                </a:lnTo>
                <a:lnTo>
                  <a:pt x="25314" y="42372"/>
                </a:lnTo>
                <a:lnTo>
                  <a:pt x="26183" y="42624"/>
                </a:lnTo>
                <a:lnTo>
                  <a:pt x="27046" y="42884"/>
                </a:lnTo>
                <a:lnTo>
                  <a:pt x="27902" y="43153"/>
                </a:lnTo>
                <a:lnTo>
                  <a:pt x="28750" y="43430"/>
                </a:lnTo>
                <a:lnTo>
                  <a:pt x="29592" y="43716"/>
                </a:lnTo>
                <a:lnTo>
                  <a:pt x="30427" y="44011"/>
                </a:lnTo>
                <a:lnTo>
                  <a:pt x="31256" y="44314"/>
                </a:lnTo>
                <a:lnTo>
                  <a:pt x="32078" y="44625"/>
                </a:lnTo>
                <a:lnTo>
                  <a:pt x="32893" y="44945"/>
                </a:lnTo>
                <a:lnTo>
                  <a:pt x="33702" y="45273"/>
                </a:lnTo>
                <a:lnTo>
                  <a:pt x="34505" y="45610"/>
                </a:lnTo>
                <a:lnTo>
                  <a:pt x="35301" y="45955"/>
                </a:lnTo>
                <a:lnTo>
                  <a:pt x="36091" y="46308"/>
                </a:lnTo>
                <a:lnTo>
                  <a:pt x="36875" y="46670"/>
                </a:lnTo>
                <a:lnTo>
                  <a:pt x="37653" y="47039"/>
                </a:lnTo>
                <a:lnTo>
                  <a:pt x="38425" y="47418"/>
                </a:lnTo>
                <a:lnTo>
                  <a:pt x="39191" y="47804"/>
                </a:lnTo>
                <a:lnTo>
                  <a:pt x="39952" y="48199"/>
                </a:lnTo>
                <a:lnTo>
                  <a:pt x="40706" y="48602"/>
                </a:lnTo>
                <a:lnTo>
                  <a:pt x="41455" y="49013"/>
                </a:lnTo>
                <a:lnTo>
                  <a:pt x="42198" y="49433"/>
                </a:lnTo>
                <a:lnTo>
                  <a:pt x="42936" y="49861"/>
                </a:lnTo>
                <a:lnTo>
                  <a:pt x="43669" y="50297"/>
                </a:lnTo>
                <a:lnTo>
                  <a:pt x="44395" y="50742"/>
                </a:lnTo>
                <a:lnTo>
                  <a:pt x="45117" y="51195"/>
                </a:lnTo>
                <a:lnTo>
                  <a:pt x="45833" y="51656"/>
                </a:lnTo>
                <a:lnTo>
                  <a:pt x="46544" y="52126"/>
                </a:lnTo>
                <a:lnTo>
                  <a:pt x="47250" y="52604"/>
                </a:lnTo>
                <a:lnTo>
                  <a:pt x="47951" y="53090"/>
                </a:lnTo>
                <a:lnTo>
                  <a:pt x="48647" y="53585"/>
                </a:lnTo>
                <a:lnTo>
                  <a:pt x="49338" y="54088"/>
                </a:lnTo>
                <a:lnTo>
                  <a:pt x="50023" y="54600"/>
                </a:lnTo>
                <a:lnTo>
                  <a:pt x="50704" y="55121"/>
                </a:lnTo>
                <a:lnTo>
                  <a:pt x="51380" y="55650"/>
                </a:lnTo>
                <a:lnTo>
                  <a:pt x="52051" y="56187"/>
                </a:lnTo>
                <a:lnTo>
                  <a:pt x="52717" y="56733"/>
                </a:lnTo>
                <a:lnTo>
                  <a:pt x="53379" y="57288"/>
                </a:lnTo>
                <a:lnTo>
                  <a:pt x="54035" y="57851"/>
                </a:lnTo>
                <a:lnTo>
                  <a:pt x="54687" y="58423"/>
                </a:lnTo>
                <a:lnTo>
                  <a:pt x="55335" y="59003"/>
                </a:lnTo>
                <a:lnTo>
                  <a:pt x="55977" y="59593"/>
                </a:lnTo>
                <a:lnTo>
                  <a:pt x="56615" y="60191"/>
                </a:lnTo>
                <a:lnTo>
                  <a:pt x="57248" y="60798"/>
                </a:lnTo>
                <a:lnTo>
                  <a:pt x="57877" y="61413"/>
                </a:lnTo>
                <a:lnTo>
                  <a:pt x="58501" y="62038"/>
                </a:lnTo>
                <a:lnTo>
                  <a:pt x="59120" y="62671"/>
                </a:lnTo>
                <a:lnTo>
                  <a:pt x="59735" y="63313"/>
                </a:lnTo>
                <a:lnTo>
                  <a:pt x="60345" y="63964"/>
                </a:lnTo>
                <a:lnTo>
                  <a:pt x="60951" y="64624"/>
                </a:lnTo>
                <a:lnTo>
                  <a:pt x="61552" y="65293"/>
                </a:lnTo>
                <a:lnTo>
                  <a:pt x="62148" y="65970"/>
                </a:lnTo>
                <a:lnTo>
                  <a:pt x="62740" y="66657"/>
                </a:lnTo>
                <a:lnTo>
                  <a:pt x="63327" y="67353"/>
                </a:lnTo>
                <a:lnTo>
                  <a:pt x="63910" y="68057"/>
                </a:lnTo>
                <a:lnTo>
                  <a:pt x="64488" y="68771"/>
                </a:lnTo>
                <a:lnTo>
                  <a:pt x="65061" y="69494"/>
                </a:lnTo>
                <a:lnTo>
                  <a:pt x="65630" y="70225"/>
                </a:lnTo>
                <a:lnTo>
                  <a:pt x="66193" y="70966"/>
                </a:lnTo>
                <a:lnTo>
                  <a:pt x="66753" y="71716"/>
                </a:lnTo>
                <a:lnTo>
                  <a:pt x="67307" y="72475"/>
                </a:lnTo>
                <a:lnTo>
                  <a:pt x="67857" y="73243"/>
                </a:lnTo>
                <a:lnTo>
                  <a:pt x="68402" y="74020"/>
                </a:lnTo>
                <a:lnTo>
                  <a:pt x="68943" y="74806"/>
                </a:lnTo>
                <a:lnTo>
                  <a:pt x="69478" y="75601"/>
                </a:lnTo>
                <a:lnTo>
                  <a:pt x="70009" y="76406"/>
                </a:lnTo>
                <a:lnTo>
                  <a:pt x="70535" y="77219"/>
                </a:lnTo>
                <a:lnTo>
                  <a:pt x="71056" y="78041"/>
                </a:lnTo>
                <a:lnTo>
                  <a:pt x="71572" y="78873"/>
                </a:lnTo>
                <a:lnTo>
                  <a:pt x="72083" y="79713"/>
                </a:lnTo>
                <a:lnTo>
                  <a:pt x="72590" y="80563"/>
                </a:lnTo>
                <a:lnTo>
                  <a:pt x="73091" y="81422"/>
                </a:lnTo>
                <a:lnTo>
                  <a:pt x="73588" y="82290"/>
                </a:lnTo>
                <a:lnTo>
                  <a:pt x="74079" y="83167"/>
                </a:lnTo>
                <a:lnTo>
                  <a:pt x="74565" y="84052"/>
                </a:lnTo>
                <a:lnTo>
                  <a:pt x="75047" y="84947"/>
                </a:lnTo>
                <a:lnTo>
                  <a:pt x="75523" y="85851"/>
                </a:lnTo>
                <a:lnTo>
                  <a:pt x="75994" y="86764"/>
                </a:lnTo>
                <a:lnTo>
                  <a:pt x="76460" y="87686"/>
                </a:lnTo>
                <a:lnTo>
                  <a:pt x="76920" y="88617"/>
                </a:lnTo>
                <a:lnTo>
                  <a:pt x="77376" y="89556"/>
                </a:lnTo>
                <a:lnTo>
                  <a:pt x="77826" y="90505"/>
                </a:lnTo>
                <a:lnTo>
                  <a:pt x="78271" y="91462"/>
                </a:lnTo>
                <a:lnTo>
                  <a:pt x="78711" y="92429"/>
                </a:lnTo>
                <a:lnTo>
                  <a:pt x="79145" y="93404"/>
                </a:lnTo>
                <a:lnTo>
                  <a:pt x="79574" y="94388"/>
                </a:lnTo>
                <a:lnTo>
                  <a:pt x="79997" y="95381"/>
                </a:lnTo>
                <a:lnTo>
                  <a:pt x="80415" y="96382"/>
                </a:lnTo>
                <a:lnTo>
                  <a:pt x="80828" y="97393"/>
                </a:lnTo>
                <a:lnTo>
                  <a:pt x="81235" y="98412"/>
                </a:lnTo>
                <a:lnTo>
                  <a:pt x="81637" y="99439"/>
                </a:lnTo>
                <a:lnTo>
                  <a:pt x="82033" y="100476"/>
                </a:lnTo>
                <a:lnTo>
                  <a:pt x="82423" y="101521"/>
                </a:lnTo>
                <a:lnTo>
                  <a:pt x="82808" y="102574"/>
                </a:lnTo>
                <a:lnTo>
                  <a:pt x="83187" y="103636"/>
                </a:lnTo>
                <a:lnTo>
                  <a:pt x="83560" y="104707"/>
                </a:lnTo>
                <a:lnTo>
                  <a:pt x="83928" y="105786"/>
                </a:lnTo>
                <a:lnTo>
                  <a:pt x="84290" y="106873"/>
                </a:lnTo>
                <a:lnTo>
                  <a:pt x="84647" y="107969"/>
                </a:lnTo>
                <a:lnTo>
                  <a:pt x="84997" y="109073"/>
                </a:lnTo>
                <a:lnTo>
                  <a:pt x="85342" y="110186"/>
                </a:lnTo>
                <a:lnTo>
                  <a:pt x="85681" y="111307"/>
                </a:lnTo>
                <a:lnTo>
                  <a:pt x="86014" y="112436"/>
                </a:lnTo>
                <a:lnTo>
                  <a:pt x="86341" y="113573"/>
                </a:lnTo>
                <a:lnTo>
                  <a:pt x="86663" y="114719"/>
                </a:lnTo>
                <a:lnTo>
                  <a:pt x="86978" y="115872"/>
                </a:lnTo>
                <a:lnTo>
                  <a:pt x="51450" y="117303"/>
                </a:lnTo>
                <a:lnTo>
                  <a:pt x="114300" y="181451"/>
                </a:lnTo>
                <a:lnTo>
                  <a:pt x="160209" y="104267"/>
                </a:lnTo>
                <a:lnTo>
                  <a:pt x="124682" y="105698"/>
                </a:lnTo>
                <a:lnTo>
                  <a:pt x="124299" y="104296"/>
                </a:lnTo>
                <a:lnTo>
                  <a:pt x="123907" y="102901"/>
                </a:lnTo>
                <a:lnTo>
                  <a:pt x="123508" y="101513"/>
                </a:lnTo>
                <a:lnTo>
                  <a:pt x="123100" y="100130"/>
                </a:lnTo>
                <a:lnTo>
                  <a:pt x="122684" y="98755"/>
                </a:lnTo>
                <a:lnTo>
                  <a:pt x="122260" y="97385"/>
                </a:lnTo>
                <a:lnTo>
                  <a:pt x="121827" y="96023"/>
                </a:lnTo>
                <a:lnTo>
                  <a:pt x="121386" y="94667"/>
                </a:lnTo>
                <a:lnTo>
                  <a:pt x="120937" y="93317"/>
                </a:lnTo>
                <a:lnTo>
                  <a:pt x="120479" y="91975"/>
                </a:lnTo>
                <a:lnTo>
                  <a:pt x="120013" y="90639"/>
                </a:lnTo>
                <a:lnTo>
                  <a:pt x="119539" y="89309"/>
                </a:lnTo>
                <a:lnTo>
                  <a:pt x="119055" y="87987"/>
                </a:lnTo>
                <a:lnTo>
                  <a:pt x="118564" y="86672"/>
                </a:lnTo>
                <a:lnTo>
                  <a:pt x="118064" y="85363"/>
                </a:lnTo>
                <a:lnTo>
                  <a:pt x="117555" y="84061"/>
                </a:lnTo>
                <a:lnTo>
                  <a:pt x="117038" y="82767"/>
                </a:lnTo>
                <a:lnTo>
                  <a:pt x="116512" y="81479"/>
                </a:lnTo>
                <a:lnTo>
                  <a:pt x="115978" y="80199"/>
                </a:lnTo>
                <a:lnTo>
                  <a:pt x="115435" y="78925"/>
                </a:lnTo>
                <a:lnTo>
                  <a:pt x="114883" y="77659"/>
                </a:lnTo>
                <a:lnTo>
                  <a:pt x="114322" y="76400"/>
                </a:lnTo>
                <a:lnTo>
                  <a:pt x="113753" y="75149"/>
                </a:lnTo>
                <a:lnTo>
                  <a:pt x="113175" y="73905"/>
                </a:lnTo>
                <a:lnTo>
                  <a:pt x="112588" y="72668"/>
                </a:lnTo>
                <a:lnTo>
                  <a:pt x="111992" y="71439"/>
                </a:lnTo>
                <a:lnTo>
                  <a:pt x="111387" y="70217"/>
                </a:lnTo>
                <a:lnTo>
                  <a:pt x="110774" y="69003"/>
                </a:lnTo>
                <a:lnTo>
                  <a:pt x="110151" y="67796"/>
                </a:lnTo>
                <a:lnTo>
                  <a:pt x="109520" y="66597"/>
                </a:lnTo>
                <a:lnTo>
                  <a:pt x="108879" y="65406"/>
                </a:lnTo>
                <a:lnTo>
                  <a:pt x="108229" y="64223"/>
                </a:lnTo>
                <a:lnTo>
                  <a:pt x="107571" y="63048"/>
                </a:lnTo>
                <a:lnTo>
                  <a:pt x="106903" y="61881"/>
                </a:lnTo>
                <a:lnTo>
                  <a:pt x="106226" y="60721"/>
                </a:lnTo>
                <a:lnTo>
                  <a:pt x="105540" y="59570"/>
                </a:lnTo>
                <a:lnTo>
                  <a:pt x="104845" y="58427"/>
                </a:lnTo>
                <a:lnTo>
                  <a:pt x="104141" y="57293"/>
                </a:lnTo>
                <a:lnTo>
                  <a:pt x="103427" y="56166"/>
                </a:lnTo>
                <a:lnTo>
                  <a:pt x="102704" y="55048"/>
                </a:lnTo>
                <a:lnTo>
                  <a:pt x="101972" y="53939"/>
                </a:lnTo>
                <a:lnTo>
                  <a:pt x="101230" y="52838"/>
                </a:lnTo>
                <a:lnTo>
                  <a:pt x="100480" y="51746"/>
                </a:lnTo>
                <a:lnTo>
                  <a:pt x="99719" y="50662"/>
                </a:lnTo>
                <a:lnTo>
                  <a:pt x="98950" y="49587"/>
                </a:lnTo>
                <a:lnTo>
                  <a:pt x="98171" y="48521"/>
                </a:lnTo>
                <a:lnTo>
                  <a:pt x="97383" y="47464"/>
                </a:lnTo>
                <a:lnTo>
                  <a:pt x="96585" y="46416"/>
                </a:lnTo>
                <a:lnTo>
                  <a:pt x="95778" y="45378"/>
                </a:lnTo>
                <a:lnTo>
                  <a:pt x="94961" y="44348"/>
                </a:lnTo>
                <a:lnTo>
                  <a:pt x="94135" y="43328"/>
                </a:lnTo>
                <a:lnTo>
                  <a:pt x="93299" y="42317"/>
                </a:lnTo>
                <a:lnTo>
                  <a:pt x="92454" y="41316"/>
                </a:lnTo>
                <a:lnTo>
                  <a:pt x="91599" y="40324"/>
                </a:lnTo>
                <a:lnTo>
                  <a:pt x="90735" y="39342"/>
                </a:lnTo>
                <a:lnTo>
                  <a:pt x="89862" y="38370"/>
                </a:lnTo>
                <a:lnTo>
                  <a:pt x="88978" y="37407"/>
                </a:lnTo>
                <a:lnTo>
                  <a:pt x="88086" y="36455"/>
                </a:lnTo>
                <a:lnTo>
                  <a:pt x="87184" y="35513"/>
                </a:lnTo>
                <a:lnTo>
                  <a:pt x="86272" y="34581"/>
                </a:lnTo>
                <a:lnTo>
                  <a:pt x="85351" y="33659"/>
                </a:lnTo>
                <a:lnTo>
                  <a:pt x="84420" y="32748"/>
                </a:lnTo>
                <a:lnTo>
                  <a:pt x="83480" y="31847"/>
                </a:lnTo>
                <a:lnTo>
                  <a:pt x="82530" y="30957"/>
                </a:lnTo>
                <a:lnTo>
                  <a:pt x="81571" y="30077"/>
                </a:lnTo>
                <a:lnTo>
                  <a:pt x="80603" y="29208"/>
                </a:lnTo>
                <a:lnTo>
                  <a:pt x="79625" y="28351"/>
                </a:lnTo>
                <a:lnTo>
                  <a:pt x="78638" y="27504"/>
                </a:lnTo>
                <a:lnTo>
                  <a:pt x="77641" y="26668"/>
                </a:lnTo>
                <a:lnTo>
                  <a:pt x="76635" y="25844"/>
                </a:lnTo>
                <a:lnTo>
                  <a:pt x="75620" y="25031"/>
                </a:lnTo>
                <a:lnTo>
                  <a:pt x="74596" y="24229"/>
                </a:lnTo>
                <a:lnTo>
                  <a:pt x="73562" y="23439"/>
                </a:lnTo>
                <a:lnTo>
                  <a:pt x="72519" y="22660"/>
                </a:lnTo>
                <a:lnTo>
                  <a:pt x="71467" y="21894"/>
                </a:lnTo>
                <a:lnTo>
                  <a:pt x="70406" y="21139"/>
                </a:lnTo>
                <a:lnTo>
                  <a:pt x="69336" y="20396"/>
                </a:lnTo>
                <a:lnTo>
                  <a:pt x="68256" y="19665"/>
                </a:lnTo>
                <a:lnTo>
                  <a:pt x="67168" y="18946"/>
                </a:lnTo>
                <a:lnTo>
                  <a:pt x="66071" y="18240"/>
                </a:lnTo>
                <a:lnTo>
                  <a:pt x="64966" y="17546"/>
                </a:lnTo>
                <a:lnTo>
                  <a:pt x="63851" y="16864"/>
                </a:lnTo>
                <a:lnTo>
                  <a:pt x="62728" y="16195"/>
                </a:lnTo>
                <a:lnTo>
                  <a:pt x="61596" y="15538"/>
                </a:lnTo>
                <a:lnTo>
                  <a:pt x="60455" y="14894"/>
                </a:lnTo>
                <a:lnTo>
                  <a:pt x="59306" y="14263"/>
                </a:lnTo>
                <a:lnTo>
                  <a:pt x="58149" y="13645"/>
                </a:lnTo>
                <a:lnTo>
                  <a:pt x="56983" y="13040"/>
                </a:lnTo>
                <a:lnTo>
                  <a:pt x="55809" y="12447"/>
                </a:lnTo>
                <a:lnTo>
                  <a:pt x="54626" y="11868"/>
                </a:lnTo>
                <a:lnTo>
                  <a:pt x="53436" y="11302"/>
                </a:lnTo>
                <a:lnTo>
                  <a:pt x="52237" y="10750"/>
                </a:lnTo>
                <a:lnTo>
                  <a:pt x="51031" y="10210"/>
                </a:lnTo>
                <a:lnTo>
                  <a:pt x="49816" y="9684"/>
                </a:lnTo>
                <a:lnTo>
                  <a:pt x="48594" y="9172"/>
                </a:lnTo>
                <a:lnTo>
                  <a:pt x="47364" y="8673"/>
                </a:lnTo>
                <a:lnTo>
                  <a:pt x="46126" y="8187"/>
                </a:lnTo>
                <a:lnTo>
                  <a:pt x="44881" y="7715"/>
                </a:lnTo>
                <a:lnTo>
                  <a:pt x="43628" y="7257"/>
                </a:lnTo>
                <a:lnTo>
                  <a:pt x="42367" y="6813"/>
                </a:lnTo>
                <a:lnTo>
                  <a:pt x="41100" y="6382"/>
                </a:lnTo>
                <a:lnTo>
                  <a:pt x="39825" y="5965"/>
                </a:lnTo>
                <a:lnTo>
                  <a:pt x="38543" y="5562"/>
                </a:lnTo>
                <a:lnTo>
                  <a:pt x="37253" y="5173"/>
                </a:lnTo>
                <a:lnTo>
                  <a:pt x="35957" y="4798"/>
                </a:lnTo>
                <a:lnTo>
                  <a:pt x="34654" y="4436"/>
                </a:lnTo>
                <a:lnTo>
                  <a:pt x="33343" y="4089"/>
                </a:lnTo>
                <a:lnTo>
                  <a:pt x="32026" y="3756"/>
                </a:lnTo>
                <a:lnTo>
                  <a:pt x="30702" y="3437"/>
                </a:lnTo>
                <a:lnTo>
                  <a:pt x="29372" y="3132"/>
                </a:lnTo>
                <a:lnTo>
                  <a:pt x="28035" y="2841"/>
                </a:lnTo>
                <a:lnTo>
                  <a:pt x="26691" y="2564"/>
                </a:lnTo>
                <a:lnTo>
                  <a:pt x="25341" y="2301"/>
                </a:lnTo>
                <a:lnTo>
                  <a:pt x="23985" y="2053"/>
                </a:lnTo>
                <a:lnTo>
                  <a:pt x="22622" y="1819"/>
                </a:lnTo>
                <a:lnTo>
                  <a:pt x="21253" y="1598"/>
                </a:lnTo>
                <a:lnTo>
                  <a:pt x="19878" y="1392"/>
                </a:lnTo>
                <a:lnTo>
                  <a:pt x="18496" y="1200"/>
                </a:lnTo>
                <a:lnTo>
                  <a:pt x="17108" y="1023"/>
                </a:lnTo>
                <a:lnTo>
                  <a:pt x="15715" y="859"/>
                </a:lnTo>
                <a:lnTo>
                  <a:pt x="14315" y="710"/>
                </a:lnTo>
                <a:lnTo>
                  <a:pt x="12910" y="575"/>
                </a:lnTo>
                <a:lnTo>
                  <a:pt x="11498" y="455"/>
                </a:lnTo>
                <a:lnTo>
                  <a:pt x="10081" y="348"/>
                </a:lnTo>
                <a:lnTo>
                  <a:pt x="8658" y="256"/>
                </a:lnTo>
                <a:lnTo>
                  <a:pt x="7229" y="178"/>
                </a:lnTo>
                <a:lnTo>
                  <a:pt x="5795" y="114"/>
                </a:lnTo>
                <a:lnTo>
                  <a:pt x="4354" y="64"/>
                </a:lnTo>
                <a:lnTo>
                  <a:pt x="2909" y="28"/>
                </a:lnTo>
                <a:lnTo>
                  <a:pt x="1457" y="7"/>
                </a:lnTo>
                <a:lnTo>
                  <a:pt x="0" y="0"/>
                </a:lnTo>
                <a:close/>
              </a:path>
            </a:pathLst>
          </a:custGeom>
          <a:solidFill>
            <a:srgbClr val="000000"/>
          </a:solidFill>
          <a:ln w="0">
            <a:noFill/>
          </a:ln>
        </p:spPr>
      </p:sp>
      <p:sp>
        <p:nvSpPr>
          <p:cNvPr id="2428" name="shared__evaluation_to_selection" descr="Editable filled curved data-flow path"/>
          <p:cNvSpPr/>
          <p:nvPr/>
        </p:nvSpPr>
        <p:spPr>
          <a:xfrm>
            <a:off x="9705975" y="4692015"/>
            <a:ext cx="165780" cy="184785"/>
          </a:xfrm>
          <a:custGeom>
            <a:avLst/>
            <a:gdLst/>
            <a:ahLst/>
            <a:cxnLst/>
            <a:rect l="0" t="0" r="w" b="h"/>
            <a:pathLst>
              <a:path w="165780" h="184785" fill="norm" stroke="false">
                <a:moveTo>
                  <a:pt x="0" y="45720"/>
                </a:moveTo>
                <a:lnTo>
                  <a:pt x="1043" y="45725"/>
                </a:lnTo>
                <a:lnTo>
                  <a:pt x="2078" y="45740"/>
                </a:lnTo>
                <a:lnTo>
                  <a:pt x="3104" y="45765"/>
                </a:lnTo>
                <a:lnTo>
                  <a:pt x="4121" y="45801"/>
                </a:lnTo>
                <a:lnTo>
                  <a:pt x="5129" y="45845"/>
                </a:lnTo>
                <a:lnTo>
                  <a:pt x="6129" y="45900"/>
                </a:lnTo>
                <a:lnTo>
                  <a:pt x="7120" y="45964"/>
                </a:lnTo>
                <a:lnTo>
                  <a:pt x="8103" y="46038"/>
                </a:lnTo>
                <a:lnTo>
                  <a:pt x="9077" y="46122"/>
                </a:lnTo>
                <a:lnTo>
                  <a:pt x="10043" y="46214"/>
                </a:lnTo>
                <a:lnTo>
                  <a:pt x="11001" y="46316"/>
                </a:lnTo>
                <a:lnTo>
                  <a:pt x="11950" y="46428"/>
                </a:lnTo>
                <a:lnTo>
                  <a:pt x="12891" y="46548"/>
                </a:lnTo>
                <a:lnTo>
                  <a:pt x="13823" y="46678"/>
                </a:lnTo>
                <a:lnTo>
                  <a:pt x="14748" y="46816"/>
                </a:lnTo>
                <a:lnTo>
                  <a:pt x="15665" y="46964"/>
                </a:lnTo>
                <a:lnTo>
                  <a:pt x="16573" y="47120"/>
                </a:lnTo>
                <a:lnTo>
                  <a:pt x="17474" y="47285"/>
                </a:lnTo>
                <a:lnTo>
                  <a:pt x="18367" y="47459"/>
                </a:lnTo>
                <a:lnTo>
                  <a:pt x="19252" y="47641"/>
                </a:lnTo>
                <a:lnTo>
                  <a:pt x="20130" y="47832"/>
                </a:lnTo>
                <a:lnTo>
                  <a:pt x="21000" y="48031"/>
                </a:lnTo>
                <a:lnTo>
                  <a:pt x="21862" y="48239"/>
                </a:lnTo>
                <a:lnTo>
                  <a:pt x="22717" y="48456"/>
                </a:lnTo>
                <a:lnTo>
                  <a:pt x="23565" y="48680"/>
                </a:lnTo>
                <a:lnTo>
                  <a:pt x="24405" y="48913"/>
                </a:lnTo>
                <a:lnTo>
                  <a:pt x="25238" y="49154"/>
                </a:lnTo>
                <a:lnTo>
                  <a:pt x="26064" y="49404"/>
                </a:lnTo>
                <a:lnTo>
                  <a:pt x="26884" y="49661"/>
                </a:lnTo>
                <a:lnTo>
                  <a:pt x="27696" y="49927"/>
                </a:lnTo>
                <a:lnTo>
                  <a:pt x="28502" y="50200"/>
                </a:lnTo>
                <a:lnTo>
                  <a:pt x="29300" y="50482"/>
                </a:lnTo>
                <a:lnTo>
                  <a:pt x="30093" y="50772"/>
                </a:lnTo>
                <a:lnTo>
                  <a:pt x="30878" y="51070"/>
                </a:lnTo>
                <a:lnTo>
                  <a:pt x="31658" y="51375"/>
                </a:lnTo>
                <a:lnTo>
                  <a:pt x="32431" y="51689"/>
                </a:lnTo>
                <a:lnTo>
                  <a:pt x="33198" y="52010"/>
                </a:lnTo>
                <a:lnTo>
                  <a:pt x="33958" y="52340"/>
                </a:lnTo>
                <a:lnTo>
                  <a:pt x="34713" y="52677"/>
                </a:lnTo>
                <a:lnTo>
                  <a:pt x="35461" y="53022"/>
                </a:lnTo>
                <a:lnTo>
                  <a:pt x="36204" y="53376"/>
                </a:lnTo>
                <a:lnTo>
                  <a:pt x="36941" y="53737"/>
                </a:lnTo>
                <a:lnTo>
                  <a:pt x="37673" y="54105"/>
                </a:lnTo>
                <a:lnTo>
                  <a:pt x="38398" y="54482"/>
                </a:lnTo>
                <a:lnTo>
                  <a:pt x="39118" y="54867"/>
                </a:lnTo>
                <a:lnTo>
                  <a:pt x="39833" y="55259"/>
                </a:lnTo>
                <a:lnTo>
                  <a:pt x="40543" y="55660"/>
                </a:lnTo>
                <a:lnTo>
                  <a:pt x="41247" y="56068"/>
                </a:lnTo>
                <a:lnTo>
                  <a:pt x="41946" y="56485"/>
                </a:lnTo>
                <a:lnTo>
                  <a:pt x="42640" y="56909"/>
                </a:lnTo>
                <a:lnTo>
                  <a:pt x="43328" y="57342"/>
                </a:lnTo>
                <a:lnTo>
                  <a:pt x="44012" y="57782"/>
                </a:lnTo>
                <a:lnTo>
                  <a:pt x="44691" y="58230"/>
                </a:lnTo>
                <a:lnTo>
                  <a:pt x="45365" y="58687"/>
                </a:lnTo>
                <a:lnTo>
                  <a:pt x="46034" y="59151"/>
                </a:lnTo>
                <a:lnTo>
                  <a:pt x="46699" y="59624"/>
                </a:lnTo>
                <a:lnTo>
                  <a:pt x="47359" y="60105"/>
                </a:lnTo>
                <a:lnTo>
                  <a:pt x="48014" y="60594"/>
                </a:lnTo>
                <a:lnTo>
                  <a:pt x="48665" y="61092"/>
                </a:lnTo>
                <a:lnTo>
                  <a:pt x="49311" y="61597"/>
                </a:lnTo>
                <a:lnTo>
                  <a:pt x="49952" y="62111"/>
                </a:lnTo>
                <a:lnTo>
                  <a:pt x="50590" y="62633"/>
                </a:lnTo>
                <a:lnTo>
                  <a:pt x="51222" y="63164"/>
                </a:lnTo>
                <a:lnTo>
                  <a:pt x="51851" y="63703"/>
                </a:lnTo>
                <a:lnTo>
                  <a:pt x="52475" y="64251"/>
                </a:lnTo>
                <a:lnTo>
                  <a:pt x="53095" y="64807"/>
                </a:lnTo>
                <a:lnTo>
                  <a:pt x="53710" y="65371"/>
                </a:lnTo>
                <a:lnTo>
                  <a:pt x="54322" y="65944"/>
                </a:lnTo>
                <a:lnTo>
                  <a:pt x="54929" y="66526"/>
                </a:lnTo>
                <a:lnTo>
                  <a:pt x="55532" y="67116"/>
                </a:lnTo>
                <a:lnTo>
                  <a:pt x="56130" y="67715"/>
                </a:lnTo>
                <a:lnTo>
                  <a:pt x="56725" y="68323"/>
                </a:lnTo>
                <a:lnTo>
                  <a:pt x="57315" y="68939"/>
                </a:lnTo>
                <a:lnTo>
                  <a:pt x="57901" y="69565"/>
                </a:lnTo>
                <a:lnTo>
                  <a:pt x="58483" y="70199"/>
                </a:lnTo>
                <a:lnTo>
                  <a:pt x="59061" y="70842"/>
                </a:lnTo>
                <a:lnTo>
                  <a:pt x="59634" y="71493"/>
                </a:lnTo>
                <a:lnTo>
                  <a:pt x="60203" y="72154"/>
                </a:lnTo>
                <a:lnTo>
                  <a:pt x="60769" y="72824"/>
                </a:lnTo>
                <a:lnTo>
                  <a:pt x="61330" y="73502"/>
                </a:lnTo>
                <a:lnTo>
                  <a:pt x="61886" y="74190"/>
                </a:lnTo>
                <a:lnTo>
                  <a:pt x="62439" y="74886"/>
                </a:lnTo>
                <a:lnTo>
                  <a:pt x="62987" y="75592"/>
                </a:lnTo>
                <a:lnTo>
                  <a:pt x="63531" y="76306"/>
                </a:lnTo>
                <a:lnTo>
                  <a:pt x="64071" y="77030"/>
                </a:lnTo>
                <a:lnTo>
                  <a:pt x="64606" y="77762"/>
                </a:lnTo>
                <a:lnTo>
                  <a:pt x="65137" y="78504"/>
                </a:lnTo>
                <a:lnTo>
                  <a:pt x="65664" y="79255"/>
                </a:lnTo>
                <a:lnTo>
                  <a:pt x="66186" y="80015"/>
                </a:lnTo>
                <a:lnTo>
                  <a:pt x="66704" y="80784"/>
                </a:lnTo>
                <a:lnTo>
                  <a:pt x="67218" y="81562"/>
                </a:lnTo>
                <a:lnTo>
                  <a:pt x="67727" y="82350"/>
                </a:lnTo>
                <a:lnTo>
                  <a:pt x="68232" y="83146"/>
                </a:lnTo>
                <a:lnTo>
                  <a:pt x="68732" y="83952"/>
                </a:lnTo>
                <a:lnTo>
                  <a:pt x="69227" y="84767"/>
                </a:lnTo>
                <a:lnTo>
                  <a:pt x="69718" y="85591"/>
                </a:lnTo>
                <a:lnTo>
                  <a:pt x="70205" y="86424"/>
                </a:lnTo>
                <a:lnTo>
                  <a:pt x="70687" y="87266"/>
                </a:lnTo>
                <a:lnTo>
                  <a:pt x="71164" y="88117"/>
                </a:lnTo>
                <a:lnTo>
                  <a:pt x="71636" y="88978"/>
                </a:lnTo>
                <a:lnTo>
                  <a:pt x="72104" y="89847"/>
                </a:lnTo>
                <a:lnTo>
                  <a:pt x="72567" y="90726"/>
                </a:lnTo>
                <a:lnTo>
                  <a:pt x="73025" y="91614"/>
                </a:lnTo>
                <a:lnTo>
                  <a:pt x="73478" y="92511"/>
                </a:lnTo>
                <a:lnTo>
                  <a:pt x="73927" y="93417"/>
                </a:lnTo>
                <a:lnTo>
                  <a:pt x="74370" y="94332"/>
                </a:lnTo>
                <a:lnTo>
                  <a:pt x="74809" y="95256"/>
                </a:lnTo>
                <a:lnTo>
                  <a:pt x="75242" y="96189"/>
                </a:lnTo>
                <a:lnTo>
                  <a:pt x="75671" y="97131"/>
                </a:lnTo>
                <a:lnTo>
                  <a:pt x="76094" y="98082"/>
                </a:lnTo>
                <a:lnTo>
                  <a:pt x="76512" y="99042"/>
                </a:lnTo>
                <a:lnTo>
                  <a:pt x="76926" y="100011"/>
                </a:lnTo>
                <a:lnTo>
                  <a:pt x="77334" y="100988"/>
                </a:lnTo>
                <a:lnTo>
                  <a:pt x="77737" y="101975"/>
                </a:lnTo>
                <a:lnTo>
                  <a:pt x="78134" y="102970"/>
                </a:lnTo>
                <a:lnTo>
                  <a:pt x="78527" y="103975"/>
                </a:lnTo>
                <a:lnTo>
                  <a:pt x="78914" y="104988"/>
                </a:lnTo>
                <a:lnTo>
                  <a:pt x="79296" y="106010"/>
                </a:lnTo>
                <a:lnTo>
                  <a:pt x="79672" y="107040"/>
                </a:lnTo>
                <a:lnTo>
                  <a:pt x="80043" y="108079"/>
                </a:lnTo>
                <a:lnTo>
                  <a:pt x="80409" y="109127"/>
                </a:lnTo>
                <a:lnTo>
                  <a:pt x="80769" y="110184"/>
                </a:lnTo>
                <a:lnTo>
                  <a:pt x="81124" y="111249"/>
                </a:lnTo>
                <a:lnTo>
                  <a:pt x="81473" y="112323"/>
                </a:lnTo>
                <a:lnTo>
                  <a:pt x="81816" y="113405"/>
                </a:lnTo>
                <a:lnTo>
                  <a:pt x="82154" y="114495"/>
                </a:lnTo>
                <a:lnTo>
                  <a:pt x="82487" y="115594"/>
                </a:lnTo>
                <a:lnTo>
                  <a:pt x="43001" y="117085"/>
                </a:lnTo>
                <a:lnTo>
                  <a:pt x="114300" y="184785"/>
                </a:lnTo>
                <a:lnTo>
                  <a:pt x="165780" y="101020"/>
                </a:lnTo>
                <a:lnTo>
                  <a:pt x="126294" y="102510"/>
                </a:lnTo>
                <a:lnTo>
                  <a:pt x="125872" y="101113"/>
                </a:lnTo>
                <a:lnTo>
                  <a:pt x="125441" y="99721"/>
                </a:lnTo>
                <a:lnTo>
                  <a:pt x="125001" y="98337"/>
                </a:lnTo>
                <a:lnTo>
                  <a:pt x="124553" y="96958"/>
                </a:lnTo>
                <a:lnTo>
                  <a:pt x="124096" y="95587"/>
                </a:lnTo>
                <a:lnTo>
                  <a:pt x="123631" y="94221"/>
                </a:lnTo>
                <a:lnTo>
                  <a:pt x="123157" y="92863"/>
                </a:lnTo>
                <a:lnTo>
                  <a:pt x="122674" y="91511"/>
                </a:lnTo>
                <a:lnTo>
                  <a:pt x="122183" y="90166"/>
                </a:lnTo>
                <a:lnTo>
                  <a:pt x="121683" y="88827"/>
                </a:lnTo>
                <a:lnTo>
                  <a:pt x="121174" y="87495"/>
                </a:lnTo>
                <a:lnTo>
                  <a:pt x="120656" y="86170"/>
                </a:lnTo>
                <a:lnTo>
                  <a:pt x="120129" y="84852"/>
                </a:lnTo>
                <a:lnTo>
                  <a:pt x="119594" y="83541"/>
                </a:lnTo>
                <a:lnTo>
                  <a:pt x="119049" y="82236"/>
                </a:lnTo>
                <a:lnTo>
                  <a:pt x="118496" y="80939"/>
                </a:lnTo>
                <a:lnTo>
                  <a:pt x="117934" y="79649"/>
                </a:lnTo>
                <a:lnTo>
                  <a:pt x="117362" y="78366"/>
                </a:lnTo>
                <a:lnTo>
                  <a:pt x="116782" y="77090"/>
                </a:lnTo>
                <a:lnTo>
                  <a:pt x="116192" y="75821"/>
                </a:lnTo>
                <a:lnTo>
                  <a:pt x="115594" y="74560"/>
                </a:lnTo>
                <a:lnTo>
                  <a:pt x="114986" y="73306"/>
                </a:lnTo>
                <a:lnTo>
                  <a:pt x="114369" y="72059"/>
                </a:lnTo>
                <a:lnTo>
                  <a:pt x="113743" y="70820"/>
                </a:lnTo>
                <a:lnTo>
                  <a:pt x="113107" y="69589"/>
                </a:lnTo>
                <a:lnTo>
                  <a:pt x="112462" y="68365"/>
                </a:lnTo>
                <a:lnTo>
                  <a:pt x="111808" y="67149"/>
                </a:lnTo>
                <a:lnTo>
                  <a:pt x="111145" y="65940"/>
                </a:lnTo>
                <a:lnTo>
                  <a:pt x="110472" y="64739"/>
                </a:lnTo>
                <a:lnTo>
                  <a:pt x="109789" y="63546"/>
                </a:lnTo>
                <a:lnTo>
                  <a:pt x="109098" y="62361"/>
                </a:lnTo>
                <a:lnTo>
                  <a:pt x="108396" y="61185"/>
                </a:lnTo>
                <a:lnTo>
                  <a:pt x="107685" y="60016"/>
                </a:lnTo>
                <a:lnTo>
                  <a:pt x="106965" y="58855"/>
                </a:lnTo>
                <a:lnTo>
                  <a:pt x="106235" y="57703"/>
                </a:lnTo>
                <a:lnTo>
                  <a:pt x="105495" y="56559"/>
                </a:lnTo>
                <a:lnTo>
                  <a:pt x="104746" y="55423"/>
                </a:lnTo>
                <a:lnTo>
                  <a:pt x="103987" y="54296"/>
                </a:lnTo>
                <a:lnTo>
                  <a:pt x="103218" y="53178"/>
                </a:lnTo>
                <a:lnTo>
                  <a:pt x="102439" y="52068"/>
                </a:lnTo>
                <a:lnTo>
                  <a:pt x="101651" y="50967"/>
                </a:lnTo>
                <a:lnTo>
                  <a:pt x="100853" y="49875"/>
                </a:lnTo>
                <a:lnTo>
                  <a:pt x="100045" y="48792"/>
                </a:lnTo>
                <a:lnTo>
                  <a:pt x="99227" y="47718"/>
                </a:lnTo>
                <a:lnTo>
                  <a:pt x="98400" y="46653"/>
                </a:lnTo>
                <a:lnTo>
                  <a:pt x="97562" y="45597"/>
                </a:lnTo>
                <a:lnTo>
                  <a:pt x="96715" y="44550"/>
                </a:lnTo>
                <a:lnTo>
                  <a:pt x="95858" y="43513"/>
                </a:lnTo>
                <a:lnTo>
                  <a:pt x="94991" y="42486"/>
                </a:lnTo>
                <a:lnTo>
                  <a:pt x="94113" y="41468"/>
                </a:lnTo>
                <a:lnTo>
                  <a:pt x="93226" y="40460"/>
                </a:lnTo>
                <a:lnTo>
                  <a:pt x="92330" y="39462"/>
                </a:lnTo>
                <a:lnTo>
                  <a:pt x="91423" y="38474"/>
                </a:lnTo>
                <a:lnTo>
                  <a:pt x="90506" y="37496"/>
                </a:lnTo>
                <a:lnTo>
                  <a:pt x="89579" y="36528"/>
                </a:lnTo>
                <a:lnTo>
                  <a:pt x="88643" y="35571"/>
                </a:lnTo>
                <a:lnTo>
                  <a:pt x="87696" y="34624"/>
                </a:lnTo>
                <a:lnTo>
                  <a:pt x="86740" y="33687"/>
                </a:lnTo>
                <a:lnTo>
                  <a:pt x="85773" y="32761"/>
                </a:lnTo>
                <a:lnTo>
                  <a:pt x="84797" y="31846"/>
                </a:lnTo>
                <a:lnTo>
                  <a:pt x="83811" y="30942"/>
                </a:lnTo>
                <a:lnTo>
                  <a:pt x="82815" y="30048"/>
                </a:lnTo>
                <a:lnTo>
                  <a:pt x="81809" y="29166"/>
                </a:lnTo>
                <a:lnTo>
                  <a:pt x="80794" y="28295"/>
                </a:lnTo>
                <a:lnTo>
                  <a:pt x="79769" y="27435"/>
                </a:lnTo>
                <a:lnTo>
                  <a:pt x="78734" y="26587"/>
                </a:lnTo>
                <a:lnTo>
                  <a:pt x="77689" y="25751"/>
                </a:lnTo>
                <a:lnTo>
                  <a:pt x="76635" y="24926"/>
                </a:lnTo>
                <a:lnTo>
                  <a:pt x="75571" y="24113"/>
                </a:lnTo>
                <a:lnTo>
                  <a:pt x="74498" y="23311"/>
                </a:lnTo>
                <a:lnTo>
                  <a:pt x="73415" y="22522"/>
                </a:lnTo>
                <a:lnTo>
                  <a:pt x="72323" y="21745"/>
                </a:lnTo>
                <a:lnTo>
                  <a:pt x="71221" y="20980"/>
                </a:lnTo>
                <a:lnTo>
                  <a:pt x="70110" y="20228"/>
                </a:lnTo>
                <a:lnTo>
                  <a:pt x="68990" y="19488"/>
                </a:lnTo>
                <a:lnTo>
                  <a:pt x="67860" y="18760"/>
                </a:lnTo>
                <a:lnTo>
                  <a:pt x="66722" y="18046"/>
                </a:lnTo>
                <a:lnTo>
                  <a:pt x="65574" y="17344"/>
                </a:lnTo>
                <a:lnTo>
                  <a:pt x="64417" y="16655"/>
                </a:lnTo>
                <a:lnTo>
                  <a:pt x="63252" y="15979"/>
                </a:lnTo>
                <a:lnTo>
                  <a:pt x="62077" y="15315"/>
                </a:lnTo>
                <a:lnTo>
                  <a:pt x="60894" y="14666"/>
                </a:lnTo>
                <a:lnTo>
                  <a:pt x="59702" y="14029"/>
                </a:lnTo>
                <a:lnTo>
                  <a:pt x="58502" y="13406"/>
                </a:lnTo>
                <a:lnTo>
                  <a:pt x="57293" y="12796"/>
                </a:lnTo>
                <a:lnTo>
                  <a:pt x="56075" y="12200"/>
                </a:lnTo>
                <a:lnTo>
                  <a:pt x="54850" y="11617"/>
                </a:lnTo>
                <a:lnTo>
                  <a:pt x="53616" y="11048"/>
                </a:lnTo>
                <a:lnTo>
                  <a:pt x="52374" y="10493"/>
                </a:lnTo>
                <a:lnTo>
                  <a:pt x="51123" y="9951"/>
                </a:lnTo>
                <a:lnTo>
                  <a:pt x="49865" y="9424"/>
                </a:lnTo>
                <a:lnTo>
                  <a:pt x="48599" y="8910"/>
                </a:lnTo>
                <a:lnTo>
                  <a:pt x="47325" y="8410"/>
                </a:lnTo>
                <a:lnTo>
                  <a:pt x="46044" y="7925"/>
                </a:lnTo>
                <a:lnTo>
                  <a:pt x="44755" y="7453"/>
                </a:lnTo>
                <a:lnTo>
                  <a:pt x="43458" y="6996"/>
                </a:lnTo>
                <a:lnTo>
                  <a:pt x="42154" y="6553"/>
                </a:lnTo>
                <a:lnTo>
                  <a:pt x="40843" y="6124"/>
                </a:lnTo>
                <a:lnTo>
                  <a:pt x="39524" y="5710"/>
                </a:lnTo>
                <a:lnTo>
                  <a:pt x="38198" y="5310"/>
                </a:lnTo>
                <a:lnTo>
                  <a:pt x="36865" y="4924"/>
                </a:lnTo>
                <a:lnTo>
                  <a:pt x="35526" y="4553"/>
                </a:lnTo>
                <a:lnTo>
                  <a:pt x="34179" y="4196"/>
                </a:lnTo>
                <a:lnTo>
                  <a:pt x="32826" y="3853"/>
                </a:lnTo>
                <a:lnTo>
                  <a:pt x="31466" y="3525"/>
                </a:lnTo>
                <a:lnTo>
                  <a:pt x="30099" y="3212"/>
                </a:lnTo>
                <a:lnTo>
                  <a:pt x="28726" y="2913"/>
                </a:lnTo>
                <a:lnTo>
                  <a:pt x="27346" y="2629"/>
                </a:lnTo>
                <a:lnTo>
                  <a:pt x="25960" y="2359"/>
                </a:lnTo>
                <a:lnTo>
                  <a:pt x="24568" y="2104"/>
                </a:lnTo>
                <a:lnTo>
                  <a:pt x="23169" y="1864"/>
                </a:lnTo>
                <a:lnTo>
                  <a:pt x="21764" y="1638"/>
                </a:lnTo>
                <a:lnTo>
                  <a:pt x="20354" y="1426"/>
                </a:lnTo>
                <a:lnTo>
                  <a:pt x="18937" y="1230"/>
                </a:lnTo>
                <a:lnTo>
                  <a:pt x="17514" y="1048"/>
                </a:lnTo>
                <a:lnTo>
                  <a:pt x="16086" y="880"/>
                </a:lnTo>
                <a:lnTo>
                  <a:pt x="14651" y="727"/>
                </a:lnTo>
                <a:lnTo>
                  <a:pt x="13211" y="589"/>
                </a:lnTo>
                <a:lnTo>
                  <a:pt x="11765" y="465"/>
                </a:lnTo>
                <a:lnTo>
                  <a:pt x="10314" y="356"/>
                </a:lnTo>
                <a:lnTo>
                  <a:pt x="8857" y="262"/>
                </a:lnTo>
                <a:lnTo>
                  <a:pt x="7394" y="182"/>
                </a:lnTo>
                <a:lnTo>
                  <a:pt x="5926" y="116"/>
                </a:lnTo>
                <a:lnTo>
                  <a:pt x="4453" y="65"/>
                </a:lnTo>
                <a:lnTo>
                  <a:pt x="2974" y="29"/>
                </a:lnTo>
                <a:lnTo>
                  <a:pt x="1490" y="7"/>
                </a:lnTo>
                <a:lnTo>
                  <a:pt x="0" y="0"/>
                </a:lnTo>
                <a:close/>
              </a:path>
            </a:pathLst>
          </a:custGeom>
          <a:solidFill>
            <a:srgbClr val="000000"/>
          </a:solidFill>
          <a:ln w="0">
            <a:noFill/>
          </a:ln>
        </p:spPr>
      </p:sp>
      <p:sp>
        <p:nvSpPr>
          <p:cNvPr id="2429" name="shared__selection_to_output" descr="Editable filled curved data-flow path"/>
          <p:cNvSpPr/>
          <p:nvPr/>
        </p:nvSpPr>
        <p:spPr>
          <a:xfrm>
            <a:off x="7381875" y="6171544"/>
            <a:ext cx="241723" cy="124488"/>
          </a:xfrm>
          <a:custGeom>
            <a:avLst/>
            <a:gdLst/>
            <a:ahLst/>
            <a:cxnLst/>
            <a:rect l="0" t="0" r="w" b="h"/>
            <a:pathLst>
              <a:path w="241723" h="124488" fill="norm" stroke="false">
                <a:moveTo>
                  <a:pt x="241723" y="85888"/>
                </a:moveTo>
                <a:lnTo>
                  <a:pt x="240692" y="83591"/>
                </a:lnTo>
                <a:lnTo>
                  <a:pt x="239647" y="81334"/>
                </a:lnTo>
                <a:lnTo>
                  <a:pt x="238589" y="79117"/>
                </a:lnTo>
                <a:lnTo>
                  <a:pt x="237517" y="76940"/>
                </a:lnTo>
                <a:lnTo>
                  <a:pt x="236431" y="74801"/>
                </a:lnTo>
                <a:lnTo>
                  <a:pt x="235331" y="72701"/>
                </a:lnTo>
                <a:lnTo>
                  <a:pt x="234217" y="70639"/>
                </a:lnTo>
                <a:lnTo>
                  <a:pt x="233087" y="68615"/>
                </a:lnTo>
                <a:lnTo>
                  <a:pt x="231942" y="66628"/>
                </a:lnTo>
                <a:lnTo>
                  <a:pt x="230782" y="64679"/>
                </a:lnTo>
                <a:lnTo>
                  <a:pt x="229606" y="62767"/>
                </a:lnTo>
                <a:lnTo>
                  <a:pt x="228414" y="60892"/>
                </a:lnTo>
                <a:lnTo>
                  <a:pt x="227206" y="59053"/>
                </a:lnTo>
                <a:lnTo>
                  <a:pt x="225982" y="57251"/>
                </a:lnTo>
                <a:lnTo>
                  <a:pt x="224740" y="55485"/>
                </a:lnTo>
                <a:lnTo>
                  <a:pt x="223481" y="53755"/>
                </a:lnTo>
                <a:lnTo>
                  <a:pt x="222204" y="52062"/>
                </a:lnTo>
                <a:lnTo>
                  <a:pt x="220910" y="50404"/>
                </a:lnTo>
                <a:lnTo>
                  <a:pt x="219598" y="48783"/>
                </a:lnTo>
                <a:lnTo>
                  <a:pt x="218267" y="47198"/>
                </a:lnTo>
                <a:lnTo>
                  <a:pt x="216918" y="45650"/>
                </a:lnTo>
                <a:lnTo>
                  <a:pt x="215550" y="44137"/>
                </a:lnTo>
                <a:lnTo>
                  <a:pt x="214164" y="42662"/>
                </a:lnTo>
                <a:lnTo>
                  <a:pt x="212758" y="41223"/>
                </a:lnTo>
                <a:lnTo>
                  <a:pt x="211334" y="39822"/>
                </a:lnTo>
                <a:lnTo>
                  <a:pt x="209891" y="38458"/>
                </a:lnTo>
                <a:lnTo>
                  <a:pt x="208428" y="37132"/>
                </a:lnTo>
                <a:lnTo>
                  <a:pt x="206947" y="35844"/>
                </a:lnTo>
                <a:lnTo>
                  <a:pt x="205448" y="34594"/>
                </a:lnTo>
                <a:lnTo>
                  <a:pt x="203930" y="33383"/>
                </a:lnTo>
                <a:lnTo>
                  <a:pt x="202393" y="32212"/>
                </a:lnTo>
                <a:lnTo>
                  <a:pt x="200840" y="31080"/>
                </a:lnTo>
                <a:lnTo>
                  <a:pt x="199269" y="29989"/>
                </a:lnTo>
                <a:lnTo>
                  <a:pt x="197681" y="28938"/>
                </a:lnTo>
                <a:lnTo>
                  <a:pt x="196077" y="27928"/>
                </a:lnTo>
                <a:lnTo>
                  <a:pt x="194458" y="26959"/>
                </a:lnTo>
                <a:lnTo>
                  <a:pt x="192825" y="26032"/>
                </a:lnTo>
                <a:lnTo>
                  <a:pt x="191177" y="25148"/>
                </a:lnTo>
                <a:lnTo>
                  <a:pt x="189517" y="24305"/>
                </a:lnTo>
                <a:lnTo>
                  <a:pt x="187845" y="23505"/>
                </a:lnTo>
                <a:lnTo>
                  <a:pt x="186162" y="22748"/>
                </a:lnTo>
                <a:lnTo>
                  <a:pt x="184469" y="22033"/>
                </a:lnTo>
                <a:lnTo>
                  <a:pt x="182767" y="21361"/>
                </a:lnTo>
                <a:lnTo>
                  <a:pt x="181058" y="20731"/>
                </a:lnTo>
                <a:lnTo>
                  <a:pt x="179342" y="20144"/>
                </a:lnTo>
                <a:lnTo>
                  <a:pt x="177621" y="19599"/>
                </a:lnTo>
                <a:lnTo>
                  <a:pt x="175895" y="19096"/>
                </a:lnTo>
                <a:lnTo>
                  <a:pt x="174166" y="18635"/>
                </a:lnTo>
                <a:lnTo>
                  <a:pt x="172435" y="18215"/>
                </a:lnTo>
                <a:lnTo>
                  <a:pt x="170703" y="17835"/>
                </a:lnTo>
                <a:lnTo>
                  <a:pt x="168971" y="17495"/>
                </a:lnTo>
                <a:lnTo>
                  <a:pt x="167240" y="17194"/>
                </a:lnTo>
                <a:lnTo>
                  <a:pt x="165510" y="16932"/>
                </a:lnTo>
                <a:lnTo>
                  <a:pt x="163783" y="16708"/>
                </a:lnTo>
                <a:lnTo>
                  <a:pt x="162059" y="16520"/>
                </a:lnTo>
                <a:lnTo>
                  <a:pt x="160340" y="16369"/>
                </a:lnTo>
                <a:lnTo>
                  <a:pt x="158625" y="16253"/>
                </a:lnTo>
                <a:lnTo>
                  <a:pt x="156915" y="16171"/>
                </a:lnTo>
                <a:lnTo>
                  <a:pt x="155212" y="16123"/>
                </a:lnTo>
                <a:lnTo>
                  <a:pt x="153515" y="16107"/>
                </a:lnTo>
                <a:lnTo>
                  <a:pt x="151824" y="16123"/>
                </a:lnTo>
                <a:lnTo>
                  <a:pt x="150141" y="16169"/>
                </a:lnTo>
                <a:lnTo>
                  <a:pt x="148466" y="16245"/>
                </a:lnTo>
                <a:lnTo>
                  <a:pt x="146798" y="16349"/>
                </a:lnTo>
                <a:lnTo>
                  <a:pt x="145138" y="16481"/>
                </a:lnTo>
                <a:lnTo>
                  <a:pt x="143486" y="16640"/>
                </a:lnTo>
                <a:lnTo>
                  <a:pt x="141842" y="16825"/>
                </a:lnTo>
                <a:lnTo>
                  <a:pt x="140207" y="17034"/>
                </a:lnTo>
                <a:lnTo>
                  <a:pt x="138579" y="17268"/>
                </a:lnTo>
                <a:lnTo>
                  <a:pt x="136961" y="17526"/>
                </a:lnTo>
                <a:lnTo>
                  <a:pt x="135350" y="17805"/>
                </a:lnTo>
                <a:lnTo>
                  <a:pt x="133748" y="18107"/>
                </a:lnTo>
                <a:lnTo>
                  <a:pt x="132153" y="18429"/>
                </a:lnTo>
                <a:lnTo>
                  <a:pt x="130567" y="18771"/>
                </a:lnTo>
                <a:lnTo>
                  <a:pt x="128989" y="19133"/>
                </a:lnTo>
                <a:lnTo>
                  <a:pt x="127419" y="19513"/>
                </a:lnTo>
                <a:lnTo>
                  <a:pt x="125856" y="19911"/>
                </a:lnTo>
                <a:lnTo>
                  <a:pt x="124302" y="20327"/>
                </a:lnTo>
                <a:lnTo>
                  <a:pt x="122754" y="20759"/>
                </a:lnTo>
                <a:lnTo>
                  <a:pt x="121214" y="21207"/>
                </a:lnTo>
                <a:lnTo>
                  <a:pt x="119681" y="21671"/>
                </a:lnTo>
                <a:lnTo>
                  <a:pt x="118155" y="22149"/>
                </a:lnTo>
                <a:lnTo>
                  <a:pt x="116636" y="22641"/>
                </a:lnTo>
                <a:lnTo>
                  <a:pt x="115124" y="23147"/>
                </a:lnTo>
                <a:lnTo>
                  <a:pt x="113619" y="23667"/>
                </a:lnTo>
                <a:lnTo>
                  <a:pt x="112120" y="24198"/>
                </a:lnTo>
                <a:lnTo>
                  <a:pt x="110627" y="24742"/>
                </a:lnTo>
                <a:lnTo>
                  <a:pt x="109140" y="25297"/>
                </a:lnTo>
                <a:lnTo>
                  <a:pt x="107660" y="25863"/>
                </a:lnTo>
                <a:lnTo>
                  <a:pt x="106185" y="26440"/>
                </a:lnTo>
                <a:lnTo>
                  <a:pt x="104716" y="27027"/>
                </a:lnTo>
                <a:lnTo>
                  <a:pt x="103253" y="27623"/>
                </a:lnTo>
                <a:lnTo>
                  <a:pt x="101795" y="28228"/>
                </a:lnTo>
                <a:lnTo>
                  <a:pt x="100343" y="28842"/>
                </a:lnTo>
                <a:lnTo>
                  <a:pt x="98897" y="29464"/>
                </a:lnTo>
                <a:lnTo>
                  <a:pt x="97455" y="30093"/>
                </a:lnTo>
                <a:lnTo>
                  <a:pt x="96019" y="30730"/>
                </a:lnTo>
                <a:lnTo>
                  <a:pt x="94588" y="31374"/>
                </a:lnTo>
                <a:lnTo>
                  <a:pt x="93162" y="32024"/>
                </a:lnTo>
                <a:lnTo>
                  <a:pt x="91741" y="32680"/>
                </a:lnTo>
                <a:lnTo>
                  <a:pt x="90325" y="33342"/>
                </a:lnTo>
                <a:lnTo>
                  <a:pt x="88914" y="34009"/>
                </a:lnTo>
                <a:lnTo>
                  <a:pt x="87507" y="34681"/>
                </a:lnTo>
                <a:lnTo>
                  <a:pt x="86106" y="35356"/>
                </a:lnTo>
                <a:lnTo>
                  <a:pt x="84709" y="36036"/>
                </a:lnTo>
                <a:lnTo>
                  <a:pt x="83317" y="36720"/>
                </a:lnTo>
                <a:lnTo>
                  <a:pt x="81930" y="37406"/>
                </a:lnTo>
                <a:lnTo>
                  <a:pt x="80547" y="38095"/>
                </a:lnTo>
                <a:lnTo>
                  <a:pt x="79169" y="38787"/>
                </a:lnTo>
                <a:lnTo>
                  <a:pt x="77796" y="39480"/>
                </a:lnTo>
                <a:lnTo>
                  <a:pt x="76428" y="40175"/>
                </a:lnTo>
                <a:lnTo>
                  <a:pt x="63764" y="0"/>
                </a:lnTo>
                <a:lnTo>
                  <a:pt x="0" y="95906"/>
                </a:lnTo>
                <a:lnTo>
                  <a:pt x="111565" y="124488"/>
                </a:lnTo>
                <a:lnTo>
                  <a:pt x="98901" y="84313"/>
                </a:lnTo>
                <a:lnTo>
                  <a:pt x="100174" y="83667"/>
                </a:lnTo>
                <a:lnTo>
                  <a:pt x="101442" y="83026"/>
                </a:lnTo>
                <a:lnTo>
                  <a:pt x="102705" y="82393"/>
                </a:lnTo>
                <a:lnTo>
                  <a:pt x="103962" y="81766"/>
                </a:lnTo>
                <a:lnTo>
                  <a:pt x="105215" y="81146"/>
                </a:lnTo>
                <a:lnTo>
                  <a:pt x="106462" y="80534"/>
                </a:lnTo>
                <a:lnTo>
                  <a:pt x="107703" y="79930"/>
                </a:lnTo>
                <a:lnTo>
                  <a:pt x="108939" y="79334"/>
                </a:lnTo>
                <a:lnTo>
                  <a:pt x="110168" y="78747"/>
                </a:lnTo>
                <a:lnTo>
                  <a:pt x="111392" y="78169"/>
                </a:lnTo>
                <a:lnTo>
                  <a:pt x="112609" y="77600"/>
                </a:lnTo>
                <a:lnTo>
                  <a:pt x="113820" y="77041"/>
                </a:lnTo>
                <a:lnTo>
                  <a:pt x="115024" y="76492"/>
                </a:lnTo>
                <a:lnTo>
                  <a:pt x="116221" y="75953"/>
                </a:lnTo>
                <a:lnTo>
                  <a:pt x="117411" y="75425"/>
                </a:lnTo>
                <a:lnTo>
                  <a:pt x="118594" y="74909"/>
                </a:lnTo>
                <a:lnTo>
                  <a:pt x="119769" y="74403"/>
                </a:lnTo>
                <a:lnTo>
                  <a:pt x="120937" y="73910"/>
                </a:lnTo>
                <a:lnTo>
                  <a:pt x="122097" y="73428"/>
                </a:lnTo>
                <a:lnTo>
                  <a:pt x="123248" y="72959"/>
                </a:lnTo>
                <a:lnTo>
                  <a:pt x="124391" y="72502"/>
                </a:lnTo>
                <a:lnTo>
                  <a:pt x="125526" y="72059"/>
                </a:lnTo>
                <a:lnTo>
                  <a:pt x="126652" y="71628"/>
                </a:lnTo>
                <a:lnTo>
                  <a:pt x="127768" y="71211"/>
                </a:lnTo>
                <a:lnTo>
                  <a:pt x="128875" y="70808"/>
                </a:lnTo>
                <a:lnTo>
                  <a:pt x="129973" y="70419"/>
                </a:lnTo>
                <a:lnTo>
                  <a:pt x="131060" y="70044"/>
                </a:lnTo>
                <a:lnTo>
                  <a:pt x="132137" y="69683"/>
                </a:lnTo>
                <a:lnTo>
                  <a:pt x="133204" y="69337"/>
                </a:lnTo>
                <a:lnTo>
                  <a:pt x="134260" y="69006"/>
                </a:lnTo>
                <a:lnTo>
                  <a:pt x="135305" y="68690"/>
                </a:lnTo>
                <a:lnTo>
                  <a:pt x="136339" y="68390"/>
                </a:lnTo>
                <a:lnTo>
                  <a:pt x="137360" y="68104"/>
                </a:lnTo>
                <a:lnTo>
                  <a:pt x="138371" y="67834"/>
                </a:lnTo>
                <a:lnTo>
                  <a:pt x="139368" y="67580"/>
                </a:lnTo>
                <a:lnTo>
                  <a:pt x="140354" y="67341"/>
                </a:lnTo>
                <a:lnTo>
                  <a:pt x="141327" y="67118"/>
                </a:lnTo>
                <a:lnTo>
                  <a:pt x="142287" y="66911"/>
                </a:lnTo>
                <a:lnTo>
                  <a:pt x="143233" y="66720"/>
                </a:lnTo>
                <a:lnTo>
                  <a:pt x="144167" y="66544"/>
                </a:lnTo>
                <a:lnTo>
                  <a:pt x="145086" y="66384"/>
                </a:lnTo>
                <a:lnTo>
                  <a:pt x="145993" y="66240"/>
                </a:lnTo>
                <a:lnTo>
                  <a:pt x="146885" y="66112"/>
                </a:lnTo>
                <a:lnTo>
                  <a:pt x="147763" y="66000"/>
                </a:lnTo>
                <a:lnTo>
                  <a:pt x="148627" y="65902"/>
                </a:lnTo>
                <a:lnTo>
                  <a:pt x="149477" y="65821"/>
                </a:lnTo>
                <a:lnTo>
                  <a:pt x="150313" y="65754"/>
                </a:lnTo>
                <a:lnTo>
                  <a:pt x="151134" y="65703"/>
                </a:lnTo>
                <a:lnTo>
                  <a:pt x="151942" y="65666"/>
                </a:lnTo>
                <a:lnTo>
                  <a:pt x="152735" y="65644"/>
                </a:lnTo>
                <a:lnTo>
                  <a:pt x="153515" y="65637"/>
                </a:lnTo>
                <a:lnTo>
                  <a:pt x="154281" y="65644"/>
                </a:lnTo>
                <a:lnTo>
                  <a:pt x="155034" y="65666"/>
                </a:lnTo>
                <a:lnTo>
                  <a:pt x="155774" y="65701"/>
                </a:lnTo>
                <a:lnTo>
                  <a:pt x="156501" y="65750"/>
                </a:lnTo>
                <a:lnTo>
                  <a:pt x="157216" y="65813"/>
                </a:lnTo>
                <a:lnTo>
                  <a:pt x="157920" y="65890"/>
                </a:lnTo>
                <a:lnTo>
                  <a:pt x="158613" y="65980"/>
                </a:lnTo>
                <a:lnTo>
                  <a:pt x="159295" y="66083"/>
                </a:lnTo>
                <a:lnTo>
                  <a:pt x="159968" y="66200"/>
                </a:lnTo>
                <a:lnTo>
                  <a:pt x="160633" y="66330"/>
                </a:lnTo>
                <a:lnTo>
                  <a:pt x="161289" y="66474"/>
                </a:lnTo>
                <a:lnTo>
                  <a:pt x="161938" y="66632"/>
                </a:lnTo>
                <a:lnTo>
                  <a:pt x="162581" y="66803"/>
                </a:lnTo>
                <a:lnTo>
                  <a:pt x="163219" y="66989"/>
                </a:lnTo>
                <a:lnTo>
                  <a:pt x="163852" y="67190"/>
                </a:lnTo>
                <a:lnTo>
                  <a:pt x="164483" y="67405"/>
                </a:lnTo>
                <a:lnTo>
                  <a:pt x="165111" y="67637"/>
                </a:lnTo>
                <a:lnTo>
                  <a:pt x="165737" y="67884"/>
                </a:lnTo>
                <a:lnTo>
                  <a:pt x="166364" y="68149"/>
                </a:lnTo>
                <a:lnTo>
                  <a:pt x="166990" y="68431"/>
                </a:lnTo>
                <a:lnTo>
                  <a:pt x="167619" y="68731"/>
                </a:lnTo>
                <a:lnTo>
                  <a:pt x="168250" y="69052"/>
                </a:lnTo>
                <a:lnTo>
                  <a:pt x="168884" y="69392"/>
                </a:lnTo>
                <a:lnTo>
                  <a:pt x="169522" y="69754"/>
                </a:lnTo>
                <a:lnTo>
                  <a:pt x="170164" y="70139"/>
                </a:lnTo>
                <a:lnTo>
                  <a:pt x="170812" y="70547"/>
                </a:lnTo>
                <a:lnTo>
                  <a:pt x="171466" y="70980"/>
                </a:lnTo>
                <a:lnTo>
                  <a:pt x="172127" y="71438"/>
                </a:lnTo>
                <a:lnTo>
                  <a:pt x="172794" y="71924"/>
                </a:lnTo>
                <a:lnTo>
                  <a:pt x="173468" y="72438"/>
                </a:lnTo>
                <a:lnTo>
                  <a:pt x="174149" y="72982"/>
                </a:lnTo>
                <a:lnTo>
                  <a:pt x="174838" y="73556"/>
                </a:lnTo>
                <a:lnTo>
                  <a:pt x="175535" y="74162"/>
                </a:lnTo>
                <a:lnTo>
                  <a:pt x="176240" y="74801"/>
                </a:lnTo>
                <a:lnTo>
                  <a:pt x="176952" y="75474"/>
                </a:lnTo>
                <a:lnTo>
                  <a:pt x="177672" y="76183"/>
                </a:lnTo>
                <a:lnTo>
                  <a:pt x="178399" y="76927"/>
                </a:lnTo>
                <a:lnTo>
                  <a:pt x="179134" y="77709"/>
                </a:lnTo>
                <a:lnTo>
                  <a:pt x="179875" y="78529"/>
                </a:lnTo>
                <a:lnTo>
                  <a:pt x="180624" y="79388"/>
                </a:lnTo>
                <a:lnTo>
                  <a:pt x="181379" y="80287"/>
                </a:lnTo>
                <a:lnTo>
                  <a:pt x="182140" y="81228"/>
                </a:lnTo>
                <a:lnTo>
                  <a:pt x="182907" y="82210"/>
                </a:lnTo>
                <a:lnTo>
                  <a:pt x="183679" y="83235"/>
                </a:lnTo>
                <a:lnTo>
                  <a:pt x="184456" y="84303"/>
                </a:lnTo>
                <a:lnTo>
                  <a:pt x="185238" y="85415"/>
                </a:lnTo>
                <a:lnTo>
                  <a:pt x="186024" y="86571"/>
                </a:lnTo>
                <a:lnTo>
                  <a:pt x="186814" y="87773"/>
                </a:lnTo>
                <a:lnTo>
                  <a:pt x="187607" y="89021"/>
                </a:lnTo>
                <a:lnTo>
                  <a:pt x="188403" y="90316"/>
                </a:lnTo>
                <a:lnTo>
                  <a:pt x="189201" y="91657"/>
                </a:lnTo>
                <a:lnTo>
                  <a:pt x="190002" y="93046"/>
                </a:lnTo>
                <a:lnTo>
                  <a:pt x="190804" y="94483"/>
                </a:lnTo>
                <a:lnTo>
                  <a:pt x="191607" y="95969"/>
                </a:lnTo>
                <a:lnTo>
                  <a:pt x="192411" y="97503"/>
                </a:lnTo>
                <a:lnTo>
                  <a:pt x="193215" y="99087"/>
                </a:lnTo>
                <a:lnTo>
                  <a:pt x="194019" y="100720"/>
                </a:lnTo>
                <a:lnTo>
                  <a:pt x="194822" y="102404"/>
                </a:lnTo>
                <a:lnTo>
                  <a:pt x="195625" y="104138"/>
                </a:lnTo>
                <a:lnTo>
                  <a:pt x="196427" y="105923"/>
                </a:lnTo>
                <a:close/>
              </a:path>
            </a:pathLst>
          </a:custGeom>
          <a:solidFill>
            <a:srgbClr val="000000"/>
          </a:solidFill>
          <a:ln w="0">
            <a:no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Scientific method: curved-arrow visual grammar</dc:title>
  <dc:subject>Illustrative scientific-method visual grammar</dc:subject>
  <dc:creator>research-figure-skills</dc:creator>
  <cp:lastModifiedBy>research-figure-skills</cp:lastModifiedBy>
  <cp:revision>1</cp:revision>
  <dcterms:created xsi:type="dcterms:W3CDTF">2026-10-19T11:43:06Z</dcterms:created>
  <dcterms:modified xsi:type="dcterms:W3CDTF">2026-10-19T11:43:06Z</dcterms:modified>
</cp:coreProperties>
</file>