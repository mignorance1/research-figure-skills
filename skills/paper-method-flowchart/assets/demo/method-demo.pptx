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0312" y="201168"/>
            <a:ext cx="1177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Scientific method: from observations to selected structure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210312" y="768096"/>
            <a:ext cx="11768328" cy="0"/>
          </a:xfrm>
          <a:prstGeom prst="line">
            <a:avLst/>
          </a:prstGeom>
          <a:noFill/>
          <a:ln w="8255">
            <a:solidFill>
              <a:srgbClr val="B7B7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0312" y="1024128"/>
            <a:ext cx="2770632" cy="5367528"/>
          </a:xfrm>
          <a:prstGeom prst="rect">
            <a:avLst/>
          </a:prstGeom>
          <a:solidFill>
            <a:srgbClr val="FFFFFF"/>
          </a:solidFill>
          <a:ln w="11430">
            <a:solidFill>
              <a:srgbClr val="0F4D9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01752" y="1115568"/>
            <a:ext cx="2587752" cy="374904"/>
          </a:xfrm>
          <a:prstGeom prst="rect">
            <a:avLst/>
          </a:prstGeom>
          <a:solidFill>
            <a:srgbClr val="E2EAF2"/>
          </a:solidFill>
          <a:ln w="7620">
            <a:solidFill>
              <a:srgbClr val="0F4D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61288"/>
            <a:ext cx="246888" cy="246888"/>
          </a:xfrm>
          <a:prstGeom prst="ellipse">
            <a:avLst/>
          </a:prstGeom>
          <a:solidFill>
            <a:srgbClr val="0F4D92"/>
          </a:solidFill>
          <a:ln w="3810">
            <a:solidFill>
              <a:srgbClr val="0F4D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612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" y="115214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&amp; candidates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03804" y="1188720"/>
            <a:ext cx="182880" cy="219456"/>
          </a:xfrm>
          <a:prstGeom prst="rightArrow">
            <a:avLst/>
          </a:prstGeom>
          <a:solidFill>
            <a:srgbClr val="252525"/>
          </a:solidFill>
          <a:ln w="1270">
            <a:solidFill>
              <a:srgbClr val="2525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4188" y="2907792"/>
            <a:ext cx="182880" cy="210312"/>
          </a:xfrm>
          <a:prstGeom prst="downArrow">
            <a:avLst/>
          </a:prstGeom>
          <a:solidFill>
            <a:srgbClr val="252525"/>
          </a:solidFill>
          <a:ln w="1270">
            <a:solidFill>
              <a:srgbClr val="25252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4188" y="4480560"/>
            <a:ext cx="182880" cy="210312"/>
          </a:xfrm>
          <a:prstGeom prst="downArrow">
            <a:avLst/>
          </a:prstGeom>
          <a:solidFill>
            <a:srgbClr val="252525"/>
          </a:solidFill>
          <a:ln w="1270">
            <a:solidFill>
              <a:srgbClr val="2525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9544" y="1024128"/>
            <a:ext cx="2770632" cy="5367528"/>
          </a:xfrm>
          <a:prstGeom prst="rect">
            <a:avLst/>
          </a:prstGeom>
          <a:solidFill>
            <a:srgbClr val="FFFFFF"/>
          </a:solidFill>
          <a:ln w="11430">
            <a:solidFill>
              <a:srgbClr val="42949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300984" y="1115568"/>
            <a:ext cx="2587752" cy="374904"/>
          </a:xfrm>
          <a:prstGeom prst="rect">
            <a:avLst/>
          </a:prstGeom>
          <a:solidFill>
            <a:srgbClr val="E8F2F3"/>
          </a:solidFill>
          <a:ln w="7620">
            <a:solidFill>
              <a:srgbClr val="4294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1161288"/>
            <a:ext cx="246888" cy="246888"/>
          </a:xfrm>
          <a:prstGeom prst="ellipse">
            <a:avLst/>
          </a:prstGeom>
          <a:solidFill>
            <a:srgbClr val="42949E"/>
          </a:solidFill>
          <a:ln w="3810">
            <a:solidFill>
              <a:srgbClr val="4294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1612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94176" y="115214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294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Representation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03036" y="1188720"/>
            <a:ext cx="182880" cy="219456"/>
          </a:xfrm>
          <a:prstGeom prst="rightArrow">
            <a:avLst/>
          </a:prstGeom>
          <a:solidFill>
            <a:srgbClr val="252525"/>
          </a:solidFill>
          <a:ln w="1270">
            <a:solidFill>
              <a:srgbClr val="25252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03420" y="2907792"/>
            <a:ext cx="182880" cy="210312"/>
          </a:xfrm>
          <a:prstGeom prst="downArrow">
            <a:avLst/>
          </a:prstGeom>
          <a:solidFill>
            <a:srgbClr val="252525"/>
          </a:solidFill>
          <a:ln w="1270">
            <a:solidFill>
              <a:srgbClr val="2525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03420" y="4480560"/>
            <a:ext cx="182880" cy="210312"/>
          </a:xfrm>
          <a:prstGeom prst="downArrow">
            <a:avLst/>
          </a:prstGeom>
          <a:solidFill>
            <a:srgbClr val="252525"/>
          </a:solidFill>
          <a:ln w="1270">
            <a:solidFill>
              <a:srgbClr val="2525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8776" y="1024128"/>
            <a:ext cx="2770632" cy="5367528"/>
          </a:xfrm>
          <a:prstGeom prst="rect">
            <a:avLst/>
          </a:prstGeom>
          <a:solidFill>
            <a:srgbClr val="FFFFFF"/>
          </a:solidFill>
          <a:ln w="11430">
            <a:solidFill>
              <a:srgbClr val="5D9F6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300216" y="1115568"/>
            <a:ext cx="2587752" cy="374904"/>
          </a:xfrm>
          <a:prstGeom prst="rect">
            <a:avLst/>
          </a:prstGeom>
          <a:solidFill>
            <a:srgbClr val="ECF3EC"/>
          </a:solidFill>
          <a:ln w="7620">
            <a:solidFill>
              <a:srgbClr val="5D9F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64224" y="1161288"/>
            <a:ext cx="246888" cy="246888"/>
          </a:xfrm>
          <a:prstGeom prst="ellipse">
            <a:avLst/>
          </a:prstGeom>
          <a:solidFill>
            <a:srgbClr val="5D9F62"/>
          </a:solidFill>
          <a:ln w="3810">
            <a:solidFill>
              <a:srgbClr val="5D9F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11612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93408" y="115214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9F6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 selection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002268" y="1188720"/>
            <a:ext cx="182880" cy="219456"/>
          </a:xfrm>
          <a:prstGeom prst="rightArrow">
            <a:avLst/>
          </a:prstGeom>
          <a:solidFill>
            <a:srgbClr val="252525"/>
          </a:solidFill>
          <a:ln w="1270">
            <a:solidFill>
              <a:srgbClr val="25252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02652" y="2907792"/>
            <a:ext cx="182880" cy="210312"/>
          </a:xfrm>
          <a:prstGeom prst="downArrow">
            <a:avLst/>
          </a:prstGeom>
          <a:solidFill>
            <a:srgbClr val="252525"/>
          </a:solidFill>
          <a:ln w="1270">
            <a:solidFill>
              <a:srgbClr val="25252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02652" y="4480560"/>
            <a:ext cx="182880" cy="210312"/>
          </a:xfrm>
          <a:prstGeom prst="downArrow">
            <a:avLst/>
          </a:prstGeom>
          <a:solidFill>
            <a:srgbClr val="252525"/>
          </a:solidFill>
          <a:ln w="1270">
            <a:solidFill>
              <a:srgbClr val="25252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08008" y="1024128"/>
            <a:ext cx="2770632" cy="5367528"/>
          </a:xfrm>
          <a:prstGeom prst="rect">
            <a:avLst/>
          </a:prstGeom>
          <a:solidFill>
            <a:srgbClr val="FFFFFF"/>
          </a:solidFill>
          <a:ln w="11430">
            <a:solidFill>
              <a:srgbClr val="9A4D8E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9299448" y="1115568"/>
            <a:ext cx="2587752" cy="374904"/>
          </a:xfrm>
          <a:prstGeom prst="rect">
            <a:avLst/>
          </a:prstGeom>
          <a:solidFill>
            <a:srgbClr val="F3EAF1"/>
          </a:solidFill>
          <a:ln w="7620">
            <a:solidFill>
              <a:srgbClr val="9A4D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63456" y="1161288"/>
            <a:ext cx="246888" cy="246888"/>
          </a:xfrm>
          <a:prstGeom prst="ellipse">
            <a:avLst/>
          </a:prstGeom>
          <a:solidFill>
            <a:srgbClr val="9A4D8E"/>
          </a:solidFill>
          <a:ln w="3810">
            <a:solidFill>
              <a:srgbClr val="9A4D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63456" y="116128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92640" y="115214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4D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Optimized output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501884" y="2907792"/>
            <a:ext cx="182880" cy="210312"/>
          </a:xfrm>
          <a:prstGeom prst="downArrow">
            <a:avLst/>
          </a:prstGeom>
          <a:solidFill>
            <a:srgbClr val="252525"/>
          </a:solidFill>
          <a:ln w="1270">
            <a:solidFill>
              <a:srgbClr val="25252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01884" y="4480560"/>
            <a:ext cx="182880" cy="210312"/>
          </a:xfrm>
          <a:prstGeom prst="downArrow">
            <a:avLst/>
          </a:prstGeom>
          <a:solidFill>
            <a:srgbClr val="252525"/>
          </a:solidFill>
          <a:ln w="1270">
            <a:solidFill>
              <a:srgbClr val="25252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" y="1591056"/>
            <a:ext cx="253288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" y="1591056"/>
            <a:ext cx="2532888" cy="274320"/>
          </a:xfrm>
          <a:prstGeom prst="rect">
            <a:avLst/>
          </a:prstGeom>
          <a:solidFill>
            <a:srgbClr val="EEF3F7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1613916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Observed channels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9224" y="2075688"/>
            <a:ext cx="2075688" cy="0"/>
          </a:xfrm>
          <a:prstGeom prst="line">
            <a:avLst/>
          </a:prstGeom>
          <a:noFill/>
          <a:ln w="5080">
            <a:solidFill>
              <a:srgbClr val="B7B7B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649224" y="2053121"/>
            <a:ext cx="29653" cy="2256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678877" y="2043108"/>
            <a:ext cx="29653" cy="100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8529" y="2043108"/>
            <a:ext cx="29653" cy="224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8182" y="2045352"/>
            <a:ext cx="29653" cy="20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767835" y="2037941"/>
            <a:ext cx="29653" cy="94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797487" y="2019226"/>
            <a:ext cx="29653" cy="187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827140" y="2004725"/>
            <a:ext cx="29653" cy="145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6793" y="2004725"/>
            <a:ext cx="29653" cy="55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6445" y="2005279"/>
            <a:ext cx="29653" cy="125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6098" y="2017805"/>
            <a:ext cx="29653" cy="108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945751" y="2027848"/>
            <a:ext cx="29653" cy="7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975404" y="2019779"/>
            <a:ext cx="29653" cy="80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005056" y="2018226"/>
            <a:ext cx="29653" cy="155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34709" y="2018226"/>
            <a:ext cx="29653" cy="1360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64362" y="2031830"/>
            <a:ext cx="29653" cy="2291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94014" y="2054740"/>
            <a:ext cx="29653" cy="1775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23667" y="2072495"/>
            <a:ext cx="29653" cy="443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1153320" y="2074443"/>
            <a:ext cx="29653" cy="249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2972" y="2074443"/>
            <a:ext cx="29653" cy="443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212625" y="2078881"/>
            <a:ext cx="29653" cy="1775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42278" y="2096636"/>
            <a:ext cx="29653" cy="2291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271930" y="2119546"/>
            <a:ext cx="29653" cy="1360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301583" y="2131597"/>
            <a:ext cx="29653" cy="155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1331236" y="2123528"/>
            <a:ext cx="29653" cy="80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1360888" y="2122758"/>
            <a:ext cx="29653" cy="7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90541" y="2122758"/>
            <a:ext cx="29653" cy="108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20194" y="2133571"/>
            <a:ext cx="29653" cy="125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49847" y="2146097"/>
            <a:ext cx="29653" cy="55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1479499" y="2132150"/>
            <a:ext cx="29653" cy="145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1509152" y="2113435"/>
            <a:ext cx="29653" cy="187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538805" y="2104009"/>
            <a:ext cx="29653" cy="94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568457" y="2104009"/>
            <a:ext cx="29653" cy="20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598110" y="2106024"/>
            <a:ext cx="29653" cy="224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1627763" y="2098255"/>
            <a:ext cx="29653" cy="100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1657415" y="2075688"/>
            <a:ext cx="29653" cy="2256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1687068" y="2053121"/>
            <a:ext cx="29653" cy="2256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1716721" y="2043108"/>
            <a:ext cx="29653" cy="100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746373" y="2043108"/>
            <a:ext cx="29653" cy="224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776026" y="2045352"/>
            <a:ext cx="29653" cy="20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1805679" y="2037941"/>
            <a:ext cx="29653" cy="94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1835331" y="2019226"/>
            <a:ext cx="29653" cy="187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1864984" y="2004725"/>
            <a:ext cx="29653" cy="145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894637" y="2004725"/>
            <a:ext cx="29653" cy="55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924289" y="2005279"/>
            <a:ext cx="29653" cy="125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53942" y="2017805"/>
            <a:ext cx="29653" cy="108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1983595" y="2027848"/>
            <a:ext cx="29653" cy="7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2013248" y="2019779"/>
            <a:ext cx="29653" cy="80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2042900" y="2018226"/>
            <a:ext cx="29653" cy="155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072553" y="2018226"/>
            <a:ext cx="29653" cy="1360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102206" y="2031830"/>
            <a:ext cx="29653" cy="2291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31858" y="2054740"/>
            <a:ext cx="29653" cy="1775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161511" y="2072495"/>
            <a:ext cx="29653" cy="443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2191164" y="2074443"/>
            <a:ext cx="29653" cy="249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220816" y="2074443"/>
            <a:ext cx="29653" cy="443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250469" y="2078881"/>
            <a:ext cx="29653" cy="1775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280122" y="2096636"/>
            <a:ext cx="29653" cy="2291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309774" y="2119546"/>
            <a:ext cx="29653" cy="1360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2339427" y="2131597"/>
            <a:ext cx="29653" cy="155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2369080" y="2123528"/>
            <a:ext cx="29653" cy="80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2398732" y="2122758"/>
            <a:ext cx="29653" cy="7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428385" y="2122758"/>
            <a:ext cx="29653" cy="108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458038" y="2133571"/>
            <a:ext cx="29653" cy="125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487691" y="2146097"/>
            <a:ext cx="29653" cy="55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2517343" y="2132150"/>
            <a:ext cx="29653" cy="145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2546996" y="2113435"/>
            <a:ext cx="29653" cy="187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2576649" y="2104009"/>
            <a:ext cx="29653" cy="94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606301" y="2104009"/>
            <a:ext cx="29653" cy="20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635954" y="2106024"/>
            <a:ext cx="29653" cy="224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2665607" y="2098255"/>
            <a:ext cx="29653" cy="100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2695259" y="2075688"/>
            <a:ext cx="29653" cy="2256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38912" y="19659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4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649224" y="2350008"/>
            <a:ext cx="2075688" cy="0"/>
          </a:xfrm>
          <a:prstGeom prst="line">
            <a:avLst/>
          </a:prstGeom>
          <a:noFill/>
          <a:ln w="5080">
            <a:solidFill>
              <a:srgbClr val="B7B7B7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649224" y="2300289"/>
            <a:ext cx="29653" cy="2579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678877" y="2289449"/>
            <a:ext cx="29653" cy="1084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08529" y="2289449"/>
            <a:ext cx="29653" cy="429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38182" y="2293744"/>
            <a:ext cx="29653" cy="719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767835" y="2299800"/>
            <a:ext cx="29653" cy="1138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797487" y="2292190"/>
            <a:ext cx="29653" cy="761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827140" y="2291053"/>
            <a:ext cx="29653" cy="1138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56793" y="2291053"/>
            <a:ext cx="29653" cy="1538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86445" y="2306439"/>
            <a:ext cx="29653" cy="2785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16098" y="2334294"/>
            <a:ext cx="29653" cy="2555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45751" y="2359848"/>
            <a:ext cx="29653" cy="1226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75404" y="2372110"/>
            <a:ext cx="29653" cy="217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05056" y="2374287"/>
            <a:ext cx="29653" cy="496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34709" y="2379250"/>
            <a:ext cx="29653" cy="1564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64362" y="2394894"/>
            <a:ext cx="29653" cy="1999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94014" y="2414890"/>
            <a:ext cx="29653" cy="971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1123667" y="2416058"/>
            <a:ext cx="29653" cy="855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1153320" y="2396127"/>
            <a:ext cx="29653" cy="1993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flipV="1">
            <a:off x="1182972" y="2379492"/>
            <a:ext cx="29653" cy="1663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1212625" y="2373625"/>
            <a:ext cx="29653" cy="586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1242278" y="2371656"/>
            <a:ext cx="29653" cy="196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1271930" y="2360540"/>
            <a:ext cx="29653" cy="1111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1301583" y="2335875"/>
            <a:ext cx="29653" cy="2466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1331236" y="2307695"/>
            <a:ext cx="29653" cy="2818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1360888" y="2291055"/>
            <a:ext cx="29653" cy="1664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390541" y="2291055"/>
            <a:ext cx="29653" cy="19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420194" y="2291247"/>
            <a:ext cx="29653" cy="786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449847" y="2299109"/>
            <a:ext cx="29653" cy="220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1479499" y="2294745"/>
            <a:ext cx="29653" cy="656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1509152" y="2289860"/>
            <a:ext cx="29653" cy="488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538805" y="2289860"/>
            <a:ext cx="29653" cy="954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568457" y="2299400"/>
            <a:ext cx="29653" cy="2505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598110" y="2324456"/>
            <a:ext cx="29653" cy="2805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627763" y="2352510"/>
            <a:ext cx="29653" cy="1710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657415" y="2369613"/>
            <a:ext cx="29653" cy="432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687068" y="2373937"/>
            <a:ext cx="29653" cy="259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716721" y="2376536"/>
            <a:ext cx="29653" cy="1205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746373" y="2388589"/>
            <a:ext cx="29653" cy="2004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776026" y="2408633"/>
            <a:ext cx="29653" cy="1466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flipV="1">
            <a:off x="1805679" y="2420805"/>
            <a:ext cx="29653" cy="248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flipV="1">
            <a:off x="1835331" y="2403123"/>
            <a:ext cx="29653" cy="1768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flipV="1">
            <a:off x="1864984" y="2383918"/>
            <a:ext cx="29653" cy="1920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flipV="1">
            <a:off x="1894637" y="2374543"/>
            <a:ext cx="29653" cy="937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V="1">
            <a:off x="1924289" y="2372728"/>
            <a:ext cx="29653" cy="181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1953942" y="2365843"/>
            <a:ext cx="29653" cy="688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1983595" y="2345233"/>
            <a:ext cx="29653" cy="2061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flipV="1">
            <a:off x="2013248" y="2316475"/>
            <a:ext cx="29653" cy="2875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flipV="1">
            <a:off x="2042900" y="2294670"/>
            <a:ext cx="29653" cy="2180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2072553" y="2289643"/>
            <a:ext cx="29653" cy="502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102206" y="2289643"/>
            <a:ext cx="29653" cy="691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131858" y="2296552"/>
            <a:ext cx="29653" cy="516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flipV="1">
            <a:off x="2161511" y="2297465"/>
            <a:ext cx="29653" cy="425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flipV="1">
            <a:off x="2191164" y="2290382"/>
            <a:ext cx="29653" cy="708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220816" y="2290382"/>
            <a:ext cx="29653" cy="383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250469" y="2294216"/>
            <a:ext cx="29653" cy="2074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280122" y="2314965"/>
            <a:ext cx="29653" cy="2887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309774" y="2343840"/>
            <a:ext cx="29653" cy="2173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339427" y="2365572"/>
            <a:ext cx="29653" cy="782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2369080" y="2373394"/>
            <a:ext cx="29653" cy="160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2398732" y="2374995"/>
            <a:ext cx="29653" cy="829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2428385" y="2383286"/>
            <a:ext cx="29653" cy="1847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458038" y="2401763"/>
            <a:ext cx="29653" cy="1817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487691" y="2419942"/>
            <a:ext cx="29653" cy="381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flipV="1">
            <a:off x="2517343" y="2409973"/>
            <a:ext cx="29653" cy="1378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2546996" y="2389567"/>
            <a:ext cx="29653" cy="2040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flipV="1">
            <a:off x="2576649" y="2376400"/>
            <a:ext cx="29653" cy="1316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flipV="1">
            <a:off x="2606301" y="2373199"/>
            <a:ext cx="29653" cy="320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flipV="1">
            <a:off x="2635954" y="2369484"/>
            <a:ext cx="29653" cy="371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flipV="1">
            <a:off x="2665607" y="2353593"/>
            <a:ext cx="29653" cy="1589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flipV="1">
            <a:off x="2695259" y="2326079"/>
            <a:ext cx="29653" cy="2751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438912" y="224028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94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182" name="Shape 180"/>
          <p:cNvSpPr/>
          <p:nvPr/>
        </p:nvSpPr>
        <p:spPr>
          <a:xfrm>
            <a:off x="649224" y="2624328"/>
            <a:ext cx="2075688" cy="0"/>
          </a:xfrm>
          <a:prstGeom prst="line">
            <a:avLst/>
          </a:prstGeom>
          <a:noFill/>
          <a:ln w="5080">
            <a:solidFill>
              <a:srgbClr val="B7B7B7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flipV="1">
            <a:off x="649224" y="2556421"/>
            <a:ext cx="29653" cy="2382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flipV="1">
            <a:off x="678877" y="2551977"/>
            <a:ext cx="29653" cy="444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08529" y="2551977"/>
            <a:ext cx="29653" cy="1494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38182" y="2566921"/>
            <a:ext cx="29653" cy="2117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67835" y="2588095"/>
            <a:ext cx="29653" cy="1459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97487" y="2602694"/>
            <a:ext cx="29653" cy="783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27140" y="2610531"/>
            <a:ext cx="29653" cy="1177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56793" y="2622303"/>
            <a:ext cx="29653" cy="2361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86445" y="2645913"/>
            <a:ext cx="29653" cy="2965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16098" y="2675571"/>
            <a:ext cx="29653" cy="1988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flipV="1">
            <a:off x="945751" y="2694397"/>
            <a:ext cx="29653" cy="105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flipV="1">
            <a:off x="975404" y="2676392"/>
            <a:ext cx="29653" cy="1800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flipV="1">
            <a:off x="1005056" y="2656025"/>
            <a:ext cx="29653" cy="2036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flipV="1">
            <a:off x="1034709" y="2643683"/>
            <a:ext cx="29653" cy="1234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flipV="1">
            <a:off x="1064362" y="2636029"/>
            <a:ext cx="29653" cy="765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flipV="1">
            <a:off x="1094014" y="2621600"/>
            <a:ext cx="29653" cy="1442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flipV="1">
            <a:off x="1123667" y="2595354"/>
            <a:ext cx="29653" cy="2624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flipV="1">
            <a:off x="1153320" y="2566559"/>
            <a:ext cx="29653" cy="2879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flipV="1">
            <a:off x="1182972" y="2551376"/>
            <a:ext cx="29653" cy="1518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212625" y="2551376"/>
            <a:ext cx="29653" cy="628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242278" y="2557661"/>
            <a:ext cx="29653" cy="2007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271930" y="2577730"/>
            <a:ext cx="29653" cy="1885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301583" y="2596586"/>
            <a:ext cx="29653" cy="1032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331236" y="2606913"/>
            <a:ext cx="29653" cy="827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360888" y="2615183"/>
            <a:ext cx="29653" cy="1744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390541" y="2632630"/>
            <a:ext cx="29653" cy="2826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420194" y="2660890"/>
            <a:ext cx="29653" cy="2683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449847" y="2687726"/>
            <a:ext cx="29653" cy="995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 flipV="1">
            <a:off x="1479499" y="2686692"/>
            <a:ext cx="29653" cy="1098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flipV="1">
            <a:off x="1509152" y="2665580"/>
            <a:ext cx="29653" cy="2111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flipV="1">
            <a:off x="1538805" y="2648727"/>
            <a:ext cx="29653" cy="1685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 flipV="1">
            <a:off x="1568457" y="2639959"/>
            <a:ext cx="29653" cy="876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 flipV="1">
            <a:off x="1598110" y="2630289"/>
            <a:ext cx="29653" cy="967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 flipV="1">
            <a:off x="1627763" y="2609697"/>
            <a:ext cx="29653" cy="2059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flipV="1">
            <a:off x="1657415" y="2580248"/>
            <a:ext cx="29653" cy="2944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 flipV="1">
            <a:off x="1687068" y="2556421"/>
            <a:ext cx="29653" cy="2382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 flipV="1">
            <a:off x="1716721" y="2551977"/>
            <a:ext cx="29653" cy="444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746373" y="2551977"/>
            <a:ext cx="29653" cy="1494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776026" y="2566921"/>
            <a:ext cx="29653" cy="2117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805679" y="2588095"/>
            <a:ext cx="29653" cy="1459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835331" y="2602694"/>
            <a:ext cx="29653" cy="783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864984" y="2610531"/>
            <a:ext cx="29653" cy="1177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894637" y="2622303"/>
            <a:ext cx="29653" cy="2361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924289" y="2645913"/>
            <a:ext cx="29653" cy="2965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953942" y="2675571"/>
            <a:ext cx="29653" cy="1988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 flipV="1">
            <a:off x="1983595" y="2694397"/>
            <a:ext cx="29653" cy="105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flipV="1">
            <a:off x="2013248" y="2676392"/>
            <a:ext cx="29653" cy="1800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 flipV="1">
            <a:off x="2042900" y="2656025"/>
            <a:ext cx="29653" cy="2036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flipV="1">
            <a:off x="2072553" y="2643683"/>
            <a:ext cx="29653" cy="1234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 flipV="1">
            <a:off x="2102206" y="2636029"/>
            <a:ext cx="29653" cy="765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 flipV="1">
            <a:off x="2131858" y="2621600"/>
            <a:ext cx="29653" cy="1442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 flipV="1">
            <a:off x="2161511" y="2595354"/>
            <a:ext cx="29653" cy="2624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 flipV="1">
            <a:off x="2191164" y="2566559"/>
            <a:ext cx="29653" cy="2879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 flipV="1">
            <a:off x="2220816" y="2551376"/>
            <a:ext cx="29653" cy="1518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2250469" y="2551376"/>
            <a:ext cx="29653" cy="628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2280122" y="2557661"/>
            <a:ext cx="29653" cy="2007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2309774" y="2577730"/>
            <a:ext cx="29653" cy="1885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2339427" y="2596586"/>
            <a:ext cx="29653" cy="1032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369080" y="2606913"/>
            <a:ext cx="29653" cy="827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2398732" y="2615183"/>
            <a:ext cx="29653" cy="1744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2428385" y="2632630"/>
            <a:ext cx="29653" cy="2826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2458038" y="2660890"/>
            <a:ext cx="29653" cy="2683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2487691" y="2687726"/>
            <a:ext cx="29653" cy="995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flipV="1">
            <a:off x="2517343" y="2686692"/>
            <a:ext cx="29653" cy="1098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 flipV="1">
            <a:off x="2546996" y="2665580"/>
            <a:ext cx="29653" cy="2111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 flipV="1">
            <a:off x="2576649" y="2648727"/>
            <a:ext cx="29653" cy="1685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 flipV="1">
            <a:off x="2606301" y="2639959"/>
            <a:ext cx="29653" cy="876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flipV="1">
            <a:off x="2635954" y="2630289"/>
            <a:ext cx="29653" cy="967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 flipV="1">
            <a:off x="2665607" y="2609697"/>
            <a:ext cx="29653" cy="2059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flipV="1">
            <a:off x="2695259" y="2580248"/>
            <a:ext cx="29653" cy="2944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438912" y="25146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4D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254" name="Shape 252"/>
          <p:cNvSpPr/>
          <p:nvPr/>
        </p:nvSpPr>
        <p:spPr>
          <a:xfrm>
            <a:off x="329184" y="3163824"/>
            <a:ext cx="253288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329184" y="3163824"/>
            <a:ext cx="2532888" cy="274320"/>
          </a:xfrm>
          <a:prstGeom prst="rect">
            <a:avLst/>
          </a:prstGeom>
          <a:solidFill>
            <a:srgbClr val="EEF3F7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20624" y="3186684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Legal candidate domain</a:t>
            </a:r>
            <a:endParaRPr lang="en-US" sz="1400" dirty="0"/>
          </a:p>
        </p:txBody>
      </p:sp>
      <p:sp>
        <p:nvSpPr>
          <p:cNvPr id="257" name="Shape 255"/>
          <p:cNvSpPr/>
          <p:nvPr/>
        </p:nvSpPr>
        <p:spPr>
          <a:xfrm>
            <a:off x="713232" y="3538728"/>
            <a:ext cx="213970" cy="18288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54634" y="3538728"/>
            <a:ext cx="213970" cy="18288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196035" y="3538728"/>
            <a:ext cx="213970" cy="182880"/>
          </a:xfrm>
          <a:prstGeom prst="rect">
            <a:avLst/>
          </a:prstGeom>
          <a:solidFill>
            <a:srgbClr val="ABC1D9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437437" y="3538728"/>
            <a:ext cx="213970" cy="18288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678838" y="3538728"/>
            <a:ext cx="213970" cy="18288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13232" y="3739896"/>
            <a:ext cx="213970" cy="182880"/>
          </a:xfrm>
          <a:prstGeom prst="rect">
            <a:avLst/>
          </a:prstGeom>
          <a:solidFill>
            <a:srgbClr val="F1F3F5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40664" y="3758184"/>
            <a:ext cx="168250" cy="146304"/>
          </a:xfrm>
          <a:prstGeom prst="line">
            <a:avLst/>
          </a:prstGeom>
          <a:noFill/>
          <a:ln w="8255">
            <a:solidFill>
              <a:srgbClr val="B7B7B7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954634" y="3739896"/>
            <a:ext cx="213970" cy="18288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196035" y="3739896"/>
            <a:ext cx="213970" cy="182880"/>
          </a:xfrm>
          <a:prstGeom prst="rect">
            <a:avLst/>
          </a:prstGeom>
          <a:solidFill>
            <a:srgbClr val="ABC1D9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437437" y="3739896"/>
            <a:ext cx="213970" cy="18288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678838" y="3739896"/>
            <a:ext cx="213970" cy="18288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13232" y="3941064"/>
            <a:ext cx="213970" cy="182880"/>
          </a:xfrm>
          <a:prstGeom prst="rect">
            <a:avLst/>
          </a:prstGeom>
          <a:solidFill>
            <a:srgbClr val="F1F3F5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40664" y="3959352"/>
            <a:ext cx="168250" cy="146304"/>
          </a:xfrm>
          <a:prstGeom prst="line">
            <a:avLst/>
          </a:prstGeom>
          <a:noFill/>
          <a:ln w="8255">
            <a:solidFill>
              <a:srgbClr val="B7B7B7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954634" y="3941064"/>
            <a:ext cx="213970" cy="182880"/>
          </a:xfrm>
          <a:prstGeom prst="rect">
            <a:avLst/>
          </a:prstGeom>
          <a:solidFill>
            <a:srgbClr val="F1F3F5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982066" y="3959352"/>
            <a:ext cx="168250" cy="146304"/>
          </a:xfrm>
          <a:prstGeom prst="line">
            <a:avLst/>
          </a:prstGeom>
          <a:noFill/>
          <a:ln w="8255">
            <a:solidFill>
              <a:srgbClr val="B7B7B7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196035" y="3941064"/>
            <a:ext cx="213970" cy="182880"/>
          </a:xfrm>
          <a:prstGeom prst="rect">
            <a:avLst/>
          </a:prstGeom>
          <a:solidFill>
            <a:srgbClr val="ABC1D9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437437" y="3941064"/>
            <a:ext cx="213970" cy="18288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678838" y="3941064"/>
            <a:ext cx="213970" cy="18288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1316736" y="41605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endParaRPr lang="en-US" sz="1100" dirty="0"/>
          </a:p>
        </p:txBody>
      </p:sp>
      <p:sp>
        <p:nvSpPr>
          <p:cNvPr id="276" name="Text 274"/>
          <p:cNvSpPr/>
          <p:nvPr/>
        </p:nvSpPr>
        <p:spPr>
          <a:xfrm>
            <a:off x="438912" y="37490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100" dirty="0"/>
          </a:p>
        </p:txBody>
      </p:sp>
      <p:sp>
        <p:nvSpPr>
          <p:cNvPr id="277" name="Shape 275"/>
          <p:cNvSpPr/>
          <p:nvPr/>
        </p:nvSpPr>
        <p:spPr>
          <a:xfrm>
            <a:off x="1975104" y="3611880"/>
            <a:ext cx="118872" cy="118872"/>
          </a:xfrm>
          <a:prstGeom prst="rect">
            <a:avLst/>
          </a:prstGeom>
          <a:solidFill>
            <a:srgbClr val="ABC1D9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2121408" y="357530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Scored</a:t>
            </a:r>
            <a:endParaRPr lang="en-US" sz="1000" dirty="0"/>
          </a:p>
        </p:txBody>
      </p:sp>
      <p:sp>
        <p:nvSpPr>
          <p:cNvPr id="279" name="Shape 277"/>
          <p:cNvSpPr/>
          <p:nvPr/>
        </p:nvSpPr>
        <p:spPr>
          <a:xfrm>
            <a:off x="1975104" y="3840480"/>
            <a:ext cx="118872" cy="118872"/>
          </a:xfrm>
          <a:prstGeom prst="rect">
            <a:avLst/>
          </a:prstGeom>
          <a:solidFill>
            <a:srgbClr val="F1F3F5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2121408" y="380390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Illegal</a:t>
            </a:r>
            <a:endParaRPr lang="en-US" sz="1000" dirty="0"/>
          </a:p>
        </p:txBody>
      </p:sp>
      <p:sp>
        <p:nvSpPr>
          <p:cNvPr id="281" name="Shape 279"/>
          <p:cNvSpPr/>
          <p:nvPr/>
        </p:nvSpPr>
        <p:spPr>
          <a:xfrm>
            <a:off x="1993392" y="3858768"/>
            <a:ext cx="82296" cy="82296"/>
          </a:xfrm>
          <a:prstGeom prst="line">
            <a:avLst/>
          </a:prstGeom>
          <a:noFill/>
          <a:ln w="8255">
            <a:solidFill>
              <a:srgbClr val="B7B7B7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975104" y="4069080"/>
            <a:ext cx="118872" cy="118872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2121408" y="403250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Unscored</a:t>
            </a:r>
            <a:endParaRPr lang="en-US" sz="1000" dirty="0"/>
          </a:p>
        </p:txBody>
      </p:sp>
      <p:sp>
        <p:nvSpPr>
          <p:cNvPr id="284" name="Shape 282"/>
          <p:cNvSpPr/>
          <p:nvPr/>
        </p:nvSpPr>
        <p:spPr>
          <a:xfrm>
            <a:off x="329184" y="4736592"/>
            <a:ext cx="253288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329184" y="4736592"/>
            <a:ext cx="2532888" cy="274320"/>
          </a:xfrm>
          <a:prstGeom prst="rect">
            <a:avLst/>
          </a:prstGeom>
          <a:solidFill>
            <a:srgbClr val="EEF3F7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420624" y="4759452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analysis settings</a:t>
            </a:r>
            <a:endParaRPr lang="en-US" sz="1400" dirty="0"/>
          </a:p>
        </p:txBody>
      </p:sp>
      <p:sp>
        <p:nvSpPr>
          <p:cNvPr id="287" name="Shape 285"/>
          <p:cNvSpPr/>
          <p:nvPr/>
        </p:nvSpPr>
        <p:spPr>
          <a:xfrm>
            <a:off x="649224" y="5394960"/>
            <a:ext cx="2075688" cy="0"/>
          </a:xfrm>
          <a:prstGeom prst="line">
            <a:avLst/>
          </a:prstGeom>
          <a:noFill/>
          <a:ln w="5080">
            <a:solidFill>
              <a:srgbClr val="B7B7B7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 flipV="1">
            <a:off x="649224" y="5346065"/>
            <a:ext cx="29653" cy="4889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 flipV="1">
            <a:off x="678877" y="5324369"/>
            <a:ext cx="29653" cy="2169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708529" y="5324369"/>
            <a:ext cx="29653" cy="4862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738182" y="5329232"/>
            <a:ext cx="29653" cy="436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 flipV="1">
            <a:off x="767835" y="5313175"/>
            <a:ext cx="29653" cy="2042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 flipV="1">
            <a:off x="797487" y="5272626"/>
            <a:ext cx="29653" cy="40548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 flipV="1">
            <a:off x="827140" y="5241207"/>
            <a:ext cx="29653" cy="3142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856793" y="5241207"/>
            <a:ext cx="29653" cy="12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886445" y="5242407"/>
            <a:ext cx="29653" cy="2714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16098" y="5269547"/>
            <a:ext cx="29653" cy="23428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 flipV="1">
            <a:off x="945751" y="5291308"/>
            <a:ext cx="29653" cy="1668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 flipV="1">
            <a:off x="975404" y="5273823"/>
            <a:ext cx="29653" cy="1748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 flipV="1">
            <a:off x="1005056" y="5270458"/>
            <a:ext cx="29653" cy="336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034709" y="5270458"/>
            <a:ext cx="29653" cy="2947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1064362" y="5299935"/>
            <a:ext cx="29653" cy="4963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094014" y="5349573"/>
            <a:ext cx="29653" cy="3846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123667" y="5388041"/>
            <a:ext cx="29653" cy="961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 flipV="1">
            <a:off x="1153320" y="5392262"/>
            <a:ext cx="29653" cy="539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182972" y="5392262"/>
            <a:ext cx="29653" cy="961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212625" y="5401879"/>
            <a:ext cx="29653" cy="3846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1242278" y="5440347"/>
            <a:ext cx="29653" cy="4963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271930" y="5489985"/>
            <a:ext cx="29653" cy="2947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 flipV="1">
            <a:off x="1301583" y="5516097"/>
            <a:ext cx="29653" cy="336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 flipV="1">
            <a:off x="1331236" y="5498612"/>
            <a:ext cx="29653" cy="1748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 flipV="1">
            <a:off x="1360888" y="5496945"/>
            <a:ext cx="29653" cy="1668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390541" y="5496945"/>
            <a:ext cx="29653" cy="23428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420194" y="5520373"/>
            <a:ext cx="29653" cy="2714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449847" y="5547513"/>
            <a:ext cx="29653" cy="12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 flipV="1">
            <a:off x="1479499" y="5517294"/>
            <a:ext cx="29653" cy="3142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 flipV="1">
            <a:off x="1509152" y="5476745"/>
            <a:ext cx="29653" cy="40548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 flipV="1">
            <a:off x="1538805" y="5456322"/>
            <a:ext cx="29653" cy="2042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568457" y="5456322"/>
            <a:ext cx="29653" cy="436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598110" y="5460688"/>
            <a:ext cx="29653" cy="4862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 flipV="1">
            <a:off x="1627763" y="5443855"/>
            <a:ext cx="29653" cy="2169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 flipV="1">
            <a:off x="1657415" y="5394960"/>
            <a:ext cx="29653" cy="4889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 flipV="1">
            <a:off x="1687068" y="5346065"/>
            <a:ext cx="29653" cy="4889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 flipV="1">
            <a:off x="1716721" y="5324369"/>
            <a:ext cx="29653" cy="2169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746373" y="5324369"/>
            <a:ext cx="29653" cy="4862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776026" y="5329232"/>
            <a:ext cx="29653" cy="436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 flipV="1">
            <a:off x="1805679" y="5313175"/>
            <a:ext cx="29653" cy="2042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 flipV="1">
            <a:off x="1835331" y="5272626"/>
            <a:ext cx="29653" cy="40548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 flipV="1">
            <a:off x="1864984" y="5241207"/>
            <a:ext cx="29653" cy="3142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894637" y="5241207"/>
            <a:ext cx="29653" cy="12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924289" y="5242407"/>
            <a:ext cx="29653" cy="2714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953942" y="5269547"/>
            <a:ext cx="29653" cy="23428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 flipV="1">
            <a:off x="1983595" y="5291308"/>
            <a:ext cx="29653" cy="1668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 flipV="1">
            <a:off x="2013248" y="5273823"/>
            <a:ext cx="29653" cy="1748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 flipV="1">
            <a:off x="2042900" y="5270458"/>
            <a:ext cx="29653" cy="336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2072553" y="5270458"/>
            <a:ext cx="29653" cy="2947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2102206" y="5299935"/>
            <a:ext cx="29653" cy="4963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2131858" y="5349573"/>
            <a:ext cx="29653" cy="3846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2161511" y="5388041"/>
            <a:ext cx="29653" cy="961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 flipV="1">
            <a:off x="2191164" y="5392262"/>
            <a:ext cx="29653" cy="539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2220816" y="5392262"/>
            <a:ext cx="29653" cy="961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2250469" y="5401879"/>
            <a:ext cx="29653" cy="3846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2280122" y="5440347"/>
            <a:ext cx="29653" cy="4963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2309774" y="5489985"/>
            <a:ext cx="29653" cy="2947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 flipV="1">
            <a:off x="2339427" y="5516097"/>
            <a:ext cx="29653" cy="336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 flipV="1">
            <a:off x="2369080" y="5498612"/>
            <a:ext cx="29653" cy="1748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 flipV="1">
            <a:off x="2398732" y="5496945"/>
            <a:ext cx="29653" cy="1668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2428385" y="5496945"/>
            <a:ext cx="29653" cy="23428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2458038" y="5520373"/>
            <a:ext cx="29653" cy="2714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2487691" y="5547513"/>
            <a:ext cx="29653" cy="12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 flipV="1">
            <a:off x="2517343" y="5517294"/>
            <a:ext cx="29653" cy="3142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 flipV="1">
            <a:off x="2546996" y="5476745"/>
            <a:ext cx="29653" cy="40548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 flipV="1">
            <a:off x="2576649" y="5456322"/>
            <a:ext cx="29653" cy="2042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2606301" y="5456322"/>
            <a:ext cx="29653" cy="436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2635954" y="5460688"/>
            <a:ext cx="29653" cy="4862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 flipV="1">
            <a:off x="2665607" y="5443855"/>
            <a:ext cx="29653" cy="2169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 flipV="1">
            <a:off x="2695259" y="5394960"/>
            <a:ext cx="29653" cy="4889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438912" y="5157216"/>
            <a:ext cx="164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4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359" name="Shape 357"/>
          <p:cNvSpPr/>
          <p:nvPr/>
        </p:nvSpPr>
        <p:spPr>
          <a:xfrm>
            <a:off x="1124712" y="5129784"/>
            <a:ext cx="603504" cy="658368"/>
          </a:xfrm>
          <a:prstGeom prst="rect">
            <a:avLst/>
          </a:prstGeom>
          <a:solidFill>
            <a:srgbClr val="F6FAFA">
              <a:alpha val="75000"/>
            </a:srgbClr>
          </a:solidFill>
          <a:ln w="11430">
            <a:solidFill>
              <a:srgbClr val="42949E"/>
            </a:solidFill>
            <a:prstDash val="dash"/>
          </a:ln>
        </p:spPr>
      </p:sp>
      <p:sp>
        <p:nvSpPr>
          <p:cNvPr id="360" name="Text 358"/>
          <p:cNvSpPr/>
          <p:nvPr/>
        </p:nvSpPr>
        <p:spPr>
          <a:xfrm>
            <a:off x="438912" y="5769864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signal · solver · domain</a:t>
            </a:r>
            <a:endParaRPr lang="en-US" sz="1100" dirty="0"/>
          </a:p>
        </p:txBody>
      </p:sp>
      <p:sp>
        <p:nvSpPr>
          <p:cNvPr id="361" name="Shape 359"/>
          <p:cNvSpPr/>
          <p:nvPr/>
        </p:nvSpPr>
        <p:spPr>
          <a:xfrm>
            <a:off x="3328416" y="1591056"/>
            <a:ext cx="253288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3328416" y="1591056"/>
            <a:ext cx="2532888" cy="274320"/>
          </a:xfrm>
          <a:prstGeom prst="rect">
            <a:avLst/>
          </a:prstGeom>
          <a:solidFill>
            <a:srgbClr val="F2F8F8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363" name="Text 361"/>
          <p:cNvSpPr/>
          <p:nvPr/>
        </p:nvSpPr>
        <p:spPr>
          <a:xfrm>
            <a:off x="3419856" y="1613916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Modal components</a:t>
            </a:r>
            <a:endParaRPr lang="en-US" sz="1400" dirty="0"/>
          </a:p>
        </p:txBody>
      </p:sp>
      <p:sp>
        <p:nvSpPr>
          <p:cNvPr id="364" name="Shape 362"/>
          <p:cNvSpPr/>
          <p:nvPr/>
        </p:nvSpPr>
        <p:spPr>
          <a:xfrm>
            <a:off x="3648456" y="2075688"/>
            <a:ext cx="2075688" cy="0"/>
          </a:xfrm>
          <a:prstGeom prst="line">
            <a:avLst/>
          </a:prstGeom>
          <a:noFill/>
          <a:ln w="5080">
            <a:solidFill>
              <a:srgbClr val="B7B7B7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 flipV="1">
            <a:off x="3648456" y="2053121"/>
            <a:ext cx="29653" cy="2256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 flipV="1">
            <a:off x="3678109" y="2043108"/>
            <a:ext cx="29653" cy="100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3707761" y="2043108"/>
            <a:ext cx="29653" cy="224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3737414" y="2045352"/>
            <a:ext cx="29653" cy="20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 flipV="1">
            <a:off x="3767067" y="2037941"/>
            <a:ext cx="29653" cy="94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 flipV="1">
            <a:off x="3796719" y="2019226"/>
            <a:ext cx="29653" cy="187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 flipV="1">
            <a:off x="3826372" y="2004725"/>
            <a:ext cx="29653" cy="145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3856025" y="2004725"/>
            <a:ext cx="29653" cy="55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3885677" y="2005279"/>
            <a:ext cx="29653" cy="125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3915330" y="2017805"/>
            <a:ext cx="29653" cy="108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 flipV="1">
            <a:off x="3944983" y="2027848"/>
            <a:ext cx="29653" cy="7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 flipV="1">
            <a:off x="3974636" y="2019779"/>
            <a:ext cx="29653" cy="80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 flipV="1">
            <a:off x="4004288" y="2018226"/>
            <a:ext cx="29653" cy="155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4033941" y="2018226"/>
            <a:ext cx="29653" cy="1360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4063594" y="2031830"/>
            <a:ext cx="29653" cy="2291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4093246" y="2054740"/>
            <a:ext cx="29653" cy="1775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4122899" y="2072495"/>
            <a:ext cx="29653" cy="443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 flipV="1">
            <a:off x="4152552" y="2074443"/>
            <a:ext cx="29653" cy="249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4182204" y="2074443"/>
            <a:ext cx="29653" cy="443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4211857" y="2078881"/>
            <a:ext cx="29653" cy="1775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4241510" y="2096636"/>
            <a:ext cx="29653" cy="2291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4271162" y="2119546"/>
            <a:ext cx="29653" cy="1360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 flipV="1">
            <a:off x="4300815" y="2131597"/>
            <a:ext cx="29653" cy="155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 flipV="1">
            <a:off x="4330468" y="2123528"/>
            <a:ext cx="29653" cy="80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 flipV="1">
            <a:off x="4360120" y="2122758"/>
            <a:ext cx="29653" cy="7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4389773" y="2122758"/>
            <a:ext cx="29653" cy="108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4419426" y="2133571"/>
            <a:ext cx="29653" cy="125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4449079" y="2146097"/>
            <a:ext cx="29653" cy="55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 flipV="1">
            <a:off x="4478731" y="2132150"/>
            <a:ext cx="29653" cy="145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 flipV="1">
            <a:off x="4508384" y="2113435"/>
            <a:ext cx="29653" cy="187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 flipV="1">
            <a:off x="4538037" y="2104009"/>
            <a:ext cx="29653" cy="94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4567689" y="2104009"/>
            <a:ext cx="29653" cy="20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4597342" y="2106024"/>
            <a:ext cx="29653" cy="224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 flipV="1">
            <a:off x="4626995" y="2098255"/>
            <a:ext cx="29653" cy="100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 flipV="1">
            <a:off x="4656647" y="2075688"/>
            <a:ext cx="29653" cy="2256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 flipV="1">
            <a:off x="4686300" y="2053121"/>
            <a:ext cx="29653" cy="2256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 flipV="1">
            <a:off x="4715953" y="2043108"/>
            <a:ext cx="29653" cy="100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4745605" y="2043108"/>
            <a:ext cx="29653" cy="224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4775258" y="2045352"/>
            <a:ext cx="29653" cy="20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 flipV="1">
            <a:off x="4804911" y="2037941"/>
            <a:ext cx="29653" cy="94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 flipV="1">
            <a:off x="4834563" y="2019226"/>
            <a:ext cx="29653" cy="187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 flipV="1">
            <a:off x="4864216" y="2004725"/>
            <a:ext cx="29653" cy="145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4893869" y="2004725"/>
            <a:ext cx="29653" cy="55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4923521" y="2005279"/>
            <a:ext cx="29653" cy="125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4953174" y="2017805"/>
            <a:ext cx="29653" cy="108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 flipV="1">
            <a:off x="4982827" y="2027848"/>
            <a:ext cx="29653" cy="7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 flipV="1">
            <a:off x="5012480" y="2019779"/>
            <a:ext cx="29653" cy="80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 flipV="1">
            <a:off x="5042132" y="2018226"/>
            <a:ext cx="29653" cy="155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5071785" y="2018226"/>
            <a:ext cx="29653" cy="1360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5101438" y="2031830"/>
            <a:ext cx="29653" cy="2291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5131090" y="2054740"/>
            <a:ext cx="29653" cy="1775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5160743" y="2072495"/>
            <a:ext cx="29653" cy="443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 flipV="1">
            <a:off x="5190396" y="2074443"/>
            <a:ext cx="29653" cy="249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5220048" y="2074443"/>
            <a:ext cx="29653" cy="443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5249701" y="2078881"/>
            <a:ext cx="29653" cy="1775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5279354" y="2096636"/>
            <a:ext cx="29653" cy="2291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5309006" y="2119546"/>
            <a:ext cx="29653" cy="1360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 flipV="1">
            <a:off x="5338659" y="2131597"/>
            <a:ext cx="29653" cy="155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 flipV="1">
            <a:off x="5368312" y="2123528"/>
            <a:ext cx="29653" cy="80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 flipV="1">
            <a:off x="5397964" y="2122758"/>
            <a:ext cx="29653" cy="7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5427617" y="2122758"/>
            <a:ext cx="29653" cy="108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5457270" y="2133571"/>
            <a:ext cx="29653" cy="125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5486923" y="2146097"/>
            <a:ext cx="29653" cy="55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 flipV="1">
            <a:off x="5516575" y="2132150"/>
            <a:ext cx="29653" cy="145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 flipV="1">
            <a:off x="5546228" y="2113435"/>
            <a:ext cx="29653" cy="187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 flipV="1">
            <a:off x="5575881" y="2104009"/>
            <a:ext cx="29653" cy="94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5605533" y="2104009"/>
            <a:ext cx="29653" cy="20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5635186" y="2106024"/>
            <a:ext cx="29653" cy="224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 flipV="1">
            <a:off x="5664839" y="2098255"/>
            <a:ext cx="29653" cy="100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 flipV="1">
            <a:off x="5694491" y="2075688"/>
            <a:ext cx="29653" cy="2256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435" name="Text 433"/>
          <p:cNvSpPr/>
          <p:nvPr/>
        </p:nvSpPr>
        <p:spPr>
          <a:xfrm>
            <a:off x="3438144" y="19659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4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436" name="Shape 434"/>
          <p:cNvSpPr/>
          <p:nvPr/>
        </p:nvSpPr>
        <p:spPr>
          <a:xfrm>
            <a:off x="3648456" y="2350008"/>
            <a:ext cx="2075688" cy="0"/>
          </a:xfrm>
          <a:prstGeom prst="line">
            <a:avLst/>
          </a:prstGeom>
          <a:noFill/>
          <a:ln w="5080">
            <a:solidFill>
              <a:srgbClr val="B7B7B7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 flipV="1">
            <a:off x="3648456" y="2300289"/>
            <a:ext cx="29653" cy="2579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 flipV="1">
            <a:off x="3678109" y="2289449"/>
            <a:ext cx="29653" cy="1084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3707761" y="2289449"/>
            <a:ext cx="29653" cy="429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3737414" y="2293744"/>
            <a:ext cx="29653" cy="719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 flipV="1">
            <a:off x="3767067" y="2299800"/>
            <a:ext cx="29653" cy="1138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 flipV="1">
            <a:off x="3796719" y="2292190"/>
            <a:ext cx="29653" cy="761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 flipV="1">
            <a:off x="3826372" y="2291053"/>
            <a:ext cx="29653" cy="1138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3856025" y="2291053"/>
            <a:ext cx="29653" cy="1538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3885677" y="2306439"/>
            <a:ext cx="29653" cy="2785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3915330" y="2334294"/>
            <a:ext cx="29653" cy="2555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3944983" y="2359848"/>
            <a:ext cx="29653" cy="1226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3974636" y="2372110"/>
            <a:ext cx="29653" cy="217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4004288" y="2374287"/>
            <a:ext cx="29653" cy="496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4033941" y="2379250"/>
            <a:ext cx="29653" cy="1564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4063594" y="2394894"/>
            <a:ext cx="29653" cy="1999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4093246" y="2414890"/>
            <a:ext cx="29653" cy="971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 flipV="1">
            <a:off x="4122899" y="2416058"/>
            <a:ext cx="29653" cy="855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 flipV="1">
            <a:off x="4152552" y="2396127"/>
            <a:ext cx="29653" cy="1993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 flipV="1">
            <a:off x="4182204" y="2379492"/>
            <a:ext cx="29653" cy="1663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 flipV="1">
            <a:off x="4211857" y="2373625"/>
            <a:ext cx="29653" cy="586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 flipV="1">
            <a:off x="4241510" y="2371656"/>
            <a:ext cx="29653" cy="196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 flipV="1">
            <a:off x="4271162" y="2360540"/>
            <a:ext cx="29653" cy="1111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 flipV="1">
            <a:off x="4300815" y="2335875"/>
            <a:ext cx="29653" cy="2466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 flipV="1">
            <a:off x="4330468" y="2307695"/>
            <a:ext cx="29653" cy="2818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 flipV="1">
            <a:off x="4360120" y="2291055"/>
            <a:ext cx="29653" cy="1664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4389773" y="2291055"/>
            <a:ext cx="29653" cy="19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4419426" y="2291247"/>
            <a:ext cx="29653" cy="786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4449079" y="2299109"/>
            <a:ext cx="29653" cy="220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 flipV="1">
            <a:off x="4478731" y="2294745"/>
            <a:ext cx="29653" cy="656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 flipV="1">
            <a:off x="4508384" y="2289860"/>
            <a:ext cx="29653" cy="488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4538037" y="2289860"/>
            <a:ext cx="29653" cy="954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4567689" y="2299400"/>
            <a:ext cx="29653" cy="2505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4597342" y="2324456"/>
            <a:ext cx="29653" cy="2805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4626995" y="2352510"/>
            <a:ext cx="29653" cy="1710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4656647" y="2369613"/>
            <a:ext cx="29653" cy="432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4686300" y="2373937"/>
            <a:ext cx="29653" cy="259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4715953" y="2376536"/>
            <a:ext cx="29653" cy="1205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4745605" y="2388589"/>
            <a:ext cx="29653" cy="2004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4775258" y="2408633"/>
            <a:ext cx="29653" cy="1466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 flipV="1">
            <a:off x="4804911" y="2420805"/>
            <a:ext cx="29653" cy="248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 flipV="1">
            <a:off x="4834563" y="2403123"/>
            <a:ext cx="29653" cy="1768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 flipV="1">
            <a:off x="4864216" y="2383918"/>
            <a:ext cx="29653" cy="1920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 flipV="1">
            <a:off x="4893869" y="2374543"/>
            <a:ext cx="29653" cy="937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 flipV="1">
            <a:off x="4923521" y="2372728"/>
            <a:ext cx="29653" cy="181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 flipV="1">
            <a:off x="4953174" y="2365843"/>
            <a:ext cx="29653" cy="688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 flipV="1">
            <a:off x="4982827" y="2345233"/>
            <a:ext cx="29653" cy="2061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 flipV="1">
            <a:off x="5012480" y="2316475"/>
            <a:ext cx="29653" cy="2875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 flipV="1">
            <a:off x="5042132" y="2294670"/>
            <a:ext cx="29653" cy="2180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 flipV="1">
            <a:off x="5071785" y="2289643"/>
            <a:ext cx="29653" cy="502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5101438" y="2289643"/>
            <a:ext cx="29653" cy="691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5131090" y="2296552"/>
            <a:ext cx="29653" cy="516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 flipV="1">
            <a:off x="5160743" y="2297465"/>
            <a:ext cx="29653" cy="425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 flipV="1">
            <a:off x="5190396" y="2290382"/>
            <a:ext cx="29653" cy="708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5220048" y="2290382"/>
            <a:ext cx="29653" cy="383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5249701" y="2294216"/>
            <a:ext cx="29653" cy="2074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5279354" y="2314965"/>
            <a:ext cx="29653" cy="2887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5309006" y="2343840"/>
            <a:ext cx="29653" cy="2173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5338659" y="2365572"/>
            <a:ext cx="29653" cy="782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5368312" y="2373394"/>
            <a:ext cx="29653" cy="160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5397964" y="2374995"/>
            <a:ext cx="29653" cy="829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5427617" y="2383286"/>
            <a:ext cx="29653" cy="1847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5457270" y="2401763"/>
            <a:ext cx="29653" cy="1817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5486923" y="2419942"/>
            <a:ext cx="29653" cy="381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 flipV="1">
            <a:off x="5516575" y="2409973"/>
            <a:ext cx="29653" cy="1378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 flipV="1">
            <a:off x="5546228" y="2389567"/>
            <a:ext cx="29653" cy="2040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 flipV="1">
            <a:off x="5575881" y="2376400"/>
            <a:ext cx="29653" cy="1316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 flipV="1">
            <a:off x="5605533" y="2373199"/>
            <a:ext cx="29653" cy="320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 flipV="1">
            <a:off x="5635186" y="2369484"/>
            <a:ext cx="29653" cy="371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 flipV="1">
            <a:off x="5664839" y="2353593"/>
            <a:ext cx="29653" cy="1589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 flipV="1">
            <a:off x="5694491" y="2326079"/>
            <a:ext cx="29653" cy="2751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507" name="Text 505"/>
          <p:cNvSpPr/>
          <p:nvPr/>
        </p:nvSpPr>
        <p:spPr>
          <a:xfrm>
            <a:off x="3438144" y="224028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94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508" name="Shape 506"/>
          <p:cNvSpPr/>
          <p:nvPr/>
        </p:nvSpPr>
        <p:spPr>
          <a:xfrm>
            <a:off x="3648456" y="2624328"/>
            <a:ext cx="2075688" cy="0"/>
          </a:xfrm>
          <a:prstGeom prst="line">
            <a:avLst/>
          </a:prstGeom>
          <a:noFill/>
          <a:ln w="5080">
            <a:solidFill>
              <a:srgbClr val="B7B7B7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 flipV="1">
            <a:off x="3648456" y="2556421"/>
            <a:ext cx="29653" cy="2382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 flipV="1">
            <a:off x="3678109" y="2551977"/>
            <a:ext cx="29653" cy="444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3707761" y="2551977"/>
            <a:ext cx="29653" cy="1494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3737414" y="2566921"/>
            <a:ext cx="29653" cy="2117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3767067" y="2588095"/>
            <a:ext cx="29653" cy="1459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3796719" y="2602694"/>
            <a:ext cx="29653" cy="783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3826372" y="2610531"/>
            <a:ext cx="29653" cy="1177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3856025" y="2622303"/>
            <a:ext cx="29653" cy="2361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3885677" y="2645913"/>
            <a:ext cx="29653" cy="2965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3915330" y="2675571"/>
            <a:ext cx="29653" cy="1988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 flipV="1">
            <a:off x="3944983" y="2694397"/>
            <a:ext cx="29653" cy="105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 flipV="1">
            <a:off x="3974636" y="2676392"/>
            <a:ext cx="29653" cy="1800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 flipV="1">
            <a:off x="4004288" y="2656025"/>
            <a:ext cx="29653" cy="2036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 flipV="1">
            <a:off x="4033941" y="2643683"/>
            <a:ext cx="29653" cy="1234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 flipV="1">
            <a:off x="4063594" y="2636029"/>
            <a:ext cx="29653" cy="765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 flipV="1">
            <a:off x="4093246" y="2621600"/>
            <a:ext cx="29653" cy="1442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 flipV="1">
            <a:off x="4122899" y="2595354"/>
            <a:ext cx="29653" cy="2624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 flipV="1">
            <a:off x="4152552" y="2566559"/>
            <a:ext cx="29653" cy="2879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 flipV="1">
            <a:off x="4182204" y="2551376"/>
            <a:ext cx="29653" cy="1518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4211857" y="2551376"/>
            <a:ext cx="29653" cy="628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4241510" y="2557661"/>
            <a:ext cx="29653" cy="2007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4271162" y="2577730"/>
            <a:ext cx="29653" cy="1885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4300815" y="2596586"/>
            <a:ext cx="29653" cy="1032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4330468" y="2606913"/>
            <a:ext cx="29653" cy="827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4360120" y="2615183"/>
            <a:ext cx="29653" cy="1744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4389773" y="2632630"/>
            <a:ext cx="29653" cy="2826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4419426" y="2660890"/>
            <a:ext cx="29653" cy="2683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4449079" y="2687726"/>
            <a:ext cx="29653" cy="995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 flipV="1">
            <a:off x="4478731" y="2686692"/>
            <a:ext cx="29653" cy="1098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 flipV="1">
            <a:off x="4508384" y="2665580"/>
            <a:ext cx="29653" cy="2111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 flipV="1">
            <a:off x="4538037" y="2648727"/>
            <a:ext cx="29653" cy="1685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 flipV="1">
            <a:off x="4567689" y="2639959"/>
            <a:ext cx="29653" cy="876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 flipV="1">
            <a:off x="4597342" y="2630289"/>
            <a:ext cx="29653" cy="967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 flipV="1">
            <a:off x="4626995" y="2609697"/>
            <a:ext cx="29653" cy="2059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 flipV="1">
            <a:off x="4656647" y="2580248"/>
            <a:ext cx="29653" cy="2944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 flipV="1">
            <a:off x="4686300" y="2556421"/>
            <a:ext cx="29653" cy="2382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 flipV="1">
            <a:off x="4715953" y="2551977"/>
            <a:ext cx="29653" cy="444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4745605" y="2551977"/>
            <a:ext cx="29653" cy="1494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4775258" y="2566921"/>
            <a:ext cx="29653" cy="2117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4804911" y="2588095"/>
            <a:ext cx="29653" cy="1459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4834563" y="2602694"/>
            <a:ext cx="29653" cy="783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4864216" y="2610531"/>
            <a:ext cx="29653" cy="1177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4893869" y="2622303"/>
            <a:ext cx="29653" cy="2361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4923521" y="2645913"/>
            <a:ext cx="29653" cy="2965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4953174" y="2675571"/>
            <a:ext cx="29653" cy="1988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 flipV="1">
            <a:off x="4982827" y="2694397"/>
            <a:ext cx="29653" cy="105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 flipV="1">
            <a:off x="5012480" y="2676392"/>
            <a:ext cx="29653" cy="1800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 flipV="1">
            <a:off x="5042132" y="2656025"/>
            <a:ext cx="29653" cy="2036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 flipV="1">
            <a:off x="5071785" y="2643683"/>
            <a:ext cx="29653" cy="1234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 flipV="1">
            <a:off x="5101438" y="2636029"/>
            <a:ext cx="29653" cy="765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 flipV="1">
            <a:off x="5131090" y="2621600"/>
            <a:ext cx="29653" cy="1442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 flipV="1">
            <a:off x="5160743" y="2595354"/>
            <a:ext cx="29653" cy="2624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 flipV="1">
            <a:off x="5190396" y="2566559"/>
            <a:ext cx="29653" cy="2879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 flipV="1">
            <a:off x="5220048" y="2551376"/>
            <a:ext cx="29653" cy="1518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5249701" y="2551376"/>
            <a:ext cx="29653" cy="628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5279354" y="2557661"/>
            <a:ext cx="29653" cy="2007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5309006" y="2577730"/>
            <a:ext cx="29653" cy="1885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5338659" y="2596586"/>
            <a:ext cx="29653" cy="1032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5368312" y="2606913"/>
            <a:ext cx="29653" cy="827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5397964" y="2615183"/>
            <a:ext cx="29653" cy="1744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5427617" y="2632630"/>
            <a:ext cx="29653" cy="2826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5457270" y="2660890"/>
            <a:ext cx="29653" cy="2683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5486923" y="2687726"/>
            <a:ext cx="29653" cy="995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 flipV="1">
            <a:off x="5516575" y="2686692"/>
            <a:ext cx="29653" cy="1098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 flipV="1">
            <a:off x="5546228" y="2665580"/>
            <a:ext cx="29653" cy="2111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 flipV="1">
            <a:off x="5575881" y="2648727"/>
            <a:ext cx="29653" cy="1685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 flipV="1">
            <a:off x="5605533" y="2639959"/>
            <a:ext cx="29653" cy="8768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 flipV="1">
            <a:off x="5635186" y="2630289"/>
            <a:ext cx="29653" cy="9670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 flipV="1">
            <a:off x="5664839" y="2609697"/>
            <a:ext cx="29653" cy="2059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 flipV="1">
            <a:off x="5694491" y="2580248"/>
            <a:ext cx="29653" cy="2944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579" name="Text 577"/>
          <p:cNvSpPr/>
          <p:nvPr/>
        </p:nvSpPr>
        <p:spPr>
          <a:xfrm>
            <a:off x="3438144" y="25146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4D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580" name="Shape 578"/>
          <p:cNvSpPr/>
          <p:nvPr/>
        </p:nvSpPr>
        <p:spPr>
          <a:xfrm>
            <a:off x="3328416" y="3163824"/>
            <a:ext cx="253288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3328416" y="3163824"/>
            <a:ext cx="2532888" cy="274320"/>
          </a:xfrm>
          <a:prstGeom prst="rect">
            <a:avLst/>
          </a:prstGeom>
          <a:solidFill>
            <a:srgbClr val="F2F8F8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582" name="Text 580"/>
          <p:cNvSpPr/>
          <p:nvPr/>
        </p:nvSpPr>
        <p:spPr>
          <a:xfrm>
            <a:off x="3419856" y="3186684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Spectral structure</a:t>
            </a:r>
            <a:endParaRPr lang="en-US" sz="1400" dirty="0"/>
          </a:p>
        </p:txBody>
      </p:sp>
      <p:sp>
        <p:nvSpPr>
          <p:cNvPr id="583" name="Shape 581"/>
          <p:cNvSpPr/>
          <p:nvPr/>
        </p:nvSpPr>
        <p:spPr>
          <a:xfrm>
            <a:off x="3694176" y="3714293"/>
            <a:ext cx="2020824" cy="0"/>
          </a:xfrm>
          <a:prstGeom prst="line">
            <a:avLst/>
          </a:prstGeom>
          <a:noFill/>
          <a:ln w="6350">
            <a:solidFill>
              <a:srgbClr val="B7B7B7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 flipV="1">
            <a:off x="3694176" y="3700247"/>
            <a:ext cx="25260" cy="1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 flipV="1">
            <a:off x="3719436" y="3700243"/>
            <a:ext cx="25260" cy="4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 flipV="1">
            <a:off x="3744697" y="3700226"/>
            <a:ext cx="25260" cy="17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 flipV="1">
            <a:off x="3769957" y="3700154"/>
            <a:ext cx="25260" cy="72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 flipV="1">
            <a:off x="3795217" y="3699888"/>
            <a:ext cx="25260" cy="266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 flipV="1">
            <a:off x="3820477" y="3699045"/>
            <a:ext cx="25260" cy="843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 flipV="1">
            <a:off x="3845738" y="3696737"/>
            <a:ext cx="25260" cy="2309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 flipV="1">
            <a:off x="3870998" y="3691296"/>
            <a:ext cx="25260" cy="544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 flipV="1">
            <a:off x="3896258" y="3680322"/>
            <a:ext cx="25260" cy="10975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 flipV="1">
            <a:off x="3921519" y="3661517"/>
            <a:ext cx="25260" cy="18804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 flipV="1">
            <a:off x="3946779" y="3634515"/>
            <a:ext cx="25260" cy="27002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 flipV="1">
            <a:off x="3972039" y="3602837"/>
            <a:ext cx="25260" cy="31678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 flipV="1">
            <a:off x="3997300" y="3574203"/>
            <a:ext cx="25260" cy="28634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 flipV="1">
            <a:off x="4022560" y="3557838"/>
            <a:ext cx="25260" cy="16365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>
            <a:off x="4047820" y="3557838"/>
            <a:ext cx="25260" cy="1919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4073081" y="3559757"/>
            <a:ext cx="25260" cy="19472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>
            <a:off x="4098341" y="3579229"/>
            <a:ext cx="25260" cy="29996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4123601" y="3609224"/>
            <a:ext cx="25260" cy="31244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>
            <a:off x="4148861" y="3640469"/>
            <a:ext cx="25260" cy="25499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>
            <a:off x="4174122" y="3665968"/>
            <a:ext cx="25260" cy="17116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>
            <a:off x="4199382" y="3683083"/>
            <a:ext cx="25260" cy="966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>
            <a:off x="4224642" y="3692743"/>
            <a:ext cx="25260" cy="4639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4249903" y="3697383"/>
            <a:ext cx="25260" cy="191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4275163" y="3699293"/>
            <a:ext cx="25260" cy="677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4300423" y="3699970"/>
            <a:ext cx="25260" cy="207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4325684" y="3700177"/>
            <a:ext cx="25260" cy="55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4350944" y="3700232"/>
            <a:ext cx="25260" cy="13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4376204" y="3700245"/>
            <a:ext cx="25260" cy="3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4401464" y="3700247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4426725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4451985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4477245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4502506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4527766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4553026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4578287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>
            <a:off x="4603547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4628807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>
            <a:off x="4654067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>
            <a:off x="4679328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>
            <a:off x="4704588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>
            <a:off x="4729848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>
            <a:off x="4755109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>
            <a:off x="4780369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>
            <a:off x="4805629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>
            <a:off x="4830890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>
            <a:off x="4856150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>
            <a:off x="4881410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>
            <a:off x="4906670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>
            <a:off x="4931931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>
            <a:off x="4957191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>
            <a:off x="4982451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>
            <a:off x="5007712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5032972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>
            <a:off x="5058232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>
            <a:off x="5083492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5108753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5134013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5159273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5184534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5209794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5235054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5260315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5285575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>
            <a:off x="5310835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49" name="Shape 647"/>
          <p:cNvSpPr/>
          <p:nvPr/>
        </p:nvSpPr>
        <p:spPr>
          <a:xfrm>
            <a:off x="5336096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50" name="Shape 648"/>
          <p:cNvSpPr/>
          <p:nvPr/>
        </p:nvSpPr>
        <p:spPr>
          <a:xfrm>
            <a:off x="5361356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51" name="Shape 649"/>
          <p:cNvSpPr/>
          <p:nvPr/>
        </p:nvSpPr>
        <p:spPr>
          <a:xfrm>
            <a:off x="5386616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52" name="Shape 650"/>
          <p:cNvSpPr/>
          <p:nvPr/>
        </p:nvSpPr>
        <p:spPr>
          <a:xfrm>
            <a:off x="5411876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53" name="Shape 651"/>
          <p:cNvSpPr/>
          <p:nvPr/>
        </p:nvSpPr>
        <p:spPr>
          <a:xfrm>
            <a:off x="5437137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54" name="Shape 652"/>
          <p:cNvSpPr/>
          <p:nvPr/>
        </p:nvSpPr>
        <p:spPr>
          <a:xfrm>
            <a:off x="5462397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55" name="Shape 653"/>
          <p:cNvSpPr/>
          <p:nvPr/>
        </p:nvSpPr>
        <p:spPr>
          <a:xfrm>
            <a:off x="5487657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56" name="Shape 654"/>
          <p:cNvSpPr/>
          <p:nvPr/>
        </p:nvSpPr>
        <p:spPr>
          <a:xfrm>
            <a:off x="5512918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57" name="Shape 655"/>
          <p:cNvSpPr/>
          <p:nvPr/>
        </p:nvSpPr>
        <p:spPr>
          <a:xfrm>
            <a:off x="5538178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58" name="Shape 656"/>
          <p:cNvSpPr/>
          <p:nvPr/>
        </p:nvSpPr>
        <p:spPr>
          <a:xfrm>
            <a:off x="5563438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59" name="Shape 657"/>
          <p:cNvSpPr/>
          <p:nvPr/>
        </p:nvSpPr>
        <p:spPr>
          <a:xfrm>
            <a:off x="5588699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60" name="Shape 658"/>
          <p:cNvSpPr/>
          <p:nvPr/>
        </p:nvSpPr>
        <p:spPr>
          <a:xfrm>
            <a:off x="5613959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61" name="Shape 659"/>
          <p:cNvSpPr/>
          <p:nvPr/>
        </p:nvSpPr>
        <p:spPr>
          <a:xfrm>
            <a:off x="5639219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62" name="Shape 660"/>
          <p:cNvSpPr/>
          <p:nvPr/>
        </p:nvSpPr>
        <p:spPr>
          <a:xfrm>
            <a:off x="5664479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63" name="Shape 661"/>
          <p:cNvSpPr/>
          <p:nvPr/>
        </p:nvSpPr>
        <p:spPr>
          <a:xfrm>
            <a:off x="5689740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664" name="Text 662"/>
          <p:cNvSpPr/>
          <p:nvPr/>
        </p:nvSpPr>
        <p:spPr>
          <a:xfrm>
            <a:off x="3438144" y="3538728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4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g1</a:t>
            </a:r>
            <a:endParaRPr lang="en-US" sz="1100" dirty="0"/>
          </a:p>
        </p:txBody>
      </p:sp>
      <p:sp>
        <p:nvSpPr>
          <p:cNvPr id="665" name="Shape 663"/>
          <p:cNvSpPr/>
          <p:nvPr/>
        </p:nvSpPr>
        <p:spPr>
          <a:xfrm>
            <a:off x="3694176" y="3933749"/>
            <a:ext cx="2020824" cy="0"/>
          </a:xfrm>
          <a:prstGeom prst="line">
            <a:avLst/>
          </a:prstGeom>
          <a:noFill/>
          <a:ln w="6350">
            <a:solidFill>
              <a:srgbClr val="B7B7B7"/>
            </a:solidFill>
            <a:prstDash val="solid"/>
          </a:ln>
        </p:spPr>
      </p:sp>
      <p:sp>
        <p:nvSpPr>
          <p:cNvPr id="666" name="Shape 664"/>
          <p:cNvSpPr/>
          <p:nvPr/>
        </p:nvSpPr>
        <p:spPr>
          <a:xfrm>
            <a:off x="3694176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67" name="Shape 665"/>
          <p:cNvSpPr/>
          <p:nvPr/>
        </p:nvSpPr>
        <p:spPr>
          <a:xfrm>
            <a:off x="3719436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68" name="Shape 666"/>
          <p:cNvSpPr/>
          <p:nvPr/>
        </p:nvSpPr>
        <p:spPr>
          <a:xfrm>
            <a:off x="3744697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69" name="Shape 667"/>
          <p:cNvSpPr/>
          <p:nvPr/>
        </p:nvSpPr>
        <p:spPr>
          <a:xfrm>
            <a:off x="3769957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70" name="Shape 668"/>
          <p:cNvSpPr/>
          <p:nvPr/>
        </p:nvSpPr>
        <p:spPr>
          <a:xfrm>
            <a:off x="3795217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71" name="Shape 669"/>
          <p:cNvSpPr/>
          <p:nvPr/>
        </p:nvSpPr>
        <p:spPr>
          <a:xfrm>
            <a:off x="3820477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72" name="Shape 670"/>
          <p:cNvSpPr/>
          <p:nvPr/>
        </p:nvSpPr>
        <p:spPr>
          <a:xfrm>
            <a:off x="3845738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73" name="Shape 671"/>
          <p:cNvSpPr/>
          <p:nvPr/>
        </p:nvSpPr>
        <p:spPr>
          <a:xfrm>
            <a:off x="3870998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74" name="Shape 672"/>
          <p:cNvSpPr/>
          <p:nvPr/>
        </p:nvSpPr>
        <p:spPr>
          <a:xfrm>
            <a:off x="3896258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75" name="Shape 673"/>
          <p:cNvSpPr/>
          <p:nvPr/>
        </p:nvSpPr>
        <p:spPr>
          <a:xfrm>
            <a:off x="3921519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76" name="Shape 674"/>
          <p:cNvSpPr/>
          <p:nvPr/>
        </p:nvSpPr>
        <p:spPr>
          <a:xfrm>
            <a:off x="3946779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77" name="Shape 675"/>
          <p:cNvSpPr/>
          <p:nvPr/>
        </p:nvSpPr>
        <p:spPr>
          <a:xfrm>
            <a:off x="3972039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78" name="Shape 676"/>
          <p:cNvSpPr/>
          <p:nvPr/>
        </p:nvSpPr>
        <p:spPr>
          <a:xfrm>
            <a:off x="3997300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79" name="Shape 677"/>
          <p:cNvSpPr/>
          <p:nvPr/>
        </p:nvSpPr>
        <p:spPr>
          <a:xfrm>
            <a:off x="4022560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80" name="Shape 678"/>
          <p:cNvSpPr/>
          <p:nvPr/>
        </p:nvSpPr>
        <p:spPr>
          <a:xfrm flipV="1">
            <a:off x="4047820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81" name="Shape 679"/>
          <p:cNvSpPr/>
          <p:nvPr/>
        </p:nvSpPr>
        <p:spPr>
          <a:xfrm flipV="1">
            <a:off x="4073081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82" name="Shape 680"/>
          <p:cNvSpPr/>
          <p:nvPr/>
        </p:nvSpPr>
        <p:spPr>
          <a:xfrm flipV="1">
            <a:off x="4098341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83" name="Shape 681"/>
          <p:cNvSpPr/>
          <p:nvPr/>
        </p:nvSpPr>
        <p:spPr>
          <a:xfrm flipV="1">
            <a:off x="4123601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84" name="Shape 682"/>
          <p:cNvSpPr/>
          <p:nvPr/>
        </p:nvSpPr>
        <p:spPr>
          <a:xfrm flipV="1">
            <a:off x="4148861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85" name="Shape 683"/>
          <p:cNvSpPr/>
          <p:nvPr/>
        </p:nvSpPr>
        <p:spPr>
          <a:xfrm flipV="1">
            <a:off x="4174122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86" name="Shape 684"/>
          <p:cNvSpPr/>
          <p:nvPr/>
        </p:nvSpPr>
        <p:spPr>
          <a:xfrm flipV="1">
            <a:off x="4199382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87" name="Shape 685"/>
          <p:cNvSpPr/>
          <p:nvPr/>
        </p:nvSpPr>
        <p:spPr>
          <a:xfrm flipV="1">
            <a:off x="4224642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88" name="Shape 686"/>
          <p:cNvSpPr/>
          <p:nvPr/>
        </p:nvSpPr>
        <p:spPr>
          <a:xfrm flipV="1">
            <a:off x="4249903" y="3919703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89" name="Shape 687"/>
          <p:cNvSpPr/>
          <p:nvPr/>
        </p:nvSpPr>
        <p:spPr>
          <a:xfrm flipV="1">
            <a:off x="4275163" y="3919701"/>
            <a:ext cx="25260" cy="2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90" name="Shape 688"/>
          <p:cNvSpPr/>
          <p:nvPr/>
        </p:nvSpPr>
        <p:spPr>
          <a:xfrm flipV="1">
            <a:off x="4300423" y="3919692"/>
            <a:ext cx="25260" cy="9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91" name="Shape 689"/>
          <p:cNvSpPr/>
          <p:nvPr/>
        </p:nvSpPr>
        <p:spPr>
          <a:xfrm flipV="1">
            <a:off x="4325684" y="3919651"/>
            <a:ext cx="25260" cy="41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92" name="Shape 690"/>
          <p:cNvSpPr/>
          <p:nvPr/>
        </p:nvSpPr>
        <p:spPr>
          <a:xfrm flipV="1">
            <a:off x="4350944" y="3919490"/>
            <a:ext cx="25260" cy="161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93" name="Shape 691"/>
          <p:cNvSpPr/>
          <p:nvPr/>
        </p:nvSpPr>
        <p:spPr>
          <a:xfrm flipV="1">
            <a:off x="4376204" y="3918949"/>
            <a:ext cx="25260" cy="541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94" name="Shape 692"/>
          <p:cNvSpPr/>
          <p:nvPr/>
        </p:nvSpPr>
        <p:spPr>
          <a:xfrm flipV="1">
            <a:off x="4401464" y="3917379"/>
            <a:ext cx="25260" cy="1571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95" name="Shape 693"/>
          <p:cNvSpPr/>
          <p:nvPr/>
        </p:nvSpPr>
        <p:spPr>
          <a:xfrm flipV="1">
            <a:off x="4426725" y="3913447"/>
            <a:ext cx="25260" cy="3932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96" name="Shape 694"/>
          <p:cNvSpPr/>
          <p:nvPr/>
        </p:nvSpPr>
        <p:spPr>
          <a:xfrm flipV="1">
            <a:off x="4451985" y="3904998"/>
            <a:ext cx="25260" cy="8448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97" name="Shape 695"/>
          <p:cNvSpPr/>
          <p:nvPr/>
        </p:nvSpPr>
        <p:spPr>
          <a:xfrm flipV="1">
            <a:off x="4477245" y="3889527"/>
            <a:ext cx="25260" cy="15471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98" name="Shape 696"/>
          <p:cNvSpPr/>
          <p:nvPr/>
        </p:nvSpPr>
        <p:spPr>
          <a:xfrm flipV="1">
            <a:off x="4502506" y="3865633"/>
            <a:ext cx="25260" cy="23894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699" name="Shape 697"/>
          <p:cNvSpPr/>
          <p:nvPr/>
        </p:nvSpPr>
        <p:spPr>
          <a:xfrm flipV="1">
            <a:off x="4527766" y="3835109"/>
            <a:ext cx="25260" cy="30525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00" name="Shape 698"/>
          <p:cNvSpPr/>
          <p:nvPr/>
        </p:nvSpPr>
        <p:spPr>
          <a:xfrm flipV="1">
            <a:off x="4553026" y="3804139"/>
            <a:ext cx="25260" cy="3097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01" name="Shape 699"/>
          <p:cNvSpPr/>
          <p:nvPr/>
        </p:nvSpPr>
        <p:spPr>
          <a:xfrm flipV="1">
            <a:off x="4578287" y="3781855"/>
            <a:ext cx="25260" cy="22284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02" name="Shape 700"/>
          <p:cNvSpPr/>
          <p:nvPr/>
        </p:nvSpPr>
        <p:spPr>
          <a:xfrm flipV="1">
            <a:off x="4603547" y="3776130"/>
            <a:ext cx="25260" cy="5725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03" name="Shape 701"/>
          <p:cNvSpPr/>
          <p:nvPr/>
        </p:nvSpPr>
        <p:spPr>
          <a:xfrm>
            <a:off x="4628807" y="3776130"/>
            <a:ext cx="25260" cy="13004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04" name="Shape 702"/>
          <p:cNvSpPr/>
          <p:nvPr/>
        </p:nvSpPr>
        <p:spPr>
          <a:xfrm>
            <a:off x="4654067" y="3789135"/>
            <a:ext cx="25260" cy="26887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05" name="Shape 703"/>
          <p:cNvSpPr/>
          <p:nvPr/>
        </p:nvSpPr>
        <p:spPr>
          <a:xfrm>
            <a:off x="4679328" y="3816022"/>
            <a:ext cx="25260" cy="31793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06" name="Shape 704"/>
          <p:cNvSpPr/>
          <p:nvPr/>
        </p:nvSpPr>
        <p:spPr>
          <a:xfrm>
            <a:off x="4704588" y="3847815"/>
            <a:ext cx="25260" cy="28366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07" name="Shape 705"/>
          <p:cNvSpPr/>
          <p:nvPr/>
        </p:nvSpPr>
        <p:spPr>
          <a:xfrm>
            <a:off x="4729848" y="3876182"/>
            <a:ext cx="25260" cy="20515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08" name="Shape 706"/>
          <p:cNvSpPr/>
          <p:nvPr/>
        </p:nvSpPr>
        <p:spPr>
          <a:xfrm>
            <a:off x="4755109" y="3896697"/>
            <a:ext cx="25260" cy="12387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09" name="Shape 707"/>
          <p:cNvSpPr/>
          <p:nvPr/>
        </p:nvSpPr>
        <p:spPr>
          <a:xfrm>
            <a:off x="4780369" y="3909084"/>
            <a:ext cx="25260" cy="6339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10" name="Shape 708"/>
          <p:cNvSpPr/>
          <p:nvPr/>
        </p:nvSpPr>
        <p:spPr>
          <a:xfrm>
            <a:off x="4805629" y="3915424"/>
            <a:ext cx="25260" cy="2774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11" name="Shape 709"/>
          <p:cNvSpPr/>
          <p:nvPr/>
        </p:nvSpPr>
        <p:spPr>
          <a:xfrm>
            <a:off x="4830890" y="3918197"/>
            <a:ext cx="25260" cy="1043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12" name="Shape 710"/>
          <p:cNvSpPr/>
          <p:nvPr/>
        </p:nvSpPr>
        <p:spPr>
          <a:xfrm>
            <a:off x="4856150" y="3919241"/>
            <a:ext cx="25260" cy="339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13" name="Shape 711"/>
          <p:cNvSpPr/>
          <p:nvPr/>
        </p:nvSpPr>
        <p:spPr>
          <a:xfrm>
            <a:off x="4881410" y="3919579"/>
            <a:ext cx="25260" cy="95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14" name="Shape 712"/>
          <p:cNvSpPr/>
          <p:nvPr/>
        </p:nvSpPr>
        <p:spPr>
          <a:xfrm>
            <a:off x="4906670" y="3919675"/>
            <a:ext cx="25260" cy="23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15" name="Shape 713"/>
          <p:cNvSpPr/>
          <p:nvPr/>
        </p:nvSpPr>
        <p:spPr>
          <a:xfrm>
            <a:off x="4931931" y="3919698"/>
            <a:ext cx="25260" cy="5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16" name="Shape 714"/>
          <p:cNvSpPr/>
          <p:nvPr/>
        </p:nvSpPr>
        <p:spPr>
          <a:xfrm>
            <a:off x="4957191" y="3919703"/>
            <a:ext cx="25260" cy="1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17" name="Shape 715"/>
          <p:cNvSpPr/>
          <p:nvPr/>
        </p:nvSpPr>
        <p:spPr>
          <a:xfrm>
            <a:off x="4982451" y="3919703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18" name="Shape 716"/>
          <p:cNvSpPr/>
          <p:nvPr/>
        </p:nvSpPr>
        <p:spPr>
          <a:xfrm>
            <a:off x="5007712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19" name="Shape 717"/>
          <p:cNvSpPr/>
          <p:nvPr/>
        </p:nvSpPr>
        <p:spPr>
          <a:xfrm>
            <a:off x="5032972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20" name="Shape 718"/>
          <p:cNvSpPr/>
          <p:nvPr/>
        </p:nvSpPr>
        <p:spPr>
          <a:xfrm>
            <a:off x="5058232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21" name="Shape 719"/>
          <p:cNvSpPr/>
          <p:nvPr/>
        </p:nvSpPr>
        <p:spPr>
          <a:xfrm>
            <a:off x="5083492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22" name="Shape 720"/>
          <p:cNvSpPr/>
          <p:nvPr/>
        </p:nvSpPr>
        <p:spPr>
          <a:xfrm>
            <a:off x="5108753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23" name="Shape 721"/>
          <p:cNvSpPr/>
          <p:nvPr/>
        </p:nvSpPr>
        <p:spPr>
          <a:xfrm>
            <a:off x="5134013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24" name="Shape 722"/>
          <p:cNvSpPr/>
          <p:nvPr/>
        </p:nvSpPr>
        <p:spPr>
          <a:xfrm>
            <a:off x="5159273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25" name="Shape 723"/>
          <p:cNvSpPr/>
          <p:nvPr/>
        </p:nvSpPr>
        <p:spPr>
          <a:xfrm>
            <a:off x="5184534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26" name="Shape 724"/>
          <p:cNvSpPr/>
          <p:nvPr/>
        </p:nvSpPr>
        <p:spPr>
          <a:xfrm>
            <a:off x="5209794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27" name="Shape 725"/>
          <p:cNvSpPr/>
          <p:nvPr/>
        </p:nvSpPr>
        <p:spPr>
          <a:xfrm>
            <a:off x="5235054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28" name="Shape 726"/>
          <p:cNvSpPr/>
          <p:nvPr/>
        </p:nvSpPr>
        <p:spPr>
          <a:xfrm>
            <a:off x="5260315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29" name="Shape 727"/>
          <p:cNvSpPr/>
          <p:nvPr/>
        </p:nvSpPr>
        <p:spPr>
          <a:xfrm>
            <a:off x="5285575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30" name="Shape 728"/>
          <p:cNvSpPr/>
          <p:nvPr/>
        </p:nvSpPr>
        <p:spPr>
          <a:xfrm>
            <a:off x="5310835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31" name="Shape 729"/>
          <p:cNvSpPr/>
          <p:nvPr/>
        </p:nvSpPr>
        <p:spPr>
          <a:xfrm>
            <a:off x="5336096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32" name="Shape 730"/>
          <p:cNvSpPr/>
          <p:nvPr/>
        </p:nvSpPr>
        <p:spPr>
          <a:xfrm>
            <a:off x="5361356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33" name="Shape 731"/>
          <p:cNvSpPr/>
          <p:nvPr/>
        </p:nvSpPr>
        <p:spPr>
          <a:xfrm>
            <a:off x="5386616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34" name="Shape 732"/>
          <p:cNvSpPr/>
          <p:nvPr/>
        </p:nvSpPr>
        <p:spPr>
          <a:xfrm>
            <a:off x="5411876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35" name="Shape 733"/>
          <p:cNvSpPr/>
          <p:nvPr/>
        </p:nvSpPr>
        <p:spPr>
          <a:xfrm>
            <a:off x="5437137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36" name="Shape 734"/>
          <p:cNvSpPr/>
          <p:nvPr/>
        </p:nvSpPr>
        <p:spPr>
          <a:xfrm>
            <a:off x="5462397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37" name="Shape 735"/>
          <p:cNvSpPr/>
          <p:nvPr/>
        </p:nvSpPr>
        <p:spPr>
          <a:xfrm>
            <a:off x="5487657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38" name="Shape 736"/>
          <p:cNvSpPr/>
          <p:nvPr/>
        </p:nvSpPr>
        <p:spPr>
          <a:xfrm>
            <a:off x="5512918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39" name="Shape 737"/>
          <p:cNvSpPr/>
          <p:nvPr/>
        </p:nvSpPr>
        <p:spPr>
          <a:xfrm>
            <a:off x="5538178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40" name="Shape 738"/>
          <p:cNvSpPr/>
          <p:nvPr/>
        </p:nvSpPr>
        <p:spPr>
          <a:xfrm>
            <a:off x="5563438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41" name="Shape 739"/>
          <p:cNvSpPr/>
          <p:nvPr/>
        </p:nvSpPr>
        <p:spPr>
          <a:xfrm>
            <a:off x="5588699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42" name="Shape 740"/>
          <p:cNvSpPr/>
          <p:nvPr/>
        </p:nvSpPr>
        <p:spPr>
          <a:xfrm>
            <a:off x="5613959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43" name="Shape 741"/>
          <p:cNvSpPr/>
          <p:nvPr/>
        </p:nvSpPr>
        <p:spPr>
          <a:xfrm>
            <a:off x="5639219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44" name="Shape 742"/>
          <p:cNvSpPr/>
          <p:nvPr/>
        </p:nvSpPr>
        <p:spPr>
          <a:xfrm>
            <a:off x="5664479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45" name="Shape 743"/>
          <p:cNvSpPr/>
          <p:nvPr/>
        </p:nvSpPr>
        <p:spPr>
          <a:xfrm>
            <a:off x="5689740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746" name="Text 744"/>
          <p:cNvSpPr/>
          <p:nvPr/>
        </p:nvSpPr>
        <p:spPr>
          <a:xfrm>
            <a:off x="3438144" y="3758184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94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g2</a:t>
            </a:r>
            <a:endParaRPr lang="en-US" sz="1100" dirty="0"/>
          </a:p>
        </p:txBody>
      </p:sp>
      <p:sp>
        <p:nvSpPr>
          <p:cNvPr id="747" name="Shape 745"/>
          <p:cNvSpPr/>
          <p:nvPr/>
        </p:nvSpPr>
        <p:spPr>
          <a:xfrm>
            <a:off x="3694176" y="4153205"/>
            <a:ext cx="2020824" cy="0"/>
          </a:xfrm>
          <a:prstGeom prst="line">
            <a:avLst/>
          </a:prstGeom>
          <a:noFill/>
          <a:ln w="6350">
            <a:solidFill>
              <a:srgbClr val="B7B7B7"/>
            </a:solidFill>
            <a:prstDash val="solid"/>
          </a:ln>
        </p:spPr>
      </p:sp>
      <p:sp>
        <p:nvSpPr>
          <p:cNvPr id="748" name="Shape 746"/>
          <p:cNvSpPr/>
          <p:nvPr/>
        </p:nvSpPr>
        <p:spPr>
          <a:xfrm>
            <a:off x="3694176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49" name="Shape 747"/>
          <p:cNvSpPr/>
          <p:nvPr/>
        </p:nvSpPr>
        <p:spPr>
          <a:xfrm>
            <a:off x="3719436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50" name="Shape 748"/>
          <p:cNvSpPr/>
          <p:nvPr/>
        </p:nvSpPr>
        <p:spPr>
          <a:xfrm>
            <a:off x="3744697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51" name="Shape 749"/>
          <p:cNvSpPr/>
          <p:nvPr/>
        </p:nvSpPr>
        <p:spPr>
          <a:xfrm>
            <a:off x="3769957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52" name="Shape 750"/>
          <p:cNvSpPr/>
          <p:nvPr/>
        </p:nvSpPr>
        <p:spPr>
          <a:xfrm>
            <a:off x="3795217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53" name="Shape 751"/>
          <p:cNvSpPr/>
          <p:nvPr/>
        </p:nvSpPr>
        <p:spPr>
          <a:xfrm>
            <a:off x="3820477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54" name="Shape 752"/>
          <p:cNvSpPr/>
          <p:nvPr/>
        </p:nvSpPr>
        <p:spPr>
          <a:xfrm>
            <a:off x="3845738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55" name="Shape 753"/>
          <p:cNvSpPr/>
          <p:nvPr/>
        </p:nvSpPr>
        <p:spPr>
          <a:xfrm>
            <a:off x="3870998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56" name="Shape 754"/>
          <p:cNvSpPr/>
          <p:nvPr/>
        </p:nvSpPr>
        <p:spPr>
          <a:xfrm>
            <a:off x="3896258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57" name="Shape 755"/>
          <p:cNvSpPr/>
          <p:nvPr/>
        </p:nvSpPr>
        <p:spPr>
          <a:xfrm>
            <a:off x="3921519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58" name="Shape 756"/>
          <p:cNvSpPr/>
          <p:nvPr/>
        </p:nvSpPr>
        <p:spPr>
          <a:xfrm>
            <a:off x="3946779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59" name="Shape 757"/>
          <p:cNvSpPr/>
          <p:nvPr/>
        </p:nvSpPr>
        <p:spPr>
          <a:xfrm>
            <a:off x="3972039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60" name="Shape 758"/>
          <p:cNvSpPr/>
          <p:nvPr/>
        </p:nvSpPr>
        <p:spPr>
          <a:xfrm>
            <a:off x="3997300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61" name="Shape 759"/>
          <p:cNvSpPr/>
          <p:nvPr/>
        </p:nvSpPr>
        <p:spPr>
          <a:xfrm>
            <a:off x="4022560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62" name="Shape 760"/>
          <p:cNvSpPr/>
          <p:nvPr/>
        </p:nvSpPr>
        <p:spPr>
          <a:xfrm>
            <a:off x="4047820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63" name="Shape 761"/>
          <p:cNvSpPr/>
          <p:nvPr/>
        </p:nvSpPr>
        <p:spPr>
          <a:xfrm>
            <a:off x="4073081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64" name="Shape 762"/>
          <p:cNvSpPr/>
          <p:nvPr/>
        </p:nvSpPr>
        <p:spPr>
          <a:xfrm>
            <a:off x="4098341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65" name="Shape 763"/>
          <p:cNvSpPr/>
          <p:nvPr/>
        </p:nvSpPr>
        <p:spPr>
          <a:xfrm>
            <a:off x="4123601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66" name="Shape 764"/>
          <p:cNvSpPr/>
          <p:nvPr/>
        </p:nvSpPr>
        <p:spPr>
          <a:xfrm>
            <a:off x="4148861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67" name="Shape 765"/>
          <p:cNvSpPr/>
          <p:nvPr/>
        </p:nvSpPr>
        <p:spPr>
          <a:xfrm>
            <a:off x="4174122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68" name="Shape 766"/>
          <p:cNvSpPr/>
          <p:nvPr/>
        </p:nvSpPr>
        <p:spPr>
          <a:xfrm>
            <a:off x="4199382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69" name="Shape 767"/>
          <p:cNvSpPr/>
          <p:nvPr/>
        </p:nvSpPr>
        <p:spPr>
          <a:xfrm>
            <a:off x="4224642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70" name="Shape 768"/>
          <p:cNvSpPr/>
          <p:nvPr/>
        </p:nvSpPr>
        <p:spPr>
          <a:xfrm>
            <a:off x="4249903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71" name="Shape 769"/>
          <p:cNvSpPr/>
          <p:nvPr/>
        </p:nvSpPr>
        <p:spPr>
          <a:xfrm>
            <a:off x="4275163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72" name="Shape 770"/>
          <p:cNvSpPr/>
          <p:nvPr/>
        </p:nvSpPr>
        <p:spPr>
          <a:xfrm>
            <a:off x="4300423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73" name="Shape 771"/>
          <p:cNvSpPr/>
          <p:nvPr/>
        </p:nvSpPr>
        <p:spPr>
          <a:xfrm>
            <a:off x="4325684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74" name="Shape 772"/>
          <p:cNvSpPr/>
          <p:nvPr/>
        </p:nvSpPr>
        <p:spPr>
          <a:xfrm>
            <a:off x="4350944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75" name="Shape 773"/>
          <p:cNvSpPr/>
          <p:nvPr/>
        </p:nvSpPr>
        <p:spPr>
          <a:xfrm>
            <a:off x="4376204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76" name="Shape 774"/>
          <p:cNvSpPr/>
          <p:nvPr/>
        </p:nvSpPr>
        <p:spPr>
          <a:xfrm>
            <a:off x="4401464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77" name="Shape 775"/>
          <p:cNvSpPr/>
          <p:nvPr/>
        </p:nvSpPr>
        <p:spPr>
          <a:xfrm>
            <a:off x="4426725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78" name="Shape 776"/>
          <p:cNvSpPr/>
          <p:nvPr/>
        </p:nvSpPr>
        <p:spPr>
          <a:xfrm>
            <a:off x="4451985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79" name="Shape 777"/>
          <p:cNvSpPr/>
          <p:nvPr/>
        </p:nvSpPr>
        <p:spPr>
          <a:xfrm>
            <a:off x="4477245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80" name="Shape 778"/>
          <p:cNvSpPr/>
          <p:nvPr/>
        </p:nvSpPr>
        <p:spPr>
          <a:xfrm>
            <a:off x="4502506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81" name="Shape 779"/>
          <p:cNvSpPr/>
          <p:nvPr/>
        </p:nvSpPr>
        <p:spPr>
          <a:xfrm>
            <a:off x="4527766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82" name="Shape 780"/>
          <p:cNvSpPr/>
          <p:nvPr/>
        </p:nvSpPr>
        <p:spPr>
          <a:xfrm>
            <a:off x="4553026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83" name="Shape 781"/>
          <p:cNvSpPr/>
          <p:nvPr/>
        </p:nvSpPr>
        <p:spPr>
          <a:xfrm>
            <a:off x="4578287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84" name="Shape 782"/>
          <p:cNvSpPr/>
          <p:nvPr/>
        </p:nvSpPr>
        <p:spPr>
          <a:xfrm>
            <a:off x="4603547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85" name="Shape 783"/>
          <p:cNvSpPr/>
          <p:nvPr/>
        </p:nvSpPr>
        <p:spPr>
          <a:xfrm flipV="1">
            <a:off x="4628807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86" name="Shape 784"/>
          <p:cNvSpPr/>
          <p:nvPr/>
        </p:nvSpPr>
        <p:spPr>
          <a:xfrm flipV="1">
            <a:off x="4654067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87" name="Shape 785"/>
          <p:cNvSpPr/>
          <p:nvPr/>
        </p:nvSpPr>
        <p:spPr>
          <a:xfrm flipV="1">
            <a:off x="4679328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88" name="Shape 786"/>
          <p:cNvSpPr/>
          <p:nvPr/>
        </p:nvSpPr>
        <p:spPr>
          <a:xfrm flipV="1">
            <a:off x="4704588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89" name="Shape 787"/>
          <p:cNvSpPr/>
          <p:nvPr/>
        </p:nvSpPr>
        <p:spPr>
          <a:xfrm flipV="1">
            <a:off x="4729848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90" name="Shape 788"/>
          <p:cNvSpPr/>
          <p:nvPr/>
        </p:nvSpPr>
        <p:spPr>
          <a:xfrm flipV="1">
            <a:off x="4755109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91" name="Shape 789"/>
          <p:cNvSpPr/>
          <p:nvPr/>
        </p:nvSpPr>
        <p:spPr>
          <a:xfrm flipV="1">
            <a:off x="4780369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92" name="Shape 790"/>
          <p:cNvSpPr/>
          <p:nvPr/>
        </p:nvSpPr>
        <p:spPr>
          <a:xfrm flipV="1">
            <a:off x="4805629" y="4139159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93" name="Shape 791"/>
          <p:cNvSpPr/>
          <p:nvPr/>
        </p:nvSpPr>
        <p:spPr>
          <a:xfrm flipV="1">
            <a:off x="4830890" y="4139159"/>
            <a:ext cx="25260" cy="1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94" name="Shape 792"/>
          <p:cNvSpPr/>
          <p:nvPr/>
        </p:nvSpPr>
        <p:spPr>
          <a:xfrm flipV="1">
            <a:off x="4856150" y="4139154"/>
            <a:ext cx="25260" cy="5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95" name="Shape 793"/>
          <p:cNvSpPr/>
          <p:nvPr/>
        </p:nvSpPr>
        <p:spPr>
          <a:xfrm flipV="1">
            <a:off x="4881410" y="4139131"/>
            <a:ext cx="25260" cy="23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96" name="Shape 794"/>
          <p:cNvSpPr/>
          <p:nvPr/>
        </p:nvSpPr>
        <p:spPr>
          <a:xfrm flipV="1">
            <a:off x="4906670" y="4139035"/>
            <a:ext cx="25260" cy="95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97" name="Shape 795"/>
          <p:cNvSpPr/>
          <p:nvPr/>
        </p:nvSpPr>
        <p:spPr>
          <a:xfrm flipV="1">
            <a:off x="4931931" y="4138697"/>
            <a:ext cx="25260" cy="339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98" name="Shape 796"/>
          <p:cNvSpPr/>
          <p:nvPr/>
        </p:nvSpPr>
        <p:spPr>
          <a:xfrm flipV="1">
            <a:off x="4957191" y="4137653"/>
            <a:ext cx="25260" cy="1043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799" name="Shape 797"/>
          <p:cNvSpPr/>
          <p:nvPr/>
        </p:nvSpPr>
        <p:spPr>
          <a:xfrm flipV="1">
            <a:off x="4982451" y="4134880"/>
            <a:ext cx="25260" cy="2774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00" name="Shape 798"/>
          <p:cNvSpPr/>
          <p:nvPr/>
        </p:nvSpPr>
        <p:spPr>
          <a:xfrm flipV="1">
            <a:off x="5007712" y="4128540"/>
            <a:ext cx="25260" cy="6339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01" name="Shape 799"/>
          <p:cNvSpPr/>
          <p:nvPr/>
        </p:nvSpPr>
        <p:spPr>
          <a:xfrm flipV="1">
            <a:off x="5032972" y="4116153"/>
            <a:ext cx="25260" cy="12387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02" name="Shape 800"/>
          <p:cNvSpPr/>
          <p:nvPr/>
        </p:nvSpPr>
        <p:spPr>
          <a:xfrm flipV="1">
            <a:off x="5058232" y="4095638"/>
            <a:ext cx="25260" cy="20515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03" name="Shape 801"/>
          <p:cNvSpPr/>
          <p:nvPr/>
        </p:nvSpPr>
        <p:spPr>
          <a:xfrm flipV="1">
            <a:off x="5083492" y="4067271"/>
            <a:ext cx="25260" cy="28366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04" name="Shape 802"/>
          <p:cNvSpPr/>
          <p:nvPr/>
        </p:nvSpPr>
        <p:spPr>
          <a:xfrm flipV="1">
            <a:off x="5108753" y="4035478"/>
            <a:ext cx="25260" cy="31793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05" name="Shape 803"/>
          <p:cNvSpPr/>
          <p:nvPr/>
        </p:nvSpPr>
        <p:spPr>
          <a:xfrm flipV="1">
            <a:off x="5134013" y="4008591"/>
            <a:ext cx="25260" cy="26887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06" name="Shape 804"/>
          <p:cNvSpPr/>
          <p:nvPr/>
        </p:nvSpPr>
        <p:spPr>
          <a:xfrm flipV="1">
            <a:off x="5159273" y="3995586"/>
            <a:ext cx="25260" cy="13004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07" name="Shape 805"/>
          <p:cNvSpPr/>
          <p:nvPr/>
        </p:nvSpPr>
        <p:spPr>
          <a:xfrm>
            <a:off x="5184534" y="3995586"/>
            <a:ext cx="25260" cy="5725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08" name="Shape 806"/>
          <p:cNvSpPr/>
          <p:nvPr/>
        </p:nvSpPr>
        <p:spPr>
          <a:xfrm>
            <a:off x="5209794" y="4001311"/>
            <a:ext cx="25260" cy="22284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09" name="Shape 807"/>
          <p:cNvSpPr/>
          <p:nvPr/>
        </p:nvSpPr>
        <p:spPr>
          <a:xfrm>
            <a:off x="5235054" y="4023595"/>
            <a:ext cx="25260" cy="3097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10" name="Shape 808"/>
          <p:cNvSpPr/>
          <p:nvPr/>
        </p:nvSpPr>
        <p:spPr>
          <a:xfrm>
            <a:off x="5260315" y="4054565"/>
            <a:ext cx="25260" cy="30525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11" name="Shape 809"/>
          <p:cNvSpPr/>
          <p:nvPr/>
        </p:nvSpPr>
        <p:spPr>
          <a:xfrm>
            <a:off x="5285575" y="4085089"/>
            <a:ext cx="25260" cy="23894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12" name="Shape 810"/>
          <p:cNvSpPr/>
          <p:nvPr/>
        </p:nvSpPr>
        <p:spPr>
          <a:xfrm>
            <a:off x="5310835" y="4108983"/>
            <a:ext cx="25260" cy="15471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13" name="Shape 811"/>
          <p:cNvSpPr/>
          <p:nvPr/>
        </p:nvSpPr>
        <p:spPr>
          <a:xfrm>
            <a:off x="5336096" y="4124454"/>
            <a:ext cx="25260" cy="8448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14" name="Shape 812"/>
          <p:cNvSpPr/>
          <p:nvPr/>
        </p:nvSpPr>
        <p:spPr>
          <a:xfrm>
            <a:off x="5361356" y="4132903"/>
            <a:ext cx="25260" cy="3932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15" name="Shape 813"/>
          <p:cNvSpPr/>
          <p:nvPr/>
        </p:nvSpPr>
        <p:spPr>
          <a:xfrm>
            <a:off x="5386616" y="4136835"/>
            <a:ext cx="25260" cy="1571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16" name="Shape 814"/>
          <p:cNvSpPr/>
          <p:nvPr/>
        </p:nvSpPr>
        <p:spPr>
          <a:xfrm>
            <a:off x="5411876" y="4138405"/>
            <a:ext cx="25260" cy="541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17" name="Shape 815"/>
          <p:cNvSpPr/>
          <p:nvPr/>
        </p:nvSpPr>
        <p:spPr>
          <a:xfrm>
            <a:off x="5437137" y="4138946"/>
            <a:ext cx="25260" cy="161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18" name="Shape 816"/>
          <p:cNvSpPr/>
          <p:nvPr/>
        </p:nvSpPr>
        <p:spPr>
          <a:xfrm>
            <a:off x="5462397" y="4139107"/>
            <a:ext cx="25260" cy="41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19" name="Shape 817"/>
          <p:cNvSpPr/>
          <p:nvPr/>
        </p:nvSpPr>
        <p:spPr>
          <a:xfrm>
            <a:off x="5487657" y="4139148"/>
            <a:ext cx="25260" cy="9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20" name="Shape 818"/>
          <p:cNvSpPr/>
          <p:nvPr/>
        </p:nvSpPr>
        <p:spPr>
          <a:xfrm>
            <a:off x="5512918" y="4139157"/>
            <a:ext cx="25260" cy="2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21" name="Shape 819"/>
          <p:cNvSpPr/>
          <p:nvPr/>
        </p:nvSpPr>
        <p:spPr>
          <a:xfrm>
            <a:off x="5538178" y="4139159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22" name="Shape 820"/>
          <p:cNvSpPr/>
          <p:nvPr/>
        </p:nvSpPr>
        <p:spPr>
          <a:xfrm>
            <a:off x="5563438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23" name="Shape 821"/>
          <p:cNvSpPr/>
          <p:nvPr/>
        </p:nvSpPr>
        <p:spPr>
          <a:xfrm>
            <a:off x="5588699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24" name="Shape 822"/>
          <p:cNvSpPr/>
          <p:nvPr/>
        </p:nvSpPr>
        <p:spPr>
          <a:xfrm>
            <a:off x="5613959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25" name="Shape 823"/>
          <p:cNvSpPr/>
          <p:nvPr/>
        </p:nvSpPr>
        <p:spPr>
          <a:xfrm>
            <a:off x="5639219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26" name="Shape 824"/>
          <p:cNvSpPr/>
          <p:nvPr/>
        </p:nvSpPr>
        <p:spPr>
          <a:xfrm>
            <a:off x="5664479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27" name="Shape 825"/>
          <p:cNvSpPr/>
          <p:nvPr/>
        </p:nvSpPr>
        <p:spPr>
          <a:xfrm>
            <a:off x="5689740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828" name="Text 826"/>
          <p:cNvSpPr/>
          <p:nvPr/>
        </p:nvSpPr>
        <p:spPr>
          <a:xfrm>
            <a:off x="3438144" y="3977640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4D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g3</a:t>
            </a:r>
            <a:endParaRPr lang="en-US" sz="1100" dirty="0"/>
          </a:p>
        </p:txBody>
      </p:sp>
      <p:sp>
        <p:nvSpPr>
          <p:cNvPr id="829" name="Shape 827"/>
          <p:cNvSpPr/>
          <p:nvPr/>
        </p:nvSpPr>
        <p:spPr>
          <a:xfrm>
            <a:off x="3712464" y="4297680"/>
            <a:ext cx="118872" cy="0"/>
          </a:xfrm>
          <a:prstGeom prst="line">
            <a:avLst/>
          </a:prstGeom>
          <a:noFill/>
          <a:ln w="19050">
            <a:solidFill>
              <a:srgbClr val="0F4D92"/>
            </a:solidFill>
            <a:prstDash val="solid"/>
          </a:ln>
        </p:spPr>
      </p:sp>
      <p:sp>
        <p:nvSpPr>
          <p:cNvPr id="830" name="Text 828"/>
          <p:cNvSpPr/>
          <p:nvPr/>
        </p:nvSpPr>
        <p:spPr>
          <a:xfrm>
            <a:off x="3867912" y="4215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4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g1</a:t>
            </a:r>
            <a:endParaRPr lang="en-US" sz="1050" dirty="0"/>
          </a:p>
        </p:txBody>
      </p:sp>
      <p:sp>
        <p:nvSpPr>
          <p:cNvPr id="831" name="Shape 829"/>
          <p:cNvSpPr/>
          <p:nvPr/>
        </p:nvSpPr>
        <p:spPr>
          <a:xfrm>
            <a:off x="4163568" y="4297680"/>
            <a:ext cx="118872" cy="0"/>
          </a:xfrm>
          <a:prstGeom prst="line">
            <a:avLst/>
          </a:prstGeom>
          <a:noFill/>
          <a:ln w="19050">
            <a:solidFill>
              <a:srgbClr val="42949E"/>
            </a:solidFill>
            <a:prstDash val="solid"/>
          </a:ln>
        </p:spPr>
      </p:sp>
      <p:sp>
        <p:nvSpPr>
          <p:cNvPr id="832" name="Text 830"/>
          <p:cNvSpPr/>
          <p:nvPr/>
        </p:nvSpPr>
        <p:spPr>
          <a:xfrm>
            <a:off x="4319016" y="4215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94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g2</a:t>
            </a:r>
            <a:endParaRPr lang="en-US" sz="1050" dirty="0"/>
          </a:p>
        </p:txBody>
      </p:sp>
      <p:sp>
        <p:nvSpPr>
          <p:cNvPr id="833" name="Shape 831"/>
          <p:cNvSpPr/>
          <p:nvPr/>
        </p:nvSpPr>
        <p:spPr>
          <a:xfrm>
            <a:off x="4614672" y="4297680"/>
            <a:ext cx="118872" cy="0"/>
          </a:xfrm>
          <a:prstGeom prst="line">
            <a:avLst/>
          </a:prstGeom>
          <a:noFill/>
          <a:ln w="19050">
            <a:solidFill>
              <a:srgbClr val="9A4D8E"/>
            </a:solidFill>
            <a:prstDash val="solid"/>
          </a:ln>
        </p:spPr>
      </p:sp>
      <p:sp>
        <p:nvSpPr>
          <p:cNvPr id="834" name="Text 832"/>
          <p:cNvSpPr/>
          <p:nvPr/>
        </p:nvSpPr>
        <p:spPr>
          <a:xfrm>
            <a:off x="4770120" y="4215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4D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g3</a:t>
            </a:r>
            <a:endParaRPr lang="en-US" sz="1050" dirty="0"/>
          </a:p>
        </p:txBody>
      </p:sp>
      <p:sp>
        <p:nvSpPr>
          <p:cNvPr id="835" name="Text 833"/>
          <p:cNvSpPr/>
          <p:nvPr/>
        </p:nvSpPr>
        <p:spPr>
          <a:xfrm>
            <a:off x="5020056" y="4224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Frequency →</a:t>
            </a:r>
            <a:endParaRPr lang="en-US" sz="1050" dirty="0"/>
          </a:p>
        </p:txBody>
      </p:sp>
      <p:sp>
        <p:nvSpPr>
          <p:cNvPr id="836" name="Shape 834"/>
          <p:cNvSpPr/>
          <p:nvPr/>
        </p:nvSpPr>
        <p:spPr>
          <a:xfrm>
            <a:off x="3328416" y="4736592"/>
            <a:ext cx="253288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837" name="Shape 835"/>
          <p:cNvSpPr/>
          <p:nvPr/>
        </p:nvSpPr>
        <p:spPr>
          <a:xfrm>
            <a:off x="3328416" y="4736592"/>
            <a:ext cx="2532888" cy="274320"/>
          </a:xfrm>
          <a:prstGeom prst="rect">
            <a:avLst/>
          </a:prstGeom>
          <a:solidFill>
            <a:srgbClr val="F2F8F8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838" name="Text 836"/>
          <p:cNvSpPr/>
          <p:nvPr/>
        </p:nvSpPr>
        <p:spPr>
          <a:xfrm>
            <a:off x="3419856" y="4759452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Aligned mode family</a:t>
            </a:r>
            <a:endParaRPr lang="en-US" sz="1400" dirty="0"/>
          </a:p>
        </p:txBody>
      </p:sp>
      <p:sp>
        <p:nvSpPr>
          <p:cNvPr id="839" name="Shape 837"/>
          <p:cNvSpPr/>
          <p:nvPr/>
        </p:nvSpPr>
        <p:spPr>
          <a:xfrm>
            <a:off x="3648456" y="5221224"/>
            <a:ext cx="2075688" cy="0"/>
          </a:xfrm>
          <a:prstGeom prst="line">
            <a:avLst/>
          </a:prstGeom>
          <a:noFill/>
          <a:ln w="5080">
            <a:solidFill>
              <a:srgbClr val="B7B7B7"/>
            </a:solidFill>
            <a:prstDash val="solid"/>
          </a:ln>
        </p:spPr>
      </p:sp>
      <p:sp>
        <p:nvSpPr>
          <p:cNvPr id="840" name="Shape 838"/>
          <p:cNvSpPr/>
          <p:nvPr/>
        </p:nvSpPr>
        <p:spPr>
          <a:xfrm flipV="1">
            <a:off x="3648456" y="5198657"/>
            <a:ext cx="29653" cy="2256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41" name="Shape 839"/>
          <p:cNvSpPr/>
          <p:nvPr/>
        </p:nvSpPr>
        <p:spPr>
          <a:xfrm flipV="1">
            <a:off x="3678109" y="5188644"/>
            <a:ext cx="29653" cy="100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42" name="Shape 840"/>
          <p:cNvSpPr/>
          <p:nvPr/>
        </p:nvSpPr>
        <p:spPr>
          <a:xfrm>
            <a:off x="3707761" y="5188644"/>
            <a:ext cx="29653" cy="224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43" name="Shape 841"/>
          <p:cNvSpPr/>
          <p:nvPr/>
        </p:nvSpPr>
        <p:spPr>
          <a:xfrm>
            <a:off x="3737414" y="5190888"/>
            <a:ext cx="29653" cy="20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44" name="Shape 842"/>
          <p:cNvSpPr/>
          <p:nvPr/>
        </p:nvSpPr>
        <p:spPr>
          <a:xfrm flipV="1">
            <a:off x="3767067" y="5183477"/>
            <a:ext cx="29653" cy="94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45" name="Shape 843"/>
          <p:cNvSpPr/>
          <p:nvPr/>
        </p:nvSpPr>
        <p:spPr>
          <a:xfrm flipV="1">
            <a:off x="3796719" y="5164762"/>
            <a:ext cx="29653" cy="187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46" name="Shape 844"/>
          <p:cNvSpPr/>
          <p:nvPr/>
        </p:nvSpPr>
        <p:spPr>
          <a:xfrm flipV="1">
            <a:off x="3826372" y="5150261"/>
            <a:ext cx="29653" cy="145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47" name="Shape 845"/>
          <p:cNvSpPr/>
          <p:nvPr/>
        </p:nvSpPr>
        <p:spPr>
          <a:xfrm>
            <a:off x="3856025" y="5150261"/>
            <a:ext cx="29653" cy="55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48" name="Shape 846"/>
          <p:cNvSpPr/>
          <p:nvPr/>
        </p:nvSpPr>
        <p:spPr>
          <a:xfrm>
            <a:off x="3885677" y="5150815"/>
            <a:ext cx="29653" cy="125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49" name="Shape 847"/>
          <p:cNvSpPr/>
          <p:nvPr/>
        </p:nvSpPr>
        <p:spPr>
          <a:xfrm>
            <a:off x="3915330" y="5163341"/>
            <a:ext cx="29653" cy="108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50" name="Shape 848"/>
          <p:cNvSpPr/>
          <p:nvPr/>
        </p:nvSpPr>
        <p:spPr>
          <a:xfrm flipV="1">
            <a:off x="3944983" y="5173384"/>
            <a:ext cx="29653" cy="7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51" name="Shape 849"/>
          <p:cNvSpPr/>
          <p:nvPr/>
        </p:nvSpPr>
        <p:spPr>
          <a:xfrm flipV="1">
            <a:off x="3974636" y="5165315"/>
            <a:ext cx="29653" cy="80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52" name="Shape 850"/>
          <p:cNvSpPr/>
          <p:nvPr/>
        </p:nvSpPr>
        <p:spPr>
          <a:xfrm flipV="1">
            <a:off x="4004288" y="5163762"/>
            <a:ext cx="29653" cy="155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53" name="Shape 851"/>
          <p:cNvSpPr/>
          <p:nvPr/>
        </p:nvSpPr>
        <p:spPr>
          <a:xfrm>
            <a:off x="4033941" y="5163762"/>
            <a:ext cx="29653" cy="1360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54" name="Shape 852"/>
          <p:cNvSpPr/>
          <p:nvPr/>
        </p:nvSpPr>
        <p:spPr>
          <a:xfrm>
            <a:off x="4063594" y="5177366"/>
            <a:ext cx="29653" cy="2291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55" name="Shape 853"/>
          <p:cNvSpPr/>
          <p:nvPr/>
        </p:nvSpPr>
        <p:spPr>
          <a:xfrm>
            <a:off x="4093246" y="5200276"/>
            <a:ext cx="29653" cy="1775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56" name="Shape 854"/>
          <p:cNvSpPr/>
          <p:nvPr/>
        </p:nvSpPr>
        <p:spPr>
          <a:xfrm>
            <a:off x="4122899" y="5218031"/>
            <a:ext cx="29653" cy="443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57" name="Shape 855"/>
          <p:cNvSpPr/>
          <p:nvPr/>
        </p:nvSpPr>
        <p:spPr>
          <a:xfrm flipV="1">
            <a:off x="4152552" y="5219979"/>
            <a:ext cx="29653" cy="249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58" name="Shape 856"/>
          <p:cNvSpPr/>
          <p:nvPr/>
        </p:nvSpPr>
        <p:spPr>
          <a:xfrm>
            <a:off x="4182204" y="5219979"/>
            <a:ext cx="29653" cy="443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59" name="Shape 857"/>
          <p:cNvSpPr/>
          <p:nvPr/>
        </p:nvSpPr>
        <p:spPr>
          <a:xfrm>
            <a:off x="4211857" y="5224417"/>
            <a:ext cx="29653" cy="1775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60" name="Shape 858"/>
          <p:cNvSpPr/>
          <p:nvPr/>
        </p:nvSpPr>
        <p:spPr>
          <a:xfrm>
            <a:off x="4241510" y="5242172"/>
            <a:ext cx="29653" cy="2291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61" name="Shape 859"/>
          <p:cNvSpPr/>
          <p:nvPr/>
        </p:nvSpPr>
        <p:spPr>
          <a:xfrm>
            <a:off x="4271162" y="5265082"/>
            <a:ext cx="29653" cy="1360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62" name="Shape 860"/>
          <p:cNvSpPr/>
          <p:nvPr/>
        </p:nvSpPr>
        <p:spPr>
          <a:xfrm flipV="1">
            <a:off x="4300815" y="5277133"/>
            <a:ext cx="29653" cy="155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63" name="Shape 861"/>
          <p:cNvSpPr/>
          <p:nvPr/>
        </p:nvSpPr>
        <p:spPr>
          <a:xfrm flipV="1">
            <a:off x="4330468" y="5269064"/>
            <a:ext cx="29653" cy="80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64" name="Shape 862"/>
          <p:cNvSpPr/>
          <p:nvPr/>
        </p:nvSpPr>
        <p:spPr>
          <a:xfrm flipV="1">
            <a:off x="4360120" y="5268294"/>
            <a:ext cx="29653" cy="7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65" name="Shape 863"/>
          <p:cNvSpPr/>
          <p:nvPr/>
        </p:nvSpPr>
        <p:spPr>
          <a:xfrm>
            <a:off x="4389773" y="5268294"/>
            <a:ext cx="29653" cy="108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66" name="Shape 864"/>
          <p:cNvSpPr/>
          <p:nvPr/>
        </p:nvSpPr>
        <p:spPr>
          <a:xfrm>
            <a:off x="4419426" y="5279107"/>
            <a:ext cx="29653" cy="125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67" name="Shape 865"/>
          <p:cNvSpPr/>
          <p:nvPr/>
        </p:nvSpPr>
        <p:spPr>
          <a:xfrm>
            <a:off x="4449079" y="5291633"/>
            <a:ext cx="29653" cy="55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68" name="Shape 866"/>
          <p:cNvSpPr/>
          <p:nvPr/>
        </p:nvSpPr>
        <p:spPr>
          <a:xfrm flipV="1">
            <a:off x="4478731" y="5277686"/>
            <a:ext cx="29653" cy="145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69" name="Shape 867"/>
          <p:cNvSpPr/>
          <p:nvPr/>
        </p:nvSpPr>
        <p:spPr>
          <a:xfrm flipV="1">
            <a:off x="4508384" y="5258971"/>
            <a:ext cx="29653" cy="187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70" name="Shape 868"/>
          <p:cNvSpPr/>
          <p:nvPr/>
        </p:nvSpPr>
        <p:spPr>
          <a:xfrm flipV="1">
            <a:off x="4538037" y="5249545"/>
            <a:ext cx="29653" cy="94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71" name="Shape 869"/>
          <p:cNvSpPr/>
          <p:nvPr/>
        </p:nvSpPr>
        <p:spPr>
          <a:xfrm>
            <a:off x="4567689" y="5249545"/>
            <a:ext cx="29653" cy="20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72" name="Shape 870"/>
          <p:cNvSpPr/>
          <p:nvPr/>
        </p:nvSpPr>
        <p:spPr>
          <a:xfrm>
            <a:off x="4597342" y="5251560"/>
            <a:ext cx="29653" cy="224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73" name="Shape 871"/>
          <p:cNvSpPr/>
          <p:nvPr/>
        </p:nvSpPr>
        <p:spPr>
          <a:xfrm flipV="1">
            <a:off x="4626995" y="5243791"/>
            <a:ext cx="29653" cy="100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74" name="Shape 872"/>
          <p:cNvSpPr/>
          <p:nvPr/>
        </p:nvSpPr>
        <p:spPr>
          <a:xfrm flipV="1">
            <a:off x="4656647" y="5221224"/>
            <a:ext cx="29653" cy="2256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75" name="Shape 873"/>
          <p:cNvSpPr/>
          <p:nvPr/>
        </p:nvSpPr>
        <p:spPr>
          <a:xfrm flipV="1">
            <a:off x="4686300" y="5198657"/>
            <a:ext cx="29653" cy="2256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76" name="Shape 874"/>
          <p:cNvSpPr/>
          <p:nvPr/>
        </p:nvSpPr>
        <p:spPr>
          <a:xfrm flipV="1">
            <a:off x="4715953" y="5188644"/>
            <a:ext cx="29653" cy="100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77" name="Shape 875"/>
          <p:cNvSpPr/>
          <p:nvPr/>
        </p:nvSpPr>
        <p:spPr>
          <a:xfrm>
            <a:off x="4745605" y="5188644"/>
            <a:ext cx="29653" cy="224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78" name="Shape 876"/>
          <p:cNvSpPr/>
          <p:nvPr/>
        </p:nvSpPr>
        <p:spPr>
          <a:xfrm>
            <a:off x="4775258" y="5190888"/>
            <a:ext cx="29653" cy="20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79" name="Shape 877"/>
          <p:cNvSpPr/>
          <p:nvPr/>
        </p:nvSpPr>
        <p:spPr>
          <a:xfrm flipV="1">
            <a:off x="4804911" y="5183477"/>
            <a:ext cx="29653" cy="94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80" name="Shape 878"/>
          <p:cNvSpPr/>
          <p:nvPr/>
        </p:nvSpPr>
        <p:spPr>
          <a:xfrm flipV="1">
            <a:off x="4834563" y="5164762"/>
            <a:ext cx="29653" cy="187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81" name="Shape 879"/>
          <p:cNvSpPr/>
          <p:nvPr/>
        </p:nvSpPr>
        <p:spPr>
          <a:xfrm flipV="1">
            <a:off x="4864216" y="5150261"/>
            <a:ext cx="29653" cy="145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82" name="Shape 880"/>
          <p:cNvSpPr/>
          <p:nvPr/>
        </p:nvSpPr>
        <p:spPr>
          <a:xfrm>
            <a:off x="4893869" y="5150261"/>
            <a:ext cx="29653" cy="55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83" name="Shape 881"/>
          <p:cNvSpPr/>
          <p:nvPr/>
        </p:nvSpPr>
        <p:spPr>
          <a:xfrm>
            <a:off x="4923521" y="5150815"/>
            <a:ext cx="29653" cy="125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84" name="Shape 882"/>
          <p:cNvSpPr/>
          <p:nvPr/>
        </p:nvSpPr>
        <p:spPr>
          <a:xfrm>
            <a:off x="4953174" y="5163341"/>
            <a:ext cx="29653" cy="108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85" name="Shape 883"/>
          <p:cNvSpPr/>
          <p:nvPr/>
        </p:nvSpPr>
        <p:spPr>
          <a:xfrm flipV="1">
            <a:off x="4982827" y="5173384"/>
            <a:ext cx="29653" cy="7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86" name="Shape 884"/>
          <p:cNvSpPr/>
          <p:nvPr/>
        </p:nvSpPr>
        <p:spPr>
          <a:xfrm flipV="1">
            <a:off x="5012480" y="5165315"/>
            <a:ext cx="29653" cy="80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87" name="Shape 885"/>
          <p:cNvSpPr/>
          <p:nvPr/>
        </p:nvSpPr>
        <p:spPr>
          <a:xfrm flipV="1">
            <a:off x="5042132" y="5163762"/>
            <a:ext cx="29653" cy="155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88" name="Shape 886"/>
          <p:cNvSpPr/>
          <p:nvPr/>
        </p:nvSpPr>
        <p:spPr>
          <a:xfrm>
            <a:off x="5071785" y="5163762"/>
            <a:ext cx="29653" cy="1360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89" name="Shape 887"/>
          <p:cNvSpPr/>
          <p:nvPr/>
        </p:nvSpPr>
        <p:spPr>
          <a:xfrm>
            <a:off x="5101438" y="5177366"/>
            <a:ext cx="29653" cy="2291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90" name="Shape 888"/>
          <p:cNvSpPr/>
          <p:nvPr/>
        </p:nvSpPr>
        <p:spPr>
          <a:xfrm>
            <a:off x="5131090" y="5200276"/>
            <a:ext cx="29653" cy="1775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91" name="Shape 889"/>
          <p:cNvSpPr/>
          <p:nvPr/>
        </p:nvSpPr>
        <p:spPr>
          <a:xfrm>
            <a:off x="5160743" y="5218031"/>
            <a:ext cx="29653" cy="443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92" name="Shape 890"/>
          <p:cNvSpPr/>
          <p:nvPr/>
        </p:nvSpPr>
        <p:spPr>
          <a:xfrm flipV="1">
            <a:off x="5190396" y="5219979"/>
            <a:ext cx="29653" cy="249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93" name="Shape 891"/>
          <p:cNvSpPr/>
          <p:nvPr/>
        </p:nvSpPr>
        <p:spPr>
          <a:xfrm>
            <a:off x="5220048" y="5219979"/>
            <a:ext cx="29653" cy="443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94" name="Shape 892"/>
          <p:cNvSpPr/>
          <p:nvPr/>
        </p:nvSpPr>
        <p:spPr>
          <a:xfrm>
            <a:off x="5249701" y="5224417"/>
            <a:ext cx="29653" cy="1775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95" name="Shape 893"/>
          <p:cNvSpPr/>
          <p:nvPr/>
        </p:nvSpPr>
        <p:spPr>
          <a:xfrm>
            <a:off x="5279354" y="5242172"/>
            <a:ext cx="29653" cy="2291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96" name="Shape 894"/>
          <p:cNvSpPr/>
          <p:nvPr/>
        </p:nvSpPr>
        <p:spPr>
          <a:xfrm>
            <a:off x="5309006" y="5265082"/>
            <a:ext cx="29653" cy="1360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97" name="Shape 895"/>
          <p:cNvSpPr/>
          <p:nvPr/>
        </p:nvSpPr>
        <p:spPr>
          <a:xfrm flipV="1">
            <a:off x="5338659" y="5277133"/>
            <a:ext cx="29653" cy="155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98" name="Shape 896"/>
          <p:cNvSpPr/>
          <p:nvPr/>
        </p:nvSpPr>
        <p:spPr>
          <a:xfrm flipV="1">
            <a:off x="5368312" y="5269064"/>
            <a:ext cx="29653" cy="80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899" name="Shape 897"/>
          <p:cNvSpPr/>
          <p:nvPr/>
        </p:nvSpPr>
        <p:spPr>
          <a:xfrm flipV="1">
            <a:off x="5397964" y="5268294"/>
            <a:ext cx="29653" cy="7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00" name="Shape 898"/>
          <p:cNvSpPr/>
          <p:nvPr/>
        </p:nvSpPr>
        <p:spPr>
          <a:xfrm>
            <a:off x="5427617" y="5268294"/>
            <a:ext cx="29653" cy="108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01" name="Shape 899"/>
          <p:cNvSpPr/>
          <p:nvPr/>
        </p:nvSpPr>
        <p:spPr>
          <a:xfrm>
            <a:off x="5457270" y="5279107"/>
            <a:ext cx="29653" cy="125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02" name="Shape 900"/>
          <p:cNvSpPr/>
          <p:nvPr/>
        </p:nvSpPr>
        <p:spPr>
          <a:xfrm>
            <a:off x="5486923" y="5291633"/>
            <a:ext cx="29653" cy="55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03" name="Shape 901"/>
          <p:cNvSpPr/>
          <p:nvPr/>
        </p:nvSpPr>
        <p:spPr>
          <a:xfrm flipV="1">
            <a:off x="5516575" y="5277686"/>
            <a:ext cx="29653" cy="145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04" name="Shape 902"/>
          <p:cNvSpPr/>
          <p:nvPr/>
        </p:nvSpPr>
        <p:spPr>
          <a:xfrm flipV="1">
            <a:off x="5546228" y="5258971"/>
            <a:ext cx="29653" cy="187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05" name="Shape 903"/>
          <p:cNvSpPr/>
          <p:nvPr/>
        </p:nvSpPr>
        <p:spPr>
          <a:xfrm flipV="1">
            <a:off x="5575881" y="5249545"/>
            <a:ext cx="29653" cy="94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06" name="Shape 904"/>
          <p:cNvSpPr/>
          <p:nvPr/>
        </p:nvSpPr>
        <p:spPr>
          <a:xfrm>
            <a:off x="5605533" y="5249545"/>
            <a:ext cx="29653" cy="20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07" name="Shape 905"/>
          <p:cNvSpPr/>
          <p:nvPr/>
        </p:nvSpPr>
        <p:spPr>
          <a:xfrm>
            <a:off x="5635186" y="5251560"/>
            <a:ext cx="29653" cy="224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08" name="Shape 906"/>
          <p:cNvSpPr/>
          <p:nvPr/>
        </p:nvSpPr>
        <p:spPr>
          <a:xfrm flipV="1">
            <a:off x="5664839" y="5243791"/>
            <a:ext cx="29653" cy="100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09" name="Shape 907"/>
          <p:cNvSpPr/>
          <p:nvPr/>
        </p:nvSpPr>
        <p:spPr>
          <a:xfrm flipV="1">
            <a:off x="5694491" y="5221224"/>
            <a:ext cx="29653" cy="2256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910" name="Text 908"/>
          <p:cNvSpPr/>
          <p:nvPr/>
        </p:nvSpPr>
        <p:spPr>
          <a:xfrm>
            <a:off x="3438144" y="511149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4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911" name="Shape 909"/>
          <p:cNvSpPr/>
          <p:nvPr/>
        </p:nvSpPr>
        <p:spPr>
          <a:xfrm>
            <a:off x="3648456" y="5495544"/>
            <a:ext cx="2075688" cy="0"/>
          </a:xfrm>
          <a:prstGeom prst="line">
            <a:avLst/>
          </a:prstGeom>
          <a:noFill/>
          <a:ln w="5080">
            <a:solidFill>
              <a:srgbClr val="B7B7B7"/>
            </a:solidFill>
            <a:prstDash val="solid"/>
          </a:ln>
        </p:spPr>
      </p:sp>
      <p:sp>
        <p:nvSpPr>
          <p:cNvPr id="912" name="Shape 910"/>
          <p:cNvSpPr/>
          <p:nvPr/>
        </p:nvSpPr>
        <p:spPr>
          <a:xfrm flipV="1">
            <a:off x="3648456" y="5467602"/>
            <a:ext cx="29653" cy="2794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13" name="Shape 911"/>
          <p:cNvSpPr/>
          <p:nvPr/>
        </p:nvSpPr>
        <p:spPr>
          <a:xfrm flipV="1">
            <a:off x="3678109" y="5453038"/>
            <a:ext cx="29653" cy="1456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14" name="Shape 912"/>
          <p:cNvSpPr/>
          <p:nvPr/>
        </p:nvSpPr>
        <p:spPr>
          <a:xfrm flipV="1">
            <a:off x="3707761" y="5452310"/>
            <a:ext cx="29653" cy="728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15" name="Shape 913"/>
          <p:cNvSpPr/>
          <p:nvPr/>
        </p:nvSpPr>
        <p:spPr>
          <a:xfrm>
            <a:off x="3737414" y="5452310"/>
            <a:ext cx="29653" cy="123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16" name="Shape 914"/>
          <p:cNvSpPr/>
          <p:nvPr/>
        </p:nvSpPr>
        <p:spPr>
          <a:xfrm flipV="1">
            <a:off x="3767067" y="5445932"/>
            <a:ext cx="29653" cy="761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17" name="Shape 915"/>
          <p:cNvSpPr/>
          <p:nvPr/>
        </p:nvSpPr>
        <p:spPr>
          <a:xfrm flipV="1">
            <a:off x="3796719" y="5431807"/>
            <a:ext cx="29653" cy="1412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18" name="Shape 916"/>
          <p:cNvSpPr/>
          <p:nvPr/>
        </p:nvSpPr>
        <p:spPr>
          <a:xfrm flipV="1">
            <a:off x="3826372" y="5424581"/>
            <a:ext cx="29653" cy="722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19" name="Shape 917"/>
          <p:cNvSpPr/>
          <p:nvPr/>
        </p:nvSpPr>
        <p:spPr>
          <a:xfrm>
            <a:off x="3856025" y="5424581"/>
            <a:ext cx="29653" cy="1016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20" name="Shape 918"/>
          <p:cNvSpPr/>
          <p:nvPr/>
        </p:nvSpPr>
        <p:spPr>
          <a:xfrm>
            <a:off x="3885677" y="5434744"/>
            <a:ext cx="29653" cy="2387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21" name="Shape 919"/>
          <p:cNvSpPr/>
          <p:nvPr/>
        </p:nvSpPr>
        <p:spPr>
          <a:xfrm>
            <a:off x="3915330" y="5458618"/>
            <a:ext cx="29653" cy="2310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22" name="Shape 920"/>
          <p:cNvSpPr/>
          <p:nvPr/>
        </p:nvSpPr>
        <p:spPr>
          <a:xfrm>
            <a:off x="3944983" y="5481720"/>
            <a:ext cx="29653" cy="1151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23" name="Shape 921"/>
          <p:cNvSpPr/>
          <p:nvPr/>
        </p:nvSpPr>
        <p:spPr>
          <a:xfrm>
            <a:off x="3974636" y="5493235"/>
            <a:ext cx="29653" cy="319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24" name="Shape 922"/>
          <p:cNvSpPr/>
          <p:nvPr/>
        </p:nvSpPr>
        <p:spPr>
          <a:xfrm>
            <a:off x="4004288" y="5496425"/>
            <a:ext cx="29653" cy="766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25" name="Shape 923"/>
          <p:cNvSpPr/>
          <p:nvPr/>
        </p:nvSpPr>
        <p:spPr>
          <a:xfrm>
            <a:off x="4033941" y="5504087"/>
            <a:ext cx="29653" cy="1983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26" name="Shape 924"/>
          <p:cNvSpPr/>
          <p:nvPr/>
        </p:nvSpPr>
        <p:spPr>
          <a:xfrm>
            <a:off x="4063594" y="5523922"/>
            <a:ext cx="29653" cy="2537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27" name="Shape 925"/>
          <p:cNvSpPr/>
          <p:nvPr/>
        </p:nvSpPr>
        <p:spPr>
          <a:xfrm>
            <a:off x="4093246" y="5549299"/>
            <a:ext cx="29653" cy="1590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28" name="Shape 926"/>
          <p:cNvSpPr/>
          <p:nvPr/>
        </p:nvSpPr>
        <p:spPr>
          <a:xfrm flipV="1">
            <a:off x="4122899" y="5563189"/>
            <a:ext cx="29653" cy="201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29" name="Shape 927"/>
          <p:cNvSpPr/>
          <p:nvPr/>
        </p:nvSpPr>
        <p:spPr>
          <a:xfrm flipV="1">
            <a:off x="4152552" y="5549682"/>
            <a:ext cx="29653" cy="1350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30" name="Shape 928"/>
          <p:cNvSpPr/>
          <p:nvPr/>
        </p:nvSpPr>
        <p:spPr>
          <a:xfrm flipV="1">
            <a:off x="4182204" y="5538893"/>
            <a:ext cx="29653" cy="1078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31" name="Shape 929"/>
          <p:cNvSpPr/>
          <p:nvPr/>
        </p:nvSpPr>
        <p:spPr>
          <a:xfrm flipV="1">
            <a:off x="4211857" y="5537873"/>
            <a:ext cx="29653" cy="102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32" name="Shape 930"/>
          <p:cNvSpPr/>
          <p:nvPr/>
        </p:nvSpPr>
        <p:spPr>
          <a:xfrm>
            <a:off x="4241510" y="5537873"/>
            <a:ext cx="29653" cy="152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33" name="Shape 931"/>
          <p:cNvSpPr/>
          <p:nvPr/>
        </p:nvSpPr>
        <p:spPr>
          <a:xfrm flipV="1">
            <a:off x="4271162" y="5530183"/>
            <a:ext cx="29653" cy="9218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34" name="Shape 932"/>
          <p:cNvSpPr/>
          <p:nvPr/>
        </p:nvSpPr>
        <p:spPr>
          <a:xfrm flipV="1">
            <a:off x="4300815" y="5505679"/>
            <a:ext cx="29653" cy="2450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35" name="Shape 933"/>
          <p:cNvSpPr/>
          <p:nvPr/>
        </p:nvSpPr>
        <p:spPr>
          <a:xfrm flipV="1">
            <a:off x="4330468" y="5475909"/>
            <a:ext cx="29653" cy="2977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36" name="Shape 934"/>
          <p:cNvSpPr/>
          <p:nvPr/>
        </p:nvSpPr>
        <p:spPr>
          <a:xfrm flipV="1">
            <a:off x="4360120" y="5456046"/>
            <a:ext cx="29653" cy="1986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37" name="Shape 935"/>
          <p:cNvSpPr/>
          <p:nvPr/>
        </p:nvSpPr>
        <p:spPr>
          <a:xfrm flipV="1">
            <a:off x="4389773" y="5451612"/>
            <a:ext cx="29653" cy="443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38" name="Shape 936"/>
          <p:cNvSpPr/>
          <p:nvPr/>
        </p:nvSpPr>
        <p:spPr>
          <a:xfrm>
            <a:off x="4419426" y="5451612"/>
            <a:ext cx="29653" cy="216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39" name="Shape 937"/>
          <p:cNvSpPr/>
          <p:nvPr/>
        </p:nvSpPr>
        <p:spPr>
          <a:xfrm flipV="1">
            <a:off x="4449079" y="5449627"/>
            <a:ext cx="29653" cy="415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40" name="Shape 938"/>
          <p:cNvSpPr/>
          <p:nvPr/>
        </p:nvSpPr>
        <p:spPr>
          <a:xfrm flipV="1">
            <a:off x="4478731" y="5436509"/>
            <a:ext cx="29653" cy="1311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41" name="Shape 939"/>
          <p:cNvSpPr/>
          <p:nvPr/>
        </p:nvSpPr>
        <p:spPr>
          <a:xfrm flipV="1">
            <a:off x="4508384" y="5425342"/>
            <a:ext cx="29653" cy="1116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42" name="Shape 940"/>
          <p:cNvSpPr/>
          <p:nvPr/>
        </p:nvSpPr>
        <p:spPr>
          <a:xfrm>
            <a:off x="4538037" y="5425342"/>
            <a:ext cx="29653" cy="398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43" name="Shape 941"/>
          <p:cNvSpPr/>
          <p:nvPr/>
        </p:nvSpPr>
        <p:spPr>
          <a:xfrm>
            <a:off x="4567689" y="5429326"/>
            <a:ext cx="29653" cy="2062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44" name="Shape 942"/>
          <p:cNvSpPr/>
          <p:nvPr/>
        </p:nvSpPr>
        <p:spPr>
          <a:xfrm>
            <a:off x="4597342" y="5449950"/>
            <a:ext cx="29653" cy="2506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45" name="Shape 943"/>
          <p:cNvSpPr/>
          <p:nvPr/>
        </p:nvSpPr>
        <p:spPr>
          <a:xfrm>
            <a:off x="4626995" y="5475017"/>
            <a:ext cx="29653" cy="1577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46" name="Shape 944"/>
          <p:cNvSpPr/>
          <p:nvPr/>
        </p:nvSpPr>
        <p:spPr>
          <a:xfrm>
            <a:off x="4656647" y="5490792"/>
            <a:ext cx="29653" cy="475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47" name="Shape 945"/>
          <p:cNvSpPr/>
          <p:nvPr/>
        </p:nvSpPr>
        <p:spPr>
          <a:xfrm>
            <a:off x="4686300" y="5495544"/>
            <a:ext cx="29653" cy="475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48" name="Shape 946"/>
          <p:cNvSpPr/>
          <p:nvPr/>
        </p:nvSpPr>
        <p:spPr>
          <a:xfrm>
            <a:off x="4715953" y="5500296"/>
            <a:ext cx="29653" cy="1577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49" name="Shape 947"/>
          <p:cNvSpPr/>
          <p:nvPr/>
        </p:nvSpPr>
        <p:spPr>
          <a:xfrm>
            <a:off x="4745605" y="5516071"/>
            <a:ext cx="29653" cy="2506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50" name="Shape 948"/>
          <p:cNvSpPr/>
          <p:nvPr/>
        </p:nvSpPr>
        <p:spPr>
          <a:xfrm>
            <a:off x="4775258" y="5541138"/>
            <a:ext cx="29653" cy="2062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51" name="Shape 949"/>
          <p:cNvSpPr/>
          <p:nvPr/>
        </p:nvSpPr>
        <p:spPr>
          <a:xfrm>
            <a:off x="4804911" y="5561762"/>
            <a:ext cx="29653" cy="398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52" name="Shape 950"/>
          <p:cNvSpPr/>
          <p:nvPr/>
        </p:nvSpPr>
        <p:spPr>
          <a:xfrm flipV="1">
            <a:off x="4834563" y="5554579"/>
            <a:ext cx="29653" cy="1116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53" name="Shape 951"/>
          <p:cNvSpPr/>
          <p:nvPr/>
        </p:nvSpPr>
        <p:spPr>
          <a:xfrm flipV="1">
            <a:off x="4864216" y="5541461"/>
            <a:ext cx="29653" cy="1311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54" name="Shape 952"/>
          <p:cNvSpPr/>
          <p:nvPr/>
        </p:nvSpPr>
        <p:spPr>
          <a:xfrm flipV="1">
            <a:off x="4893869" y="5537309"/>
            <a:ext cx="29653" cy="415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55" name="Shape 953"/>
          <p:cNvSpPr/>
          <p:nvPr/>
        </p:nvSpPr>
        <p:spPr>
          <a:xfrm>
            <a:off x="4923521" y="5537309"/>
            <a:ext cx="29653" cy="216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56" name="Shape 954"/>
          <p:cNvSpPr/>
          <p:nvPr/>
        </p:nvSpPr>
        <p:spPr>
          <a:xfrm flipV="1">
            <a:off x="4953174" y="5535042"/>
            <a:ext cx="29653" cy="443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57" name="Shape 955"/>
          <p:cNvSpPr/>
          <p:nvPr/>
        </p:nvSpPr>
        <p:spPr>
          <a:xfrm flipV="1">
            <a:off x="4982827" y="5515179"/>
            <a:ext cx="29653" cy="1986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58" name="Shape 956"/>
          <p:cNvSpPr/>
          <p:nvPr/>
        </p:nvSpPr>
        <p:spPr>
          <a:xfrm flipV="1">
            <a:off x="5012480" y="5485409"/>
            <a:ext cx="29653" cy="2977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59" name="Shape 957"/>
          <p:cNvSpPr/>
          <p:nvPr/>
        </p:nvSpPr>
        <p:spPr>
          <a:xfrm flipV="1">
            <a:off x="5042132" y="5460905"/>
            <a:ext cx="29653" cy="2450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60" name="Shape 958"/>
          <p:cNvSpPr/>
          <p:nvPr/>
        </p:nvSpPr>
        <p:spPr>
          <a:xfrm flipV="1">
            <a:off x="5071785" y="5451686"/>
            <a:ext cx="29653" cy="9218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61" name="Shape 959"/>
          <p:cNvSpPr/>
          <p:nvPr/>
        </p:nvSpPr>
        <p:spPr>
          <a:xfrm>
            <a:off x="5101438" y="5451686"/>
            <a:ext cx="29653" cy="152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62" name="Shape 960"/>
          <p:cNvSpPr/>
          <p:nvPr/>
        </p:nvSpPr>
        <p:spPr>
          <a:xfrm flipV="1">
            <a:off x="5131090" y="5452195"/>
            <a:ext cx="29653" cy="102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63" name="Shape 961"/>
          <p:cNvSpPr/>
          <p:nvPr/>
        </p:nvSpPr>
        <p:spPr>
          <a:xfrm flipV="1">
            <a:off x="5160743" y="5441406"/>
            <a:ext cx="29653" cy="1078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64" name="Shape 962"/>
          <p:cNvSpPr/>
          <p:nvPr/>
        </p:nvSpPr>
        <p:spPr>
          <a:xfrm flipV="1">
            <a:off x="5190396" y="5427899"/>
            <a:ext cx="29653" cy="1350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65" name="Shape 963"/>
          <p:cNvSpPr/>
          <p:nvPr/>
        </p:nvSpPr>
        <p:spPr>
          <a:xfrm flipV="1">
            <a:off x="5220048" y="5425887"/>
            <a:ext cx="29653" cy="201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66" name="Shape 964"/>
          <p:cNvSpPr/>
          <p:nvPr/>
        </p:nvSpPr>
        <p:spPr>
          <a:xfrm>
            <a:off x="5249701" y="5425887"/>
            <a:ext cx="29653" cy="1590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67" name="Shape 965"/>
          <p:cNvSpPr/>
          <p:nvPr/>
        </p:nvSpPr>
        <p:spPr>
          <a:xfrm>
            <a:off x="5279354" y="5441789"/>
            <a:ext cx="29653" cy="2537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68" name="Shape 966"/>
          <p:cNvSpPr/>
          <p:nvPr/>
        </p:nvSpPr>
        <p:spPr>
          <a:xfrm>
            <a:off x="5309006" y="5467166"/>
            <a:ext cx="29653" cy="1983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69" name="Shape 967"/>
          <p:cNvSpPr/>
          <p:nvPr/>
        </p:nvSpPr>
        <p:spPr>
          <a:xfrm>
            <a:off x="5338659" y="5487001"/>
            <a:ext cx="29653" cy="766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70" name="Shape 968"/>
          <p:cNvSpPr/>
          <p:nvPr/>
        </p:nvSpPr>
        <p:spPr>
          <a:xfrm>
            <a:off x="5368312" y="5494663"/>
            <a:ext cx="29653" cy="319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71" name="Shape 969"/>
          <p:cNvSpPr/>
          <p:nvPr/>
        </p:nvSpPr>
        <p:spPr>
          <a:xfrm>
            <a:off x="5397964" y="5497853"/>
            <a:ext cx="29653" cy="1151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72" name="Shape 970"/>
          <p:cNvSpPr/>
          <p:nvPr/>
        </p:nvSpPr>
        <p:spPr>
          <a:xfrm>
            <a:off x="5427617" y="5509368"/>
            <a:ext cx="29653" cy="2310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73" name="Shape 971"/>
          <p:cNvSpPr/>
          <p:nvPr/>
        </p:nvSpPr>
        <p:spPr>
          <a:xfrm>
            <a:off x="5457270" y="5532470"/>
            <a:ext cx="29653" cy="2387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74" name="Shape 972"/>
          <p:cNvSpPr/>
          <p:nvPr/>
        </p:nvSpPr>
        <p:spPr>
          <a:xfrm>
            <a:off x="5486923" y="5556344"/>
            <a:ext cx="29653" cy="1016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75" name="Shape 973"/>
          <p:cNvSpPr/>
          <p:nvPr/>
        </p:nvSpPr>
        <p:spPr>
          <a:xfrm flipV="1">
            <a:off x="5516575" y="5559281"/>
            <a:ext cx="29653" cy="722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76" name="Shape 974"/>
          <p:cNvSpPr/>
          <p:nvPr/>
        </p:nvSpPr>
        <p:spPr>
          <a:xfrm flipV="1">
            <a:off x="5546228" y="5545156"/>
            <a:ext cx="29653" cy="1412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77" name="Shape 975"/>
          <p:cNvSpPr/>
          <p:nvPr/>
        </p:nvSpPr>
        <p:spPr>
          <a:xfrm flipV="1">
            <a:off x="5575881" y="5537547"/>
            <a:ext cx="29653" cy="761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78" name="Shape 976"/>
          <p:cNvSpPr/>
          <p:nvPr/>
        </p:nvSpPr>
        <p:spPr>
          <a:xfrm>
            <a:off x="5605533" y="5537547"/>
            <a:ext cx="29653" cy="123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79" name="Shape 977"/>
          <p:cNvSpPr/>
          <p:nvPr/>
        </p:nvSpPr>
        <p:spPr>
          <a:xfrm flipV="1">
            <a:off x="5635186" y="5538050"/>
            <a:ext cx="29653" cy="728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80" name="Shape 978"/>
          <p:cNvSpPr/>
          <p:nvPr/>
        </p:nvSpPr>
        <p:spPr>
          <a:xfrm flipV="1">
            <a:off x="5664839" y="5523486"/>
            <a:ext cx="29653" cy="1456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81" name="Shape 979"/>
          <p:cNvSpPr/>
          <p:nvPr/>
        </p:nvSpPr>
        <p:spPr>
          <a:xfrm flipV="1">
            <a:off x="5694491" y="5495544"/>
            <a:ext cx="29653" cy="2794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982" name="Text 980"/>
          <p:cNvSpPr/>
          <p:nvPr/>
        </p:nvSpPr>
        <p:spPr>
          <a:xfrm>
            <a:off x="3438144" y="538581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94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983" name="Shape 981"/>
          <p:cNvSpPr/>
          <p:nvPr/>
        </p:nvSpPr>
        <p:spPr>
          <a:xfrm>
            <a:off x="3648456" y="5769864"/>
            <a:ext cx="2075688" cy="0"/>
          </a:xfrm>
          <a:prstGeom prst="line">
            <a:avLst/>
          </a:prstGeom>
          <a:noFill/>
          <a:ln w="5080">
            <a:solidFill>
              <a:srgbClr val="B7B7B7"/>
            </a:solidFill>
            <a:prstDash val="solid"/>
          </a:ln>
        </p:spPr>
      </p:sp>
      <p:sp>
        <p:nvSpPr>
          <p:cNvPr id="984" name="Shape 982"/>
          <p:cNvSpPr/>
          <p:nvPr/>
        </p:nvSpPr>
        <p:spPr>
          <a:xfrm flipV="1">
            <a:off x="3648456" y="5736678"/>
            <a:ext cx="29653" cy="3318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985" name="Shape 983"/>
          <p:cNvSpPr/>
          <p:nvPr/>
        </p:nvSpPr>
        <p:spPr>
          <a:xfrm flipV="1">
            <a:off x="3678109" y="5718446"/>
            <a:ext cx="29653" cy="1823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986" name="Shape 984"/>
          <p:cNvSpPr/>
          <p:nvPr/>
        </p:nvSpPr>
        <p:spPr>
          <a:xfrm flipV="1">
            <a:off x="3707761" y="5716934"/>
            <a:ext cx="29653" cy="151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987" name="Shape 985"/>
          <p:cNvSpPr/>
          <p:nvPr/>
        </p:nvSpPr>
        <p:spPr>
          <a:xfrm>
            <a:off x="3737414" y="5716934"/>
            <a:ext cx="29653" cy="414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988" name="Shape 986"/>
          <p:cNvSpPr/>
          <p:nvPr/>
        </p:nvSpPr>
        <p:spPr>
          <a:xfrm flipV="1">
            <a:off x="3767067" y="5720252"/>
            <a:ext cx="29653" cy="82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989" name="Shape 987"/>
          <p:cNvSpPr/>
          <p:nvPr/>
        </p:nvSpPr>
        <p:spPr>
          <a:xfrm flipV="1">
            <a:off x="3796719" y="5716230"/>
            <a:ext cx="29653" cy="402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990" name="Shape 988"/>
          <p:cNvSpPr/>
          <p:nvPr/>
        </p:nvSpPr>
        <p:spPr>
          <a:xfrm>
            <a:off x="3826372" y="5716230"/>
            <a:ext cx="29653" cy="499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991" name="Shape 989"/>
          <p:cNvSpPr/>
          <p:nvPr/>
        </p:nvSpPr>
        <p:spPr>
          <a:xfrm>
            <a:off x="3856025" y="5721223"/>
            <a:ext cx="29653" cy="2277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992" name="Shape 990"/>
          <p:cNvSpPr/>
          <p:nvPr/>
        </p:nvSpPr>
        <p:spPr>
          <a:xfrm>
            <a:off x="3885677" y="5743999"/>
            <a:ext cx="29653" cy="3487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993" name="Shape 991"/>
          <p:cNvSpPr/>
          <p:nvPr/>
        </p:nvSpPr>
        <p:spPr>
          <a:xfrm>
            <a:off x="3915330" y="5778875"/>
            <a:ext cx="29653" cy="3048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994" name="Shape 992"/>
          <p:cNvSpPr/>
          <p:nvPr/>
        </p:nvSpPr>
        <p:spPr>
          <a:xfrm>
            <a:off x="3944983" y="5809362"/>
            <a:ext cx="29653" cy="1357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995" name="Shape 993"/>
          <p:cNvSpPr/>
          <p:nvPr/>
        </p:nvSpPr>
        <p:spPr>
          <a:xfrm flipV="1">
            <a:off x="3974636" y="5821740"/>
            <a:ext cx="29653" cy="120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996" name="Shape 994"/>
          <p:cNvSpPr/>
          <p:nvPr/>
        </p:nvSpPr>
        <p:spPr>
          <a:xfrm flipV="1">
            <a:off x="4004288" y="5818202"/>
            <a:ext cx="29653" cy="353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997" name="Shape 995"/>
          <p:cNvSpPr/>
          <p:nvPr/>
        </p:nvSpPr>
        <p:spPr>
          <a:xfrm>
            <a:off x="4033941" y="5818202"/>
            <a:ext cx="29653" cy="236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998" name="Shape 996"/>
          <p:cNvSpPr/>
          <p:nvPr/>
        </p:nvSpPr>
        <p:spPr>
          <a:xfrm>
            <a:off x="4063594" y="5820565"/>
            <a:ext cx="29653" cy="305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999" name="Shape 997"/>
          <p:cNvSpPr/>
          <p:nvPr/>
        </p:nvSpPr>
        <p:spPr>
          <a:xfrm flipV="1">
            <a:off x="4093246" y="5814535"/>
            <a:ext cx="29653" cy="908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00" name="Shape 998"/>
          <p:cNvSpPr/>
          <p:nvPr/>
        </p:nvSpPr>
        <p:spPr>
          <a:xfrm flipV="1">
            <a:off x="4122899" y="5787589"/>
            <a:ext cx="29653" cy="2694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01" name="Shape 999"/>
          <p:cNvSpPr/>
          <p:nvPr/>
        </p:nvSpPr>
        <p:spPr>
          <a:xfrm flipV="1">
            <a:off x="4152552" y="5752139"/>
            <a:ext cx="29653" cy="3545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02" name="Shape 1000"/>
          <p:cNvSpPr/>
          <p:nvPr/>
        </p:nvSpPr>
        <p:spPr>
          <a:xfrm flipV="1">
            <a:off x="4182204" y="5725193"/>
            <a:ext cx="29653" cy="2694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03" name="Shape 1001"/>
          <p:cNvSpPr/>
          <p:nvPr/>
        </p:nvSpPr>
        <p:spPr>
          <a:xfrm flipV="1">
            <a:off x="4211857" y="5716109"/>
            <a:ext cx="29653" cy="908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04" name="Shape 1002"/>
          <p:cNvSpPr/>
          <p:nvPr/>
        </p:nvSpPr>
        <p:spPr>
          <a:xfrm>
            <a:off x="4241510" y="5716109"/>
            <a:ext cx="29653" cy="305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05" name="Shape 1003"/>
          <p:cNvSpPr/>
          <p:nvPr/>
        </p:nvSpPr>
        <p:spPr>
          <a:xfrm>
            <a:off x="4271162" y="5719163"/>
            <a:ext cx="29653" cy="236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06" name="Shape 1004"/>
          <p:cNvSpPr/>
          <p:nvPr/>
        </p:nvSpPr>
        <p:spPr>
          <a:xfrm flipV="1">
            <a:off x="4300815" y="5717988"/>
            <a:ext cx="29653" cy="353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07" name="Shape 1005"/>
          <p:cNvSpPr/>
          <p:nvPr/>
        </p:nvSpPr>
        <p:spPr>
          <a:xfrm flipV="1">
            <a:off x="4330468" y="5716787"/>
            <a:ext cx="29653" cy="120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08" name="Shape 1006"/>
          <p:cNvSpPr/>
          <p:nvPr/>
        </p:nvSpPr>
        <p:spPr>
          <a:xfrm>
            <a:off x="4360120" y="5716787"/>
            <a:ext cx="29653" cy="1357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09" name="Shape 1007"/>
          <p:cNvSpPr/>
          <p:nvPr/>
        </p:nvSpPr>
        <p:spPr>
          <a:xfrm>
            <a:off x="4389773" y="5730366"/>
            <a:ext cx="29653" cy="3048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10" name="Shape 1008"/>
          <p:cNvSpPr/>
          <p:nvPr/>
        </p:nvSpPr>
        <p:spPr>
          <a:xfrm>
            <a:off x="4419426" y="5760853"/>
            <a:ext cx="29653" cy="3487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11" name="Shape 1009"/>
          <p:cNvSpPr/>
          <p:nvPr/>
        </p:nvSpPr>
        <p:spPr>
          <a:xfrm>
            <a:off x="4449079" y="5795729"/>
            <a:ext cx="29653" cy="2277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12" name="Shape 1010"/>
          <p:cNvSpPr/>
          <p:nvPr/>
        </p:nvSpPr>
        <p:spPr>
          <a:xfrm>
            <a:off x="4478731" y="5818505"/>
            <a:ext cx="29653" cy="499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13" name="Shape 1011"/>
          <p:cNvSpPr/>
          <p:nvPr/>
        </p:nvSpPr>
        <p:spPr>
          <a:xfrm flipV="1">
            <a:off x="4508384" y="5819476"/>
            <a:ext cx="29653" cy="402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14" name="Shape 1012"/>
          <p:cNvSpPr/>
          <p:nvPr/>
        </p:nvSpPr>
        <p:spPr>
          <a:xfrm flipV="1">
            <a:off x="4538037" y="5818648"/>
            <a:ext cx="29653" cy="82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15" name="Shape 1013"/>
          <p:cNvSpPr/>
          <p:nvPr/>
        </p:nvSpPr>
        <p:spPr>
          <a:xfrm>
            <a:off x="4567689" y="5818648"/>
            <a:ext cx="29653" cy="414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16" name="Shape 1014"/>
          <p:cNvSpPr/>
          <p:nvPr/>
        </p:nvSpPr>
        <p:spPr>
          <a:xfrm flipV="1">
            <a:off x="4597342" y="5821282"/>
            <a:ext cx="29653" cy="151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17" name="Shape 1015"/>
          <p:cNvSpPr/>
          <p:nvPr/>
        </p:nvSpPr>
        <p:spPr>
          <a:xfrm flipV="1">
            <a:off x="4626995" y="5803050"/>
            <a:ext cx="29653" cy="1823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18" name="Shape 1016"/>
          <p:cNvSpPr/>
          <p:nvPr/>
        </p:nvSpPr>
        <p:spPr>
          <a:xfrm flipV="1">
            <a:off x="4656647" y="5769864"/>
            <a:ext cx="29653" cy="3318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19" name="Shape 1017"/>
          <p:cNvSpPr/>
          <p:nvPr/>
        </p:nvSpPr>
        <p:spPr>
          <a:xfrm flipV="1">
            <a:off x="4686300" y="5736678"/>
            <a:ext cx="29653" cy="3318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20" name="Shape 1018"/>
          <p:cNvSpPr/>
          <p:nvPr/>
        </p:nvSpPr>
        <p:spPr>
          <a:xfrm flipV="1">
            <a:off x="4715953" y="5718446"/>
            <a:ext cx="29653" cy="1823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21" name="Shape 1019"/>
          <p:cNvSpPr/>
          <p:nvPr/>
        </p:nvSpPr>
        <p:spPr>
          <a:xfrm flipV="1">
            <a:off x="4745605" y="5716934"/>
            <a:ext cx="29653" cy="151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22" name="Shape 1020"/>
          <p:cNvSpPr/>
          <p:nvPr/>
        </p:nvSpPr>
        <p:spPr>
          <a:xfrm>
            <a:off x="4775258" y="5716934"/>
            <a:ext cx="29653" cy="414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23" name="Shape 1021"/>
          <p:cNvSpPr/>
          <p:nvPr/>
        </p:nvSpPr>
        <p:spPr>
          <a:xfrm flipV="1">
            <a:off x="4804911" y="5720252"/>
            <a:ext cx="29653" cy="82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24" name="Shape 1022"/>
          <p:cNvSpPr/>
          <p:nvPr/>
        </p:nvSpPr>
        <p:spPr>
          <a:xfrm flipV="1">
            <a:off x="4834563" y="5716230"/>
            <a:ext cx="29653" cy="402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25" name="Shape 1023"/>
          <p:cNvSpPr/>
          <p:nvPr/>
        </p:nvSpPr>
        <p:spPr>
          <a:xfrm>
            <a:off x="4864216" y="5716230"/>
            <a:ext cx="29653" cy="499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26" name="Shape 1024"/>
          <p:cNvSpPr/>
          <p:nvPr/>
        </p:nvSpPr>
        <p:spPr>
          <a:xfrm>
            <a:off x="4893869" y="5721223"/>
            <a:ext cx="29653" cy="2277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27" name="Shape 1025"/>
          <p:cNvSpPr/>
          <p:nvPr/>
        </p:nvSpPr>
        <p:spPr>
          <a:xfrm>
            <a:off x="4923521" y="5743999"/>
            <a:ext cx="29653" cy="3487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28" name="Shape 1026"/>
          <p:cNvSpPr/>
          <p:nvPr/>
        </p:nvSpPr>
        <p:spPr>
          <a:xfrm>
            <a:off x="4953174" y="5778875"/>
            <a:ext cx="29653" cy="3048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29" name="Shape 1027"/>
          <p:cNvSpPr/>
          <p:nvPr/>
        </p:nvSpPr>
        <p:spPr>
          <a:xfrm>
            <a:off x="4982827" y="5809362"/>
            <a:ext cx="29653" cy="1357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30" name="Shape 1028"/>
          <p:cNvSpPr/>
          <p:nvPr/>
        </p:nvSpPr>
        <p:spPr>
          <a:xfrm flipV="1">
            <a:off x="5012480" y="5821740"/>
            <a:ext cx="29653" cy="120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31" name="Shape 1029"/>
          <p:cNvSpPr/>
          <p:nvPr/>
        </p:nvSpPr>
        <p:spPr>
          <a:xfrm flipV="1">
            <a:off x="5042132" y="5818202"/>
            <a:ext cx="29653" cy="353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32" name="Shape 1030"/>
          <p:cNvSpPr/>
          <p:nvPr/>
        </p:nvSpPr>
        <p:spPr>
          <a:xfrm>
            <a:off x="5071785" y="5818202"/>
            <a:ext cx="29653" cy="236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33" name="Shape 1031"/>
          <p:cNvSpPr/>
          <p:nvPr/>
        </p:nvSpPr>
        <p:spPr>
          <a:xfrm>
            <a:off x="5101438" y="5820565"/>
            <a:ext cx="29653" cy="305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34" name="Shape 1032"/>
          <p:cNvSpPr/>
          <p:nvPr/>
        </p:nvSpPr>
        <p:spPr>
          <a:xfrm flipV="1">
            <a:off x="5131090" y="5814535"/>
            <a:ext cx="29653" cy="908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35" name="Shape 1033"/>
          <p:cNvSpPr/>
          <p:nvPr/>
        </p:nvSpPr>
        <p:spPr>
          <a:xfrm flipV="1">
            <a:off x="5160743" y="5787589"/>
            <a:ext cx="29653" cy="2694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36" name="Shape 1034"/>
          <p:cNvSpPr/>
          <p:nvPr/>
        </p:nvSpPr>
        <p:spPr>
          <a:xfrm flipV="1">
            <a:off x="5190396" y="5752139"/>
            <a:ext cx="29653" cy="3545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37" name="Shape 1035"/>
          <p:cNvSpPr/>
          <p:nvPr/>
        </p:nvSpPr>
        <p:spPr>
          <a:xfrm flipV="1">
            <a:off x="5220048" y="5725193"/>
            <a:ext cx="29653" cy="2694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38" name="Shape 1036"/>
          <p:cNvSpPr/>
          <p:nvPr/>
        </p:nvSpPr>
        <p:spPr>
          <a:xfrm flipV="1">
            <a:off x="5249701" y="5716109"/>
            <a:ext cx="29653" cy="908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39" name="Shape 1037"/>
          <p:cNvSpPr/>
          <p:nvPr/>
        </p:nvSpPr>
        <p:spPr>
          <a:xfrm>
            <a:off x="5279354" y="5716109"/>
            <a:ext cx="29653" cy="305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40" name="Shape 1038"/>
          <p:cNvSpPr/>
          <p:nvPr/>
        </p:nvSpPr>
        <p:spPr>
          <a:xfrm>
            <a:off x="5309006" y="5719163"/>
            <a:ext cx="29653" cy="236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41" name="Shape 1039"/>
          <p:cNvSpPr/>
          <p:nvPr/>
        </p:nvSpPr>
        <p:spPr>
          <a:xfrm flipV="1">
            <a:off x="5338659" y="5717988"/>
            <a:ext cx="29653" cy="353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42" name="Shape 1040"/>
          <p:cNvSpPr/>
          <p:nvPr/>
        </p:nvSpPr>
        <p:spPr>
          <a:xfrm flipV="1">
            <a:off x="5368312" y="5716787"/>
            <a:ext cx="29653" cy="120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43" name="Shape 1041"/>
          <p:cNvSpPr/>
          <p:nvPr/>
        </p:nvSpPr>
        <p:spPr>
          <a:xfrm>
            <a:off x="5397964" y="5716787"/>
            <a:ext cx="29653" cy="1357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44" name="Shape 1042"/>
          <p:cNvSpPr/>
          <p:nvPr/>
        </p:nvSpPr>
        <p:spPr>
          <a:xfrm>
            <a:off x="5427617" y="5730366"/>
            <a:ext cx="29653" cy="3048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45" name="Shape 1043"/>
          <p:cNvSpPr/>
          <p:nvPr/>
        </p:nvSpPr>
        <p:spPr>
          <a:xfrm>
            <a:off x="5457270" y="5760853"/>
            <a:ext cx="29653" cy="3487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46" name="Shape 1044"/>
          <p:cNvSpPr/>
          <p:nvPr/>
        </p:nvSpPr>
        <p:spPr>
          <a:xfrm>
            <a:off x="5486923" y="5795729"/>
            <a:ext cx="29653" cy="2277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47" name="Shape 1045"/>
          <p:cNvSpPr/>
          <p:nvPr/>
        </p:nvSpPr>
        <p:spPr>
          <a:xfrm>
            <a:off x="5516575" y="5818505"/>
            <a:ext cx="29653" cy="499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48" name="Shape 1046"/>
          <p:cNvSpPr/>
          <p:nvPr/>
        </p:nvSpPr>
        <p:spPr>
          <a:xfrm flipV="1">
            <a:off x="5546228" y="5819476"/>
            <a:ext cx="29653" cy="402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49" name="Shape 1047"/>
          <p:cNvSpPr/>
          <p:nvPr/>
        </p:nvSpPr>
        <p:spPr>
          <a:xfrm flipV="1">
            <a:off x="5575881" y="5818648"/>
            <a:ext cx="29653" cy="82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50" name="Shape 1048"/>
          <p:cNvSpPr/>
          <p:nvPr/>
        </p:nvSpPr>
        <p:spPr>
          <a:xfrm>
            <a:off x="5605533" y="5818648"/>
            <a:ext cx="29653" cy="414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51" name="Shape 1049"/>
          <p:cNvSpPr/>
          <p:nvPr/>
        </p:nvSpPr>
        <p:spPr>
          <a:xfrm flipV="1">
            <a:off x="5635186" y="5821282"/>
            <a:ext cx="29653" cy="151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52" name="Shape 1050"/>
          <p:cNvSpPr/>
          <p:nvPr/>
        </p:nvSpPr>
        <p:spPr>
          <a:xfrm flipV="1">
            <a:off x="5664839" y="5803050"/>
            <a:ext cx="29653" cy="1823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53" name="Shape 1051"/>
          <p:cNvSpPr/>
          <p:nvPr/>
        </p:nvSpPr>
        <p:spPr>
          <a:xfrm flipV="1">
            <a:off x="5694491" y="5769864"/>
            <a:ext cx="29653" cy="3318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054" name="Text 1052"/>
          <p:cNvSpPr/>
          <p:nvPr/>
        </p:nvSpPr>
        <p:spPr>
          <a:xfrm>
            <a:off x="3438144" y="566013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4D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1055" name="Shape 1053"/>
          <p:cNvSpPr/>
          <p:nvPr/>
        </p:nvSpPr>
        <p:spPr>
          <a:xfrm>
            <a:off x="6327648" y="1591056"/>
            <a:ext cx="253288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56" name="Shape 1054"/>
          <p:cNvSpPr/>
          <p:nvPr/>
        </p:nvSpPr>
        <p:spPr>
          <a:xfrm>
            <a:off x="6327648" y="1591056"/>
            <a:ext cx="2532888" cy="274320"/>
          </a:xfrm>
          <a:prstGeom prst="rect">
            <a:avLst/>
          </a:prstGeom>
          <a:solidFill>
            <a:srgbClr val="F4F8F4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57" name="Text 1055"/>
          <p:cNvSpPr/>
          <p:nvPr/>
        </p:nvSpPr>
        <p:spPr>
          <a:xfrm>
            <a:off x="6419088" y="1613916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 membership</a:t>
            </a:r>
            <a:endParaRPr lang="en-US" sz="1400" dirty="0"/>
          </a:p>
        </p:txBody>
      </p:sp>
      <p:sp>
        <p:nvSpPr>
          <p:cNvPr id="1058" name="Text 1056"/>
          <p:cNvSpPr/>
          <p:nvPr/>
        </p:nvSpPr>
        <p:spPr>
          <a:xfrm>
            <a:off x="6437376" y="1927555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00" dirty="0"/>
          </a:p>
        </p:txBody>
      </p:sp>
      <p:sp>
        <p:nvSpPr>
          <p:cNvPr id="1059" name="Shape 1057"/>
          <p:cNvSpPr/>
          <p:nvPr/>
        </p:nvSpPr>
        <p:spPr>
          <a:xfrm>
            <a:off x="6693408" y="1965960"/>
            <a:ext cx="484632" cy="69494"/>
          </a:xfrm>
          <a:prstGeom prst="rect">
            <a:avLst/>
          </a:prstGeom>
          <a:solidFill>
            <a:srgbClr val="3468A3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60" name="Shape 1058"/>
          <p:cNvSpPr/>
          <p:nvPr/>
        </p:nvSpPr>
        <p:spPr>
          <a:xfrm>
            <a:off x="7196328" y="1965960"/>
            <a:ext cx="484632" cy="69494"/>
          </a:xfrm>
          <a:prstGeom prst="rect">
            <a:avLst/>
          </a:prstGeom>
          <a:solidFill>
            <a:srgbClr val="F2F5F9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61" name="Shape 1059"/>
          <p:cNvSpPr/>
          <p:nvPr/>
        </p:nvSpPr>
        <p:spPr>
          <a:xfrm>
            <a:off x="7699248" y="1965960"/>
            <a:ext cx="484632" cy="69494"/>
          </a:xfrm>
          <a:prstGeom prst="rect">
            <a:avLst/>
          </a:prstGeom>
          <a:solidFill>
            <a:srgbClr val="FBFCFD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62" name="Shape 1060"/>
          <p:cNvSpPr/>
          <p:nvPr/>
        </p:nvSpPr>
        <p:spPr>
          <a:xfrm>
            <a:off x="6693408" y="2053742"/>
            <a:ext cx="484632" cy="69494"/>
          </a:xfrm>
          <a:prstGeom prst="rect">
            <a:avLst/>
          </a:prstGeom>
          <a:solidFill>
            <a:srgbClr val="E5EBF3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63" name="Shape 1061"/>
          <p:cNvSpPr/>
          <p:nvPr/>
        </p:nvSpPr>
        <p:spPr>
          <a:xfrm>
            <a:off x="7196328" y="2053742"/>
            <a:ext cx="484632" cy="69494"/>
          </a:xfrm>
          <a:prstGeom prst="rect">
            <a:avLst/>
          </a:prstGeom>
          <a:solidFill>
            <a:srgbClr val="4877AC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64" name="Shape 1062"/>
          <p:cNvSpPr/>
          <p:nvPr/>
        </p:nvSpPr>
        <p:spPr>
          <a:xfrm>
            <a:off x="7699248" y="2053742"/>
            <a:ext cx="484632" cy="69494"/>
          </a:xfrm>
          <a:prstGeom prst="rect">
            <a:avLst/>
          </a:prstGeom>
          <a:solidFill>
            <a:srgbClr val="F4F7FA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65" name="Text 1063"/>
          <p:cNvSpPr/>
          <p:nvPr/>
        </p:nvSpPr>
        <p:spPr>
          <a:xfrm>
            <a:off x="6437376" y="2103120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⋮</a:t>
            </a:r>
            <a:endParaRPr lang="en-US" sz="1000" dirty="0"/>
          </a:p>
        </p:txBody>
      </p:sp>
      <p:sp>
        <p:nvSpPr>
          <p:cNvPr id="1066" name="Shape 1064"/>
          <p:cNvSpPr/>
          <p:nvPr/>
        </p:nvSpPr>
        <p:spPr>
          <a:xfrm>
            <a:off x="6693408" y="2141525"/>
            <a:ext cx="484632" cy="69494"/>
          </a:xfrm>
          <a:prstGeom prst="rect">
            <a:avLst/>
          </a:prstGeom>
          <a:solidFill>
            <a:srgbClr val="5984B4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67" name="Shape 1065"/>
          <p:cNvSpPr/>
          <p:nvPr/>
        </p:nvSpPr>
        <p:spPr>
          <a:xfrm>
            <a:off x="7196328" y="2141525"/>
            <a:ext cx="484632" cy="69494"/>
          </a:xfrm>
          <a:prstGeom prst="rect">
            <a:avLst/>
          </a:prstGeom>
          <a:solidFill>
            <a:srgbClr val="D3DEEB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68" name="Shape 1066"/>
          <p:cNvSpPr/>
          <p:nvPr/>
        </p:nvSpPr>
        <p:spPr>
          <a:xfrm>
            <a:off x="7699248" y="2141525"/>
            <a:ext cx="484632" cy="69494"/>
          </a:xfrm>
          <a:prstGeom prst="rect">
            <a:avLst/>
          </a:prstGeom>
          <a:solidFill>
            <a:srgbClr val="F4F7FA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69" name="Shape 1067"/>
          <p:cNvSpPr/>
          <p:nvPr/>
        </p:nvSpPr>
        <p:spPr>
          <a:xfrm>
            <a:off x="6693408" y="2229307"/>
            <a:ext cx="484632" cy="69494"/>
          </a:xfrm>
          <a:prstGeom prst="rect">
            <a:avLst/>
          </a:prstGeom>
          <a:solidFill>
            <a:srgbClr val="F6F8FB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70" name="Shape 1068"/>
          <p:cNvSpPr/>
          <p:nvPr/>
        </p:nvSpPr>
        <p:spPr>
          <a:xfrm>
            <a:off x="7196328" y="2229307"/>
            <a:ext cx="484632" cy="69494"/>
          </a:xfrm>
          <a:prstGeom prst="rect">
            <a:avLst/>
          </a:prstGeom>
          <a:solidFill>
            <a:srgbClr val="E7EDF4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71" name="Shape 1069"/>
          <p:cNvSpPr/>
          <p:nvPr/>
        </p:nvSpPr>
        <p:spPr>
          <a:xfrm>
            <a:off x="7699248" y="2229307"/>
            <a:ext cx="484632" cy="69494"/>
          </a:xfrm>
          <a:prstGeom prst="rect">
            <a:avLst/>
          </a:prstGeom>
          <a:solidFill>
            <a:srgbClr val="4374AA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72" name="Text 1070"/>
          <p:cNvSpPr/>
          <p:nvPr/>
        </p:nvSpPr>
        <p:spPr>
          <a:xfrm>
            <a:off x="6437376" y="2278685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  <p:sp>
        <p:nvSpPr>
          <p:cNvPr id="1073" name="Shape 1071"/>
          <p:cNvSpPr/>
          <p:nvPr/>
        </p:nvSpPr>
        <p:spPr>
          <a:xfrm>
            <a:off x="6693408" y="2317090"/>
            <a:ext cx="484632" cy="69494"/>
          </a:xfrm>
          <a:prstGeom prst="rect">
            <a:avLst/>
          </a:prstGeom>
          <a:solidFill>
            <a:srgbClr val="F0F4F8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74" name="Shape 1072"/>
          <p:cNvSpPr/>
          <p:nvPr/>
        </p:nvSpPr>
        <p:spPr>
          <a:xfrm>
            <a:off x="7196328" y="2317090"/>
            <a:ext cx="484632" cy="69494"/>
          </a:xfrm>
          <a:prstGeom prst="rect">
            <a:avLst/>
          </a:prstGeom>
          <a:solidFill>
            <a:srgbClr val="EBF0F6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75" name="Shape 1073"/>
          <p:cNvSpPr/>
          <p:nvPr/>
        </p:nvSpPr>
        <p:spPr>
          <a:xfrm>
            <a:off x="7699248" y="2317090"/>
            <a:ext cx="484632" cy="69494"/>
          </a:xfrm>
          <a:prstGeom prst="rect">
            <a:avLst/>
          </a:prstGeom>
          <a:solidFill>
            <a:srgbClr val="4675AB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76" name="Text 1074"/>
          <p:cNvSpPr/>
          <p:nvPr/>
        </p:nvSpPr>
        <p:spPr>
          <a:xfrm>
            <a:off x="6693408" y="24048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00" dirty="0"/>
          </a:p>
        </p:txBody>
      </p:sp>
      <p:sp>
        <p:nvSpPr>
          <p:cNvPr id="1077" name="Text 1075"/>
          <p:cNvSpPr/>
          <p:nvPr/>
        </p:nvSpPr>
        <p:spPr>
          <a:xfrm>
            <a:off x="7196328" y="24048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  <p:sp>
        <p:nvSpPr>
          <p:cNvPr id="1078" name="Text 1076"/>
          <p:cNvSpPr/>
          <p:nvPr/>
        </p:nvSpPr>
        <p:spPr>
          <a:xfrm>
            <a:off x="7699248" y="24048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  <p:sp>
        <p:nvSpPr>
          <p:cNvPr id="1079" name="Shape 1077"/>
          <p:cNvSpPr/>
          <p:nvPr/>
        </p:nvSpPr>
        <p:spPr>
          <a:xfrm>
            <a:off x="8366760" y="1965960"/>
            <a:ext cx="137160" cy="83820"/>
          </a:xfrm>
          <a:prstGeom prst="rect">
            <a:avLst/>
          </a:prstGeom>
          <a:solidFill>
            <a:srgbClr val="225B9B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80" name="Shape 1078"/>
          <p:cNvSpPr/>
          <p:nvPr/>
        </p:nvSpPr>
        <p:spPr>
          <a:xfrm>
            <a:off x="8366760" y="2049780"/>
            <a:ext cx="137160" cy="83820"/>
          </a:xfrm>
          <a:prstGeom prst="rect">
            <a:avLst/>
          </a:prstGeom>
          <a:solidFill>
            <a:srgbClr val="4E7CA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81" name="Shape 1079"/>
          <p:cNvSpPr/>
          <p:nvPr/>
        </p:nvSpPr>
        <p:spPr>
          <a:xfrm>
            <a:off x="8366760" y="2133600"/>
            <a:ext cx="137160" cy="83820"/>
          </a:xfrm>
          <a:prstGeom prst="rect">
            <a:avLst/>
          </a:prstGeom>
          <a:solidFill>
            <a:srgbClr val="7B9DC3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82" name="Shape 1080"/>
          <p:cNvSpPr/>
          <p:nvPr/>
        </p:nvSpPr>
        <p:spPr>
          <a:xfrm>
            <a:off x="8366760" y="2217420"/>
            <a:ext cx="137160" cy="83820"/>
          </a:xfrm>
          <a:prstGeom prst="rect">
            <a:avLst/>
          </a:prstGeom>
          <a:solidFill>
            <a:srgbClr val="A7BDD7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83" name="Shape 1081"/>
          <p:cNvSpPr/>
          <p:nvPr/>
        </p:nvSpPr>
        <p:spPr>
          <a:xfrm>
            <a:off x="8366760" y="2301240"/>
            <a:ext cx="137160" cy="83820"/>
          </a:xfrm>
          <a:prstGeom prst="rect">
            <a:avLst/>
          </a:prstGeom>
          <a:solidFill>
            <a:srgbClr val="D3DEEB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84" name="Shape 1082"/>
          <p:cNvSpPr/>
          <p:nvPr/>
        </p:nvSpPr>
        <p:spPr>
          <a:xfrm>
            <a:off x="8366760" y="2385060"/>
            <a:ext cx="137160" cy="8382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85" name="Text 1083"/>
          <p:cNvSpPr/>
          <p:nvPr/>
        </p:nvSpPr>
        <p:spPr>
          <a:xfrm>
            <a:off x="8549640" y="1956816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00" dirty="0"/>
          </a:p>
        </p:txBody>
      </p:sp>
      <p:sp>
        <p:nvSpPr>
          <p:cNvPr id="1086" name="Text 1084"/>
          <p:cNvSpPr/>
          <p:nvPr/>
        </p:nvSpPr>
        <p:spPr>
          <a:xfrm>
            <a:off x="8549640" y="2359152"/>
            <a:ext cx="18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000" dirty="0"/>
          </a:p>
        </p:txBody>
      </p:sp>
      <p:sp>
        <p:nvSpPr>
          <p:cNvPr id="1087" name="Text 1085"/>
          <p:cNvSpPr/>
          <p:nvPr/>
        </p:nvSpPr>
        <p:spPr>
          <a:xfrm>
            <a:off x="6665976" y="2642616"/>
            <a:ext cx="1901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Modes × groups</a:t>
            </a:r>
            <a:endParaRPr lang="en-US" sz="1050" dirty="0"/>
          </a:p>
        </p:txBody>
      </p:sp>
      <p:sp>
        <p:nvSpPr>
          <p:cNvPr id="1088" name="Shape 1086"/>
          <p:cNvSpPr/>
          <p:nvPr/>
        </p:nvSpPr>
        <p:spPr>
          <a:xfrm>
            <a:off x="6327648" y="3163824"/>
            <a:ext cx="253288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89" name="Shape 1087"/>
          <p:cNvSpPr/>
          <p:nvPr/>
        </p:nvSpPr>
        <p:spPr>
          <a:xfrm>
            <a:off x="6327648" y="3163824"/>
            <a:ext cx="2532888" cy="274320"/>
          </a:xfrm>
          <a:prstGeom prst="rect">
            <a:avLst/>
          </a:prstGeom>
          <a:solidFill>
            <a:srgbClr val="F4F8F4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090" name="Text 1088"/>
          <p:cNvSpPr/>
          <p:nvPr/>
        </p:nvSpPr>
        <p:spPr>
          <a:xfrm>
            <a:off x="6419088" y="3186684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prototypes</a:t>
            </a:r>
            <a:endParaRPr lang="en-US" sz="1400" dirty="0"/>
          </a:p>
        </p:txBody>
      </p:sp>
      <p:sp>
        <p:nvSpPr>
          <p:cNvPr id="1091" name="Shape 1089"/>
          <p:cNvSpPr/>
          <p:nvPr/>
        </p:nvSpPr>
        <p:spPr>
          <a:xfrm>
            <a:off x="6693408" y="3714293"/>
            <a:ext cx="2020824" cy="0"/>
          </a:xfrm>
          <a:prstGeom prst="line">
            <a:avLst/>
          </a:prstGeom>
          <a:noFill/>
          <a:ln w="6350">
            <a:solidFill>
              <a:srgbClr val="B7B7B7"/>
            </a:solidFill>
            <a:prstDash val="solid"/>
          </a:ln>
        </p:spPr>
      </p:sp>
      <p:sp>
        <p:nvSpPr>
          <p:cNvPr id="1092" name="Shape 1090"/>
          <p:cNvSpPr/>
          <p:nvPr/>
        </p:nvSpPr>
        <p:spPr>
          <a:xfrm flipV="1">
            <a:off x="6693408" y="3700247"/>
            <a:ext cx="25260" cy="1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093" name="Shape 1091"/>
          <p:cNvSpPr/>
          <p:nvPr/>
        </p:nvSpPr>
        <p:spPr>
          <a:xfrm flipV="1">
            <a:off x="6718668" y="3700243"/>
            <a:ext cx="25260" cy="4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094" name="Shape 1092"/>
          <p:cNvSpPr/>
          <p:nvPr/>
        </p:nvSpPr>
        <p:spPr>
          <a:xfrm flipV="1">
            <a:off x="6743929" y="3700226"/>
            <a:ext cx="25260" cy="17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095" name="Shape 1093"/>
          <p:cNvSpPr/>
          <p:nvPr/>
        </p:nvSpPr>
        <p:spPr>
          <a:xfrm flipV="1">
            <a:off x="6769189" y="3700154"/>
            <a:ext cx="25260" cy="72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096" name="Shape 1094"/>
          <p:cNvSpPr/>
          <p:nvPr/>
        </p:nvSpPr>
        <p:spPr>
          <a:xfrm flipV="1">
            <a:off x="6794449" y="3699888"/>
            <a:ext cx="25260" cy="266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097" name="Shape 1095"/>
          <p:cNvSpPr/>
          <p:nvPr/>
        </p:nvSpPr>
        <p:spPr>
          <a:xfrm flipV="1">
            <a:off x="6819710" y="3699045"/>
            <a:ext cx="25260" cy="843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098" name="Shape 1096"/>
          <p:cNvSpPr/>
          <p:nvPr/>
        </p:nvSpPr>
        <p:spPr>
          <a:xfrm flipV="1">
            <a:off x="6844970" y="3696737"/>
            <a:ext cx="25260" cy="2309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099" name="Shape 1097"/>
          <p:cNvSpPr/>
          <p:nvPr/>
        </p:nvSpPr>
        <p:spPr>
          <a:xfrm flipV="1">
            <a:off x="6870230" y="3691296"/>
            <a:ext cx="25260" cy="544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00" name="Shape 1098"/>
          <p:cNvSpPr/>
          <p:nvPr/>
        </p:nvSpPr>
        <p:spPr>
          <a:xfrm flipV="1">
            <a:off x="6895490" y="3680322"/>
            <a:ext cx="25260" cy="10975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01" name="Shape 1099"/>
          <p:cNvSpPr/>
          <p:nvPr/>
        </p:nvSpPr>
        <p:spPr>
          <a:xfrm flipV="1">
            <a:off x="6920751" y="3661517"/>
            <a:ext cx="25260" cy="18804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02" name="Shape 1100"/>
          <p:cNvSpPr/>
          <p:nvPr/>
        </p:nvSpPr>
        <p:spPr>
          <a:xfrm flipV="1">
            <a:off x="6946011" y="3634515"/>
            <a:ext cx="25260" cy="27002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03" name="Shape 1101"/>
          <p:cNvSpPr/>
          <p:nvPr/>
        </p:nvSpPr>
        <p:spPr>
          <a:xfrm flipV="1">
            <a:off x="6971271" y="3602837"/>
            <a:ext cx="25260" cy="31678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04" name="Shape 1102"/>
          <p:cNvSpPr/>
          <p:nvPr/>
        </p:nvSpPr>
        <p:spPr>
          <a:xfrm flipV="1">
            <a:off x="6996532" y="3574203"/>
            <a:ext cx="25260" cy="28634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05" name="Shape 1103"/>
          <p:cNvSpPr/>
          <p:nvPr/>
        </p:nvSpPr>
        <p:spPr>
          <a:xfrm flipV="1">
            <a:off x="7021792" y="3557838"/>
            <a:ext cx="25260" cy="16365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06" name="Shape 1104"/>
          <p:cNvSpPr/>
          <p:nvPr/>
        </p:nvSpPr>
        <p:spPr>
          <a:xfrm>
            <a:off x="7047052" y="3557838"/>
            <a:ext cx="25260" cy="1919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07" name="Shape 1105"/>
          <p:cNvSpPr/>
          <p:nvPr/>
        </p:nvSpPr>
        <p:spPr>
          <a:xfrm>
            <a:off x="7072313" y="3559757"/>
            <a:ext cx="25260" cy="19472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08" name="Shape 1106"/>
          <p:cNvSpPr/>
          <p:nvPr/>
        </p:nvSpPr>
        <p:spPr>
          <a:xfrm>
            <a:off x="7097573" y="3579229"/>
            <a:ext cx="25260" cy="29996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09" name="Shape 1107"/>
          <p:cNvSpPr/>
          <p:nvPr/>
        </p:nvSpPr>
        <p:spPr>
          <a:xfrm>
            <a:off x="7122833" y="3609224"/>
            <a:ext cx="25260" cy="31244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10" name="Shape 1108"/>
          <p:cNvSpPr/>
          <p:nvPr/>
        </p:nvSpPr>
        <p:spPr>
          <a:xfrm>
            <a:off x="7148093" y="3640469"/>
            <a:ext cx="25260" cy="25499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11" name="Shape 1109"/>
          <p:cNvSpPr/>
          <p:nvPr/>
        </p:nvSpPr>
        <p:spPr>
          <a:xfrm>
            <a:off x="7173354" y="3665968"/>
            <a:ext cx="25260" cy="17116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12" name="Shape 1110"/>
          <p:cNvSpPr/>
          <p:nvPr/>
        </p:nvSpPr>
        <p:spPr>
          <a:xfrm>
            <a:off x="7198614" y="3683083"/>
            <a:ext cx="25260" cy="966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13" name="Shape 1111"/>
          <p:cNvSpPr/>
          <p:nvPr/>
        </p:nvSpPr>
        <p:spPr>
          <a:xfrm>
            <a:off x="7223874" y="3692743"/>
            <a:ext cx="25260" cy="4639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14" name="Shape 1112"/>
          <p:cNvSpPr/>
          <p:nvPr/>
        </p:nvSpPr>
        <p:spPr>
          <a:xfrm>
            <a:off x="7249135" y="3697383"/>
            <a:ext cx="25260" cy="191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15" name="Shape 1113"/>
          <p:cNvSpPr/>
          <p:nvPr/>
        </p:nvSpPr>
        <p:spPr>
          <a:xfrm>
            <a:off x="7274395" y="3699293"/>
            <a:ext cx="25260" cy="677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16" name="Shape 1114"/>
          <p:cNvSpPr/>
          <p:nvPr/>
        </p:nvSpPr>
        <p:spPr>
          <a:xfrm>
            <a:off x="7299655" y="3699970"/>
            <a:ext cx="25260" cy="207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17" name="Shape 1115"/>
          <p:cNvSpPr/>
          <p:nvPr/>
        </p:nvSpPr>
        <p:spPr>
          <a:xfrm>
            <a:off x="7324916" y="3700177"/>
            <a:ext cx="25260" cy="55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18" name="Shape 1116"/>
          <p:cNvSpPr/>
          <p:nvPr/>
        </p:nvSpPr>
        <p:spPr>
          <a:xfrm>
            <a:off x="7350176" y="3700232"/>
            <a:ext cx="25260" cy="13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19" name="Shape 1117"/>
          <p:cNvSpPr/>
          <p:nvPr/>
        </p:nvSpPr>
        <p:spPr>
          <a:xfrm>
            <a:off x="7375436" y="3700245"/>
            <a:ext cx="25260" cy="3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20" name="Shape 1118"/>
          <p:cNvSpPr/>
          <p:nvPr/>
        </p:nvSpPr>
        <p:spPr>
          <a:xfrm>
            <a:off x="7400696" y="3700247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21" name="Shape 1119"/>
          <p:cNvSpPr/>
          <p:nvPr/>
        </p:nvSpPr>
        <p:spPr>
          <a:xfrm>
            <a:off x="7425957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22" name="Shape 1120"/>
          <p:cNvSpPr/>
          <p:nvPr/>
        </p:nvSpPr>
        <p:spPr>
          <a:xfrm>
            <a:off x="7451217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23" name="Shape 1121"/>
          <p:cNvSpPr/>
          <p:nvPr/>
        </p:nvSpPr>
        <p:spPr>
          <a:xfrm>
            <a:off x="7476477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24" name="Shape 1122"/>
          <p:cNvSpPr/>
          <p:nvPr/>
        </p:nvSpPr>
        <p:spPr>
          <a:xfrm>
            <a:off x="7501738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25" name="Shape 1123"/>
          <p:cNvSpPr/>
          <p:nvPr/>
        </p:nvSpPr>
        <p:spPr>
          <a:xfrm>
            <a:off x="7526998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26" name="Shape 1124"/>
          <p:cNvSpPr/>
          <p:nvPr/>
        </p:nvSpPr>
        <p:spPr>
          <a:xfrm>
            <a:off x="7552258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27" name="Shape 1125"/>
          <p:cNvSpPr/>
          <p:nvPr/>
        </p:nvSpPr>
        <p:spPr>
          <a:xfrm>
            <a:off x="7577519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28" name="Shape 1126"/>
          <p:cNvSpPr/>
          <p:nvPr/>
        </p:nvSpPr>
        <p:spPr>
          <a:xfrm>
            <a:off x="7602779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29" name="Shape 1127"/>
          <p:cNvSpPr/>
          <p:nvPr/>
        </p:nvSpPr>
        <p:spPr>
          <a:xfrm>
            <a:off x="7628039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30" name="Shape 1128"/>
          <p:cNvSpPr/>
          <p:nvPr/>
        </p:nvSpPr>
        <p:spPr>
          <a:xfrm>
            <a:off x="7653299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31" name="Shape 1129"/>
          <p:cNvSpPr/>
          <p:nvPr/>
        </p:nvSpPr>
        <p:spPr>
          <a:xfrm>
            <a:off x="7678560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32" name="Shape 1130"/>
          <p:cNvSpPr/>
          <p:nvPr/>
        </p:nvSpPr>
        <p:spPr>
          <a:xfrm>
            <a:off x="7703820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33" name="Shape 1131"/>
          <p:cNvSpPr/>
          <p:nvPr/>
        </p:nvSpPr>
        <p:spPr>
          <a:xfrm>
            <a:off x="7729080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34" name="Shape 1132"/>
          <p:cNvSpPr/>
          <p:nvPr/>
        </p:nvSpPr>
        <p:spPr>
          <a:xfrm>
            <a:off x="7754341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35" name="Shape 1133"/>
          <p:cNvSpPr/>
          <p:nvPr/>
        </p:nvSpPr>
        <p:spPr>
          <a:xfrm>
            <a:off x="7779601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36" name="Shape 1134"/>
          <p:cNvSpPr/>
          <p:nvPr/>
        </p:nvSpPr>
        <p:spPr>
          <a:xfrm>
            <a:off x="7804861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37" name="Shape 1135"/>
          <p:cNvSpPr/>
          <p:nvPr/>
        </p:nvSpPr>
        <p:spPr>
          <a:xfrm>
            <a:off x="7830121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38" name="Shape 1136"/>
          <p:cNvSpPr/>
          <p:nvPr/>
        </p:nvSpPr>
        <p:spPr>
          <a:xfrm>
            <a:off x="7855382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39" name="Shape 1137"/>
          <p:cNvSpPr/>
          <p:nvPr/>
        </p:nvSpPr>
        <p:spPr>
          <a:xfrm>
            <a:off x="7880642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40" name="Shape 1138"/>
          <p:cNvSpPr/>
          <p:nvPr/>
        </p:nvSpPr>
        <p:spPr>
          <a:xfrm>
            <a:off x="7905902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41" name="Shape 1139"/>
          <p:cNvSpPr/>
          <p:nvPr/>
        </p:nvSpPr>
        <p:spPr>
          <a:xfrm>
            <a:off x="7931163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42" name="Shape 1140"/>
          <p:cNvSpPr/>
          <p:nvPr/>
        </p:nvSpPr>
        <p:spPr>
          <a:xfrm>
            <a:off x="7956423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43" name="Shape 1141"/>
          <p:cNvSpPr/>
          <p:nvPr/>
        </p:nvSpPr>
        <p:spPr>
          <a:xfrm>
            <a:off x="7981683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44" name="Shape 1142"/>
          <p:cNvSpPr/>
          <p:nvPr/>
        </p:nvSpPr>
        <p:spPr>
          <a:xfrm>
            <a:off x="8006944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45" name="Shape 1143"/>
          <p:cNvSpPr/>
          <p:nvPr/>
        </p:nvSpPr>
        <p:spPr>
          <a:xfrm>
            <a:off x="8032204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46" name="Shape 1144"/>
          <p:cNvSpPr/>
          <p:nvPr/>
        </p:nvSpPr>
        <p:spPr>
          <a:xfrm>
            <a:off x="8057464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47" name="Shape 1145"/>
          <p:cNvSpPr/>
          <p:nvPr/>
        </p:nvSpPr>
        <p:spPr>
          <a:xfrm>
            <a:off x="8082725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48" name="Shape 1146"/>
          <p:cNvSpPr/>
          <p:nvPr/>
        </p:nvSpPr>
        <p:spPr>
          <a:xfrm>
            <a:off x="8107985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49" name="Shape 1147"/>
          <p:cNvSpPr/>
          <p:nvPr/>
        </p:nvSpPr>
        <p:spPr>
          <a:xfrm>
            <a:off x="8133245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50" name="Shape 1148"/>
          <p:cNvSpPr/>
          <p:nvPr/>
        </p:nvSpPr>
        <p:spPr>
          <a:xfrm>
            <a:off x="8158505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51" name="Shape 1149"/>
          <p:cNvSpPr/>
          <p:nvPr/>
        </p:nvSpPr>
        <p:spPr>
          <a:xfrm>
            <a:off x="8183766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52" name="Shape 1150"/>
          <p:cNvSpPr/>
          <p:nvPr/>
        </p:nvSpPr>
        <p:spPr>
          <a:xfrm>
            <a:off x="8209026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53" name="Shape 1151"/>
          <p:cNvSpPr/>
          <p:nvPr/>
        </p:nvSpPr>
        <p:spPr>
          <a:xfrm>
            <a:off x="8234286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54" name="Shape 1152"/>
          <p:cNvSpPr/>
          <p:nvPr/>
        </p:nvSpPr>
        <p:spPr>
          <a:xfrm>
            <a:off x="8259547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55" name="Shape 1153"/>
          <p:cNvSpPr/>
          <p:nvPr/>
        </p:nvSpPr>
        <p:spPr>
          <a:xfrm>
            <a:off x="8284807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56" name="Shape 1154"/>
          <p:cNvSpPr/>
          <p:nvPr/>
        </p:nvSpPr>
        <p:spPr>
          <a:xfrm>
            <a:off x="8310067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57" name="Shape 1155"/>
          <p:cNvSpPr/>
          <p:nvPr/>
        </p:nvSpPr>
        <p:spPr>
          <a:xfrm>
            <a:off x="8335328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58" name="Shape 1156"/>
          <p:cNvSpPr/>
          <p:nvPr/>
        </p:nvSpPr>
        <p:spPr>
          <a:xfrm>
            <a:off x="8360588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59" name="Shape 1157"/>
          <p:cNvSpPr/>
          <p:nvPr/>
        </p:nvSpPr>
        <p:spPr>
          <a:xfrm>
            <a:off x="8385848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60" name="Shape 1158"/>
          <p:cNvSpPr/>
          <p:nvPr/>
        </p:nvSpPr>
        <p:spPr>
          <a:xfrm>
            <a:off x="8411108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61" name="Shape 1159"/>
          <p:cNvSpPr/>
          <p:nvPr/>
        </p:nvSpPr>
        <p:spPr>
          <a:xfrm>
            <a:off x="8436369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62" name="Shape 1160"/>
          <p:cNvSpPr/>
          <p:nvPr/>
        </p:nvSpPr>
        <p:spPr>
          <a:xfrm>
            <a:off x="8461629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63" name="Shape 1161"/>
          <p:cNvSpPr/>
          <p:nvPr/>
        </p:nvSpPr>
        <p:spPr>
          <a:xfrm>
            <a:off x="8486889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64" name="Shape 1162"/>
          <p:cNvSpPr/>
          <p:nvPr/>
        </p:nvSpPr>
        <p:spPr>
          <a:xfrm>
            <a:off x="8512150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65" name="Shape 1163"/>
          <p:cNvSpPr/>
          <p:nvPr/>
        </p:nvSpPr>
        <p:spPr>
          <a:xfrm>
            <a:off x="8537410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66" name="Shape 1164"/>
          <p:cNvSpPr/>
          <p:nvPr/>
        </p:nvSpPr>
        <p:spPr>
          <a:xfrm>
            <a:off x="8562670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67" name="Shape 1165"/>
          <p:cNvSpPr/>
          <p:nvPr/>
        </p:nvSpPr>
        <p:spPr>
          <a:xfrm>
            <a:off x="8587930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68" name="Shape 1166"/>
          <p:cNvSpPr/>
          <p:nvPr/>
        </p:nvSpPr>
        <p:spPr>
          <a:xfrm>
            <a:off x="8613191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69" name="Shape 1167"/>
          <p:cNvSpPr/>
          <p:nvPr/>
        </p:nvSpPr>
        <p:spPr>
          <a:xfrm>
            <a:off x="8638451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70" name="Shape 1168"/>
          <p:cNvSpPr/>
          <p:nvPr/>
        </p:nvSpPr>
        <p:spPr>
          <a:xfrm>
            <a:off x="8663711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71" name="Shape 1169"/>
          <p:cNvSpPr/>
          <p:nvPr/>
        </p:nvSpPr>
        <p:spPr>
          <a:xfrm>
            <a:off x="8688972" y="3700248"/>
            <a:ext cx="25260" cy="0"/>
          </a:xfrm>
          <a:prstGeom prst="line">
            <a:avLst/>
          </a:prstGeom>
          <a:noFill/>
          <a:ln w="15875">
            <a:solidFill>
              <a:srgbClr val="0F4D92"/>
            </a:solidFill>
            <a:prstDash val="solid"/>
          </a:ln>
        </p:spPr>
      </p:sp>
      <p:sp>
        <p:nvSpPr>
          <p:cNvPr id="1172" name="Text 1170"/>
          <p:cNvSpPr/>
          <p:nvPr/>
        </p:nvSpPr>
        <p:spPr>
          <a:xfrm>
            <a:off x="6437376" y="3538728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4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g1</a:t>
            </a:r>
            <a:endParaRPr lang="en-US" sz="1100" dirty="0"/>
          </a:p>
        </p:txBody>
      </p:sp>
      <p:sp>
        <p:nvSpPr>
          <p:cNvPr id="1173" name="Shape 1171"/>
          <p:cNvSpPr/>
          <p:nvPr/>
        </p:nvSpPr>
        <p:spPr>
          <a:xfrm>
            <a:off x="6693408" y="3933749"/>
            <a:ext cx="2020824" cy="0"/>
          </a:xfrm>
          <a:prstGeom prst="line">
            <a:avLst/>
          </a:prstGeom>
          <a:noFill/>
          <a:ln w="6350">
            <a:solidFill>
              <a:srgbClr val="B7B7B7"/>
            </a:solidFill>
            <a:prstDash val="solid"/>
          </a:ln>
        </p:spPr>
      </p:sp>
      <p:sp>
        <p:nvSpPr>
          <p:cNvPr id="1174" name="Shape 1172"/>
          <p:cNvSpPr/>
          <p:nvPr/>
        </p:nvSpPr>
        <p:spPr>
          <a:xfrm>
            <a:off x="6693408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75" name="Shape 1173"/>
          <p:cNvSpPr/>
          <p:nvPr/>
        </p:nvSpPr>
        <p:spPr>
          <a:xfrm>
            <a:off x="6718668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76" name="Shape 1174"/>
          <p:cNvSpPr/>
          <p:nvPr/>
        </p:nvSpPr>
        <p:spPr>
          <a:xfrm>
            <a:off x="6743929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77" name="Shape 1175"/>
          <p:cNvSpPr/>
          <p:nvPr/>
        </p:nvSpPr>
        <p:spPr>
          <a:xfrm>
            <a:off x="6769189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78" name="Shape 1176"/>
          <p:cNvSpPr/>
          <p:nvPr/>
        </p:nvSpPr>
        <p:spPr>
          <a:xfrm>
            <a:off x="6794449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79" name="Shape 1177"/>
          <p:cNvSpPr/>
          <p:nvPr/>
        </p:nvSpPr>
        <p:spPr>
          <a:xfrm>
            <a:off x="6819710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80" name="Shape 1178"/>
          <p:cNvSpPr/>
          <p:nvPr/>
        </p:nvSpPr>
        <p:spPr>
          <a:xfrm>
            <a:off x="6844970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81" name="Shape 1179"/>
          <p:cNvSpPr/>
          <p:nvPr/>
        </p:nvSpPr>
        <p:spPr>
          <a:xfrm>
            <a:off x="6870230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82" name="Shape 1180"/>
          <p:cNvSpPr/>
          <p:nvPr/>
        </p:nvSpPr>
        <p:spPr>
          <a:xfrm>
            <a:off x="6895490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83" name="Shape 1181"/>
          <p:cNvSpPr/>
          <p:nvPr/>
        </p:nvSpPr>
        <p:spPr>
          <a:xfrm>
            <a:off x="6920751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84" name="Shape 1182"/>
          <p:cNvSpPr/>
          <p:nvPr/>
        </p:nvSpPr>
        <p:spPr>
          <a:xfrm>
            <a:off x="6946011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85" name="Shape 1183"/>
          <p:cNvSpPr/>
          <p:nvPr/>
        </p:nvSpPr>
        <p:spPr>
          <a:xfrm>
            <a:off x="6971271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86" name="Shape 1184"/>
          <p:cNvSpPr/>
          <p:nvPr/>
        </p:nvSpPr>
        <p:spPr>
          <a:xfrm>
            <a:off x="6996532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87" name="Shape 1185"/>
          <p:cNvSpPr/>
          <p:nvPr/>
        </p:nvSpPr>
        <p:spPr>
          <a:xfrm>
            <a:off x="7021792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88" name="Shape 1186"/>
          <p:cNvSpPr/>
          <p:nvPr/>
        </p:nvSpPr>
        <p:spPr>
          <a:xfrm flipV="1">
            <a:off x="7047052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89" name="Shape 1187"/>
          <p:cNvSpPr/>
          <p:nvPr/>
        </p:nvSpPr>
        <p:spPr>
          <a:xfrm flipV="1">
            <a:off x="7072313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90" name="Shape 1188"/>
          <p:cNvSpPr/>
          <p:nvPr/>
        </p:nvSpPr>
        <p:spPr>
          <a:xfrm flipV="1">
            <a:off x="7097573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91" name="Shape 1189"/>
          <p:cNvSpPr/>
          <p:nvPr/>
        </p:nvSpPr>
        <p:spPr>
          <a:xfrm flipV="1">
            <a:off x="7122833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92" name="Shape 1190"/>
          <p:cNvSpPr/>
          <p:nvPr/>
        </p:nvSpPr>
        <p:spPr>
          <a:xfrm flipV="1">
            <a:off x="7148093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93" name="Shape 1191"/>
          <p:cNvSpPr/>
          <p:nvPr/>
        </p:nvSpPr>
        <p:spPr>
          <a:xfrm flipV="1">
            <a:off x="7173354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94" name="Shape 1192"/>
          <p:cNvSpPr/>
          <p:nvPr/>
        </p:nvSpPr>
        <p:spPr>
          <a:xfrm flipV="1">
            <a:off x="7198614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95" name="Shape 1193"/>
          <p:cNvSpPr/>
          <p:nvPr/>
        </p:nvSpPr>
        <p:spPr>
          <a:xfrm flipV="1">
            <a:off x="7223874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96" name="Shape 1194"/>
          <p:cNvSpPr/>
          <p:nvPr/>
        </p:nvSpPr>
        <p:spPr>
          <a:xfrm flipV="1">
            <a:off x="7249135" y="3919703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97" name="Shape 1195"/>
          <p:cNvSpPr/>
          <p:nvPr/>
        </p:nvSpPr>
        <p:spPr>
          <a:xfrm flipV="1">
            <a:off x="7274395" y="3919701"/>
            <a:ext cx="25260" cy="2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98" name="Shape 1196"/>
          <p:cNvSpPr/>
          <p:nvPr/>
        </p:nvSpPr>
        <p:spPr>
          <a:xfrm flipV="1">
            <a:off x="7299655" y="3919692"/>
            <a:ext cx="25260" cy="9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199" name="Shape 1197"/>
          <p:cNvSpPr/>
          <p:nvPr/>
        </p:nvSpPr>
        <p:spPr>
          <a:xfrm flipV="1">
            <a:off x="7324916" y="3919651"/>
            <a:ext cx="25260" cy="41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00" name="Shape 1198"/>
          <p:cNvSpPr/>
          <p:nvPr/>
        </p:nvSpPr>
        <p:spPr>
          <a:xfrm flipV="1">
            <a:off x="7350176" y="3919490"/>
            <a:ext cx="25260" cy="161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01" name="Shape 1199"/>
          <p:cNvSpPr/>
          <p:nvPr/>
        </p:nvSpPr>
        <p:spPr>
          <a:xfrm flipV="1">
            <a:off x="7375436" y="3918949"/>
            <a:ext cx="25260" cy="541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02" name="Shape 1200"/>
          <p:cNvSpPr/>
          <p:nvPr/>
        </p:nvSpPr>
        <p:spPr>
          <a:xfrm flipV="1">
            <a:off x="7400696" y="3917379"/>
            <a:ext cx="25260" cy="1571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03" name="Shape 1201"/>
          <p:cNvSpPr/>
          <p:nvPr/>
        </p:nvSpPr>
        <p:spPr>
          <a:xfrm flipV="1">
            <a:off x="7425957" y="3913447"/>
            <a:ext cx="25260" cy="3932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04" name="Shape 1202"/>
          <p:cNvSpPr/>
          <p:nvPr/>
        </p:nvSpPr>
        <p:spPr>
          <a:xfrm flipV="1">
            <a:off x="7451217" y="3904998"/>
            <a:ext cx="25260" cy="8448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05" name="Shape 1203"/>
          <p:cNvSpPr/>
          <p:nvPr/>
        </p:nvSpPr>
        <p:spPr>
          <a:xfrm flipV="1">
            <a:off x="7476477" y="3889527"/>
            <a:ext cx="25260" cy="15471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06" name="Shape 1204"/>
          <p:cNvSpPr/>
          <p:nvPr/>
        </p:nvSpPr>
        <p:spPr>
          <a:xfrm flipV="1">
            <a:off x="7501738" y="3865633"/>
            <a:ext cx="25260" cy="23894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07" name="Shape 1205"/>
          <p:cNvSpPr/>
          <p:nvPr/>
        </p:nvSpPr>
        <p:spPr>
          <a:xfrm flipV="1">
            <a:off x="7526998" y="3835109"/>
            <a:ext cx="25260" cy="30525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08" name="Shape 1206"/>
          <p:cNvSpPr/>
          <p:nvPr/>
        </p:nvSpPr>
        <p:spPr>
          <a:xfrm flipV="1">
            <a:off x="7552258" y="3804139"/>
            <a:ext cx="25260" cy="3097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09" name="Shape 1207"/>
          <p:cNvSpPr/>
          <p:nvPr/>
        </p:nvSpPr>
        <p:spPr>
          <a:xfrm flipV="1">
            <a:off x="7577519" y="3781855"/>
            <a:ext cx="25260" cy="22284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10" name="Shape 1208"/>
          <p:cNvSpPr/>
          <p:nvPr/>
        </p:nvSpPr>
        <p:spPr>
          <a:xfrm flipV="1">
            <a:off x="7602779" y="3776130"/>
            <a:ext cx="25260" cy="5725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11" name="Shape 1209"/>
          <p:cNvSpPr/>
          <p:nvPr/>
        </p:nvSpPr>
        <p:spPr>
          <a:xfrm>
            <a:off x="7628039" y="3776130"/>
            <a:ext cx="25260" cy="13004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12" name="Shape 1210"/>
          <p:cNvSpPr/>
          <p:nvPr/>
        </p:nvSpPr>
        <p:spPr>
          <a:xfrm>
            <a:off x="7653299" y="3789135"/>
            <a:ext cx="25260" cy="26887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13" name="Shape 1211"/>
          <p:cNvSpPr/>
          <p:nvPr/>
        </p:nvSpPr>
        <p:spPr>
          <a:xfrm>
            <a:off x="7678560" y="3816022"/>
            <a:ext cx="25260" cy="31793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14" name="Shape 1212"/>
          <p:cNvSpPr/>
          <p:nvPr/>
        </p:nvSpPr>
        <p:spPr>
          <a:xfrm>
            <a:off x="7703820" y="3847815"/>
            <a:ext cx="25260" cy="28366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15" name="Shape 1213"/>
          <p:cNvSpPr/>
          <p:nvPr/>
        </p:nvSpPr>
        <p:spPr>
          <a:xfrm>
            <a:off x="7729080" y="3876182"/>
            <a:ext cx="25260" cy="20515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16" name="Shape 1214"/>
          <p:cNvSpPr/>
          <p:nvPr/>
        </p:nvSpPr>
        <p:spPr>
          <a:xfrm>
            <a:off x="7754341" y="3896697"/>
            <a:ext cx="25260" cy="12387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17" name="Shape 1215"/>
          <p:cNvSpPr/>
          <p:nvPr/>
        </p:nvSpPr>
        <p:spPr>
          <a:xfrm>
            <a:off x="7779601" y="3909084"/>
            <a:ext cx="25260" cy="6339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18" name="Shape 1216"/>
          <p:cNvSpPr/>
          <p:nvPr/>
        </p:nvSpPr>
        <p:spPr>
          <a:xfrm>
            <a:off x="7804861" y="3915424"/>
            <a:ext cx="25260" cy="2774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19" name="Shape 1217"/>
          <p:cNvSpPr/>
          <p:nvPr/>
        </p:nvSpPr>
        <p:spPr>
          <a:xfrm>
            <a:off x="7830121" y="3918197"/>
            <a:ext cx="25260" cy="1043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20" name="Shape 1218"/>
          <p:cNvSpPr/>
          <p:nvPr/>
        </p:nvSpPr>
        <p:spPr>
          <a:xfrm>
            <a:off x="7855382" y="3919241"/>
            <a:ext cx="25260" cy="339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21" name="Shape 1219"/>
          <p:cNvSpPr/>
          <p:nvPr/>
        </p:nvSpPr>
        <p:spPr>
          <a:xfrm>
            <a:off x="7880642" y="3919579"/>
            <a:ext cx="25260" cy="95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22" name="Shape 1220"/>
          <p:cNvSpPr/>
          <p:nvPr/>
        </p:nvSpPr>
        <p:spPr>
          <a:xfrm>
            <a:off x="7905902" y="3919675"/>
            <a:ext cx="25260" cy="23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23" name="Shape 1221"/>
          <p:cNvSpPr/>
          <p:nvPr/>
        </p:nvSpPr>
        <p:spPr>
          <a:xfrm>
            <a:off x="7931163" y="3919698"/>
            <a:ext cx="25260" cy="5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24" name="Shape 1222"/>
          <p:cNvSpPr/>
          <p:nvPr/>
        </p:nvSpPr>
        <p:spPr>
          <a:xfrm>
            <a:off x="7956423" y="3919703"/>
            <a:ext cx="25260" cy="1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25" name="Shape 1223"/>
          <p:cNvSpPr/>
          <p:nvPr/>
        </p:nvSpPr>
        <p:spPr>
          <a:xfrm>
            <a:off x="7981683" y="3919703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26" name="Shape 1224"/>
          <p:cNvSpPr/>
          <p:nvPr/>
        </p:nvSpPr>
        <p:spPr>
          <a:xfrm>
            <a:off x="8006944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27" name="Shape 1225"/>
          <p:cNvSpPr/>
          <p:nvPr/>
        </p:nvSpPr>
        <p:spPr>
          <a:xfrm>
            <a:off x="8032204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28" name="Shape 1226"/>
          <p:cNvSpPr/>
          <p:nvPr/>
        </p:nvSpPr>
        <p:spPr>
          <a:xfrm>
            <a:off x="8057464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29" name="Shape 1227"/>
          <p:cNvSpPr/>
          <p:nvPr/>
        </p:nvSpPr>
        <p:spPr>
          <a:xfrm>
            <a:off x="8082725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30" name="Shape 1228"/>
          <p:cNvSpPr/>
          <p:nvPr/>
        </p:nvSpPr>
        <p:spPr>
          <a:xfrm>
            <a:off x="8107985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31" name="Shape 1229"/>
          <p:cNvSpPr/>
          <p:nvPr/>
        </p:nvSpPr>
        <p:spPr>
          <a:xfrm>
            <a:off x="8133245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32" name="Shape 1230"/>
          <p:cNvSpPr/>
          <p:nvPr/>
        </p:nvSpPr>
        <p:spPr>
          <a:xfrm>
            <a:off x="8158505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33" name="Shape 1231"/>
          <p:cNvSpPr/>
          <p:nvPr/>
        </p:nvSpPr>
        <p:spPr>
          <a:xfrm>
            <a:off x="8183766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34" name="Shape 1232"/>
          <p:cNvSpPr/>
          <p:nvPr/>
        </p:nvSpPr>
        <p:spPr>
          <a:xfrm>
            <a:off x="8209026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35" name="Shape 1233"/>
          <p:cNvSpPr/>
          <p:nvPr/>
        </p:nvSpPr>
        <p:spPr>
          <a:xfrm>
            <a:off x="8234286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36" name="Shape 1234"/>
          <p:cNvSpPr/>
          <p:nvPr/>
        </p:nvSpPr>
        <p:spPr>
          <a:xfrm>
            <a:off x="8259547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37" name="Shape 1235"/>
          <p:cNvSpPr/>
          <p:nvPr/>
        </p:nvSpPr>
        <p:spPr>
          <a:xfrm>
            <a:off x="8284807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38" name="Shape 1236"/>
          <p:cNvSpPr/>
          <p:nvPr/>
        </p:nvSpPr>
        <p:spPr>
          <a:xfrm>
            <a:off x="8310067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39" name="Shape 1237"/>
          <p:cNvSpPr/>
          <p:nvPr/>
        </p:nvSpPr>
        <p:spPr>
          <a:xfrm>
            <a:off x="8335328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40" name="Shape 1238"/>
          <p:cNvSpPr/>
          <p:nvPr/>
        </p:nvSpPr>
        <p:spPr>
          <a:xfrm>
            <a:off x="8360588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41" name="Shape 1239"/>
          <p:cNvSpPr/>
          <p:nvPr/>
        </p:nvSpPr>
        <p:spPr>
          <a:xfrm>
            <a:off x="8385848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42" name="Shape 1240"/>
          <p:cNvSpPr/>
          <p:nvPr/>
        </p:nvSpPr>
        <p:spPr>
          <a:xfrm>
            <a:off x="8411108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43" name="Shape 1241"/>
          <p:cNvSpPr/>
          <p:nvPr/>
        </p:nvSpPr>
        <p:spPr>
          <a:xfrm>
            <a:off x="8436369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44" name="Shape 1242"/>
          <p:cNvSpPr/>
          <p:nvPr/>
        </p:nvSpPr>
        <p:spPr>
          <a:xfrm>
            <a:off x="8461629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45" name="Shape 1243"/>
          <p:cNvSpPr/>
          <p:nvPr/>
        </p:nvSpPr>
        <p:spPr>
          <a:xfrm>
            <a:off x="8486889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46" name="Shape 1244"/>
          <p:cNvSpPr/>
          <p:nvPr/>
        </p:nvSpPr>
        <p:spPr>
          <a:xfrm>
            <a:off x="8512150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47" name="Shape 1245"/>
          <p:cNvSpPr/>
          <p:nvPr/>
        </p:nvSpPr>
        <p:spPr>
          <a:xfrm>
            <a:off x="8537410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48" name="Shape 1246"/>
          <p:cNvSpPr/>
          <p:nvPr/>
        </p:nvSpPr>
        <p:spPr>
          <a:xfrm>
            <a:off x="8562670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49" name="Shape 1247"/>
          <p:cNvSpPr/>
          <p:nvPr/>
        </p:nvSpPr>
        <p:spPr>
          <a:xfrm>
            <a:off x="8587930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50" name="Shape 1248"/>
          <p:cNvSpPr/>
          <p:nvPr/>
        </p:nvSpPr>
        <p:spPr>
          <a:xfrm>
            <a:off x="8613191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51" name="Shape 1249"/>
          <p:cNvSpPr/>
          <p:nvPr/>
        </p:nvSpPr>
        <p:spPr>
          <a:xfrm>
            <a:off x="8638451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52" name="Shape 1250"/>
          <p:cNvSpPr/>
          <p:nvPr/>
        </p:nvSpPr>
        <p:spPr>
          <a:xfrm>
            <a:off x="8663711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53" name="Shape 1251"/>
          <p:cNvSpPr/>
          <p:nvPr/>
        </p:nvSpPr>
        <p:spPr>
          <a:xfrm>
            <a:off x="8688972" y="3919704"/>
            <a:ext cx="25260" cy="0"/>
          </a:xfrm>
          <a:prstGeom prst="line">
            <a:avLst/>
          </a:prstGeom>
          <a:noFill/>
          <a:ln w="15875">
            <a:solidFill>
              <a:srgbClr val="42949E"/>
            </a:solidFill>
            <a:prstDash val="solid"/>
          </a:ln>
        </p:spPr>
      </p:sp>
      <p:sp>
        <p:nvSpPr>
          <p:cNvPr id="1254" name="Text 1252"/>
          <p:cNvSpPr/>
          <p:nvPr/>
        </p:nvSpPr>
        <p:spPr>
          <a:xfrm>
            <a:off x="6437376" y="3758184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94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g2</a:t>
            </a:r>
            <a:endParaRPr lang="en-US" sz="1100" dirty="0"/>
          </a:p>
        </p:txBody>
      </p:sp>
      <p:sp>
        <p:nvSpPr>
          <p:cNvPr id="1255" name="Shape 1253"/>
          <p:cNvSpPr/>
          <p:nvPr/>
        </p:nvSpPr>
        <p:spPr>
          <a:xfrm>
            <a:off x="6693408" y="4153205"/>
            <a:ext cx="2020824" cy="0"/>
          </a:xfrm>
          <a:prstGeom prst="line">
            <a:avLst/>
          </a:prstGeom>
          <a:noFill/>
          <a:ln w="6350">
            <a:solidFill>
              <a:srgbClr val="B7B7B7"/>
            </a:solidFill>
            <a:prstDash val="solid"/>
          </a:ln>
        </p:spPr>
      </p:sp>
      <p:sp>
        <p:nvSpPr>
          <p:cNvPr id="1256" name="Shape 1254"/>
          <p:cNvSpPr/>
          <p:nvPr/>
        </p:nvSpPr>
        <p:spPr>
          <a:xfrm>
            <a:off x="6693408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57" name="Shape 1255"/>
          <p:cNvSpPr/>
          <p:nvPr/>
        </p:nvSpPr>
        <p:spPr>
          <a:xfrm>
            <a:off x="6718668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58" name="Shape 1256"/>
          <p:cNvSpPr/>
          <p:nvPr/>
        </p:nvSpPr>
        <p:spPr>
          <a:xfrm>
            <a:off x="6743929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59" name="Shape 1257"/>
          <p:cNvSpPr/>
          <p:nvPr/>
        </p:nvSpPr>
        <p:spPr>
          <a:xfrm>
            <a:off x="6769189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60" name="Shape 1258"/>
          <p:cNvSpPr/>
          <p:nvPr/>
        </p:nvSpPr>
        <p:spPr>
          <a:xfrm>
            <a:off x="6794449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61" name="Shape 1259"/>
          <p:cNvSpPr/>
          <p:nvPr/>
        </p:nvSpPr>
        <p:spPr>
          <a:xfrm>
            <a:off x="6819710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62" name="Shape 1260"/>
          <p:cNvSpPr/>
          <p:nvPr/>
        </p:nvSpPr>
        <p:spPr>
          <a:xfrm>
            <a:off x="6844970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63" name="Shape 1261"/>
          <p:cNvSpPr/>
          <p:nvPr/>
        </p:nvSpPr>
        <p:spPr>
          <a:xfrm>
            <a:off x="6870230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64" name="Shape 1262"/>
          <p:cNvSpPr/>
          <p:nvPr/>
        </p:nvSpPr>
        <p:spPr>
          <a:xfrm>
            <a:off x="6895490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65" name="Shape 1263"/>
          <p:cNvSpPr/>
          <p:nvPr/>
        </p:nvSpPr>
        <p:spPr>
          <a:xfrm>
            <a:off x="6920751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66" name="Shape 1264"/>
          <p:cNvSpPr/>
          <p:nvPr/>
        </p:nvSpPr>
        <p:spPr>
          <a:xfrm>
            <a:off x="6946011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67" name="Shape 1265"/>
          <p:cNvSpPr/>
          <p:nvPr/>
        </p:nvSpPr>
        <p:spPr>
          <a:xfrm>
            <a:off x="6971271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68" name="Shape 1266"/>
          <p:cNvSpPr/>
          <p:nvPr/>
        </p:nvSpPr>
        <p:spPr>
          <a:xfrm>
            <a:off x="6996532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69" name="Shape 1267"/>
          <p:cNvSpPr/>
          <p:nvPr/>
        </p:nvSpPr>
        <p:spPr>
          <a:xfrm>
            <a:off x="7021792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70" name="Shape 1268"/>
          <p:cNvSpPr/>
          <p:nvPr/>
        </p:nvSpPr>
        <p:spPr>
          <a:xfrm>
            <a:off x="7047052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71" name="Shape 1269"/>
          <p:cNvSpPr/>
          <p:nvPr/>
        </p:nvSpPr>
        <p:spPr>
          <a:xfrm>
            <a:off x="7072313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72" name="Shape 1270"/>
          <p:cNvSpPr/>
          <p:nvPr/>
        </p:nvSpPr>
        <p:spPr>
          <a:xfrm>
            <a:off x="7097573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73" name="Shape 1271"/>
          <p:cNvSpPr/>
          <p:nvPr/>
        </p:nvSpPr>
        <p:spPr>
          <a:xfrm>
            <a:off x="7122833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74" name="Shape 1272"/>
          <p:cNvSpPr/>
          <p:nvPr/>
        </p:nvSpPr>
        <p:spPr>
          <a:xfrm>
            <a:off x="7148093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75" name="Shape 1273"/>
          <p:cNvSpPr/>
          <p:nvPr/>
        </p:nvSpPr>
        <p:spPr>
          <a:xfrm>
            <a:off x="7173354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76" name="Shape 1274"/>
          <p:cNvSpPr/>
          <p:nvPr/>
        </p:nvSpPr>
        <p:spPr>
          <a:xfrm>
            <a:off x="7198614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77" name="Shape 1275"/>
          <p:cNvSpPr/>
          <p:nvPr/>
        </p:nvSpPr>
        <p:spPr>
          <a:xfrm>
            <a:off x="7223874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78" name="Shape 1276"/>
          <p:cNvSpPr/>
          <p:nvPr/>
        </p:nvSpPr>
        <p:spPr>
          <a:xfrm>
            <a:off x="7249135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79" name="Shape 1277"/>
          <p:cNvSpPr/>
          <p:nvPr/>
        </p:nvSpPr>
        <p:spPr>
          <a:xfrm>
            <a:off x="7274395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80" name="Shape 1278"/>
          <p:cNvSpPr/>
          <p:nvPr/>
        </p:nvSpPr>
        <p:spPr>
          <a:xfrm>
            <a:off x="7299655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81" name="Shape 1279"/>
          <p:cNvSpPr/>
          <p:nvPr/>
        </p:nvSpPr>
        <p:spPr>
          <a:xfrm>
            <a:off x="7324916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82" name="Shape 1280"/>
          <p:cNvSpPr/>
          <p:nvPr/>
        </p:nvSpPr>
        <p:spPr>
          <a:xfrm>
            <a:off x="7350176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83" name="Shape 1281"/>
          <p:cNvSpPr/>
          <p:nvPr/>
        </p:nvSpPr>
        <p:spPr>
          <a:xfrm>
            <a:off x="7375436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84" name="Shape 1282"/>
          <p:cNvSpPr/>
          <p:nvPr/>
        </p:nvSpPr>
        <p:spPr>
          <a:xfrm>
            <a:off x="7400696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85" name="Shape 1283"/>
          <p:cNvSpPr/>
          <p:nvPr/>
        </p:nvSpPr>
        <p:spPr>
          <a:xfrm>
            <a:off x="7425957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86" name="Shape 1284"/>
          <p:cNvSpPr/>
          <p:nvPr/>
        </p:nvSpPr>
        <p:spPr>
          <a:xfrm>
            <a:off x="7451217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87" name="Shape 1285"/>
          <p:cNvSpPr/>
          <p:nvPr/>
        </p:nvSpPr>
        <p:spPr>
          <a:xfrm>
            <a:off x="7476477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88" name="Shape 1286"/>
          <p:cNvSpPr/>
          <p:nvPr/>
        </p:nvSpPr>
        <p:spPr>
          <a:xfrm>
            <a:off x="7501738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89" name="Shape 1287"/>
          <p:cNvSpPr/>
          <p:nvPr/>
        </p:nvSpPr>
        <p:spPr>
          <a:xfrm>
            <a:off x="7526998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90" name="Shape 1288"/>
          <p:cNvSpPr/>
          <p:nvPr/>
        </p:nvSpPr>
        <p:spPr>
          <a:xfrm>
            <a:off x="7552258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91" name="Shape 1289"/>
          <p:cNvSpPr/>
          <p:nvPr/>
        </p:nvSpPr>
        <p:spPr>
          <a:xfrm>
            <a:off x="7577519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92" name="Shape 1290"/>
          <p:cNvSpPr/>
          <p:nvPr/>
        </p:nvSpPr>
        <p:spPr>
          <a:xfrm>
            <a:off x="7602779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93" name="Shape 1291"/>
          <p:cNvSpPr/>
          <p:nvPr/>
        </p:nvSpPr>
        <p:spPr>
          <a:xfrm flipV="1">
            <a:off x="7628039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94" name="Shape 1292"/>
          <p:cNvSpPr/>
          <p:nvPr/>
        </p:nvSpPr>
        <p:spPr>
          <a:xfrm flipV="1">
            <a:off x="7653299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95" name="Shape 1293"/>
          <p:cNvSpPr/>
          <p:nvPr/>
        </p:nvSpPr>
        <p:spPr>
          <a:xfrm flipV="1">
            <a:off x="7678560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96" name="Shape 1294"/>
          <p:cNvSpPr/>
          <p:nvPr/>
        </p:nvSpPr>
        <p:spPr>
          <a:xfrm flipV="1">
            <a:off x="7703820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97" name="Shape 1295"/>
          <p:cNvSpPr/>
          <p:nvPr/>
        </p:nvSpPr>
        <p:spPr>
          <a:xfrm flipV="1">
            <a:off x="7729080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98" name="Shape 1296"/>
          <p:cNvSpPr/>
          <p:nvPr/>
        </p:nvSpPr>
        <p:spPr>
          <a:xfrm flipV="1">
            <a:off x="7754341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299" name="Shape 1297"/>
          <p:cNvSpPr/>
          <p:nvPr/>
        </p:nvSpPr>
        <p:spPr>
          <a:xfrm flipV="1">
            <a:off x="7779601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00" name="Shape 1298"/>
          <p:cNvSpPr/>
          <p:nvPr/>
        </p:nvSpPr>
        <p:spPr>
          <a:xfrm flipV="1">
            <a:off x="7804861" y="4139159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01" name="Shape 1299"/>
          <p:cNvSpPr/>
          <p:nvPr/>
        </p:nvSpPr>
        <p:spPr>
          <a:xfrm flipV="1">
            <a:off x="7830121" y="4139159"/>
            <a:ext cx="25260" cy="1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02" name="Shape 1300"/>
          <p:cNvSpPr/>
          <p:nvPr/>
        </p:nvSpPr>
        <p:spPr>
          <a:xfrm flipV="1">
            <a:off x="7855382" y="4139154"/>
            <a:ext cx="25260" cy="5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03" name="Shape 1301"/>
          <p:cNvSpPr/>
          <p:nvPr/>
        </p:nvSpPr>
        <p:spPr>
          <a:xfrm flipV="1">
            <a:off x="7880642" y="4139131"/>
            <a:ext cx="25260" cy="23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04" name="Shape 1302"/>
          <p:cNvSpPr/>
          <p:nvPr/>
        </p:nvSpPr>
        <p:spPr>
          <a:xfrm flipV="1">
            <a:off x="7905902" y="4139035"/>
            <a:ext cx="25260" cy="95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05" name="Shape 1303"/>
          <p:cNvSpPr/>
          <p:nvPr/>
        </p:nvSpPr>
        <p:spPr>
          <a:xfrm flipV="1">
            <a:off x="7931163" y="4138697"/>
            <a:ext cx="25260" cy="339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06" name="Shape 1304"/>
          <p:cNvSpPr/>
          <p:nvPr/>
        </p:nvSpPr>
        <p:spPr>
          <a:xfrm flipV="1">
            <a:off x="7956423" y="4137653"/>
            <a:ext cx="25260" cy="1043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07" name="Shape 1305"/>
          <p:cNvSpPr/>
          <p:nvPr/>
        </p:nvSpPr>
        <p:spPr>
          <a:xfrm flipV="1">
            <a:off x="7981683" y="4134880"/>
            <a:ext cx="25260" cy="2774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08" name="Shape 1306"/>
          <p:cNvSpPr/>
          <p:nvPr/>
        </p:nvSpPr>
        <p:spPr>
          <a:xfrm flipV="1">
            <a:off x="8006944" y="4128540"/>
            <a:ext cx="25260" cy="6339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09" name="Shape 1307"/>
          <p:cNvSpPr/>
          <p:nvPr/>
        </p:nvSpPr>
        <p:spPr>
          <a:xfrm flipV="1">
            <a:off x="8032204" y="4116153"/>
            <a:ext cx="25260" cy="12387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10" name="Shape 1308"/>
          <p:cNvSpPr/>
          <p:nvPr/>
        </p:nvSpPr>
        <p:spPr>
          <a:xfrm flipV="1">
            <a:off x="8057464" y="4095638"/>
            <a:ext cx="25260" cy="20515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11" name="Shape 1309"/>
          <p:cNvSpPr/>
          <p:nvPr/>
        </p:nvSpPr>
        <p:spPr>
          <a:xfrm flipV="1">
            <a:off x="8082725" y="4067271"/>
            <a:ext cx="25260" cy="28366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12" name="Shape 1310"/>
          <p:cNvSpPr/>
          <p:nvPr/>
        </p:nvSpPr>
        <p:spPr>
          <a:xfrm flipV="1">
            <a:off x="8107985" y="4035478"/>
            <a:ext cx="25260" cy="31793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13" name="Shape 1311"/>
          <p:cNvSpPr/>
          <p:nvPr/>
        </p:nvSpPr>
        <p:spPr>
          <a:xfrm flipV="1">
            <a:off x="8133245" y="4008591"/>
            <a:ext cx="25260" cy="26887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14" name="Shape 1312"/>
          <p:cNvSpPr/>
          <p:nvPr/>
        </p:nvSpPr>
        <p:spPr>
          <a:xfrm flipV="1">
            <a:off x="8158505" y="3995586"/>
            <a:ext cx="25260" cy="13004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15" name="Shape 1313"/>
          <p:cNvSpPr/>
          <p:nvPr/>
        </p:nvSpPr>
        <p:spPr>
          <a:xfrm>
            <a:off x="8183766" y="3995586"/>
            <a:ext cx="25260" cy="5725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16" name="Shape 1314"/>
          <p:cNvSpPr/>
          <p:nvPr/>
        </p:nvSpPr>
        <p:spPr>
          <a:xfrm>
            <a:off x="8209026" y="4001311"/>
            <a:ext cx="25260" cy="22284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17" name="Shape 1315"/>
          <p:cNvSpPr/>
          <p:nvPr/>
        </p:nvSpPr>
        <p:spPr>
          <a:xfrm>
            <a:off x="8234286" y="4023595"/>
            <a:ext cx="25260" cy="3097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18" name="Shape 1316"/>
          <p:cNvSpPr/>
          <p:nvPr/>
        </p:nvSpPr>
        <p:spPr>
          <a:xfrm>
            <a:off x="8259547" y="4054565"/>
            <a:ext cx="25260" cy="30525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19" name="Shape 1317"/>
          <p:cNvSpPr/>
          <p:nvPr/>
        </p:nvSpPr>
        <p:spPr>
          <a:xfrm>
            <a:off x="8284807" y="4085089"/>
            <a:ext cx="25260" cy="23894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20" name="Shape 1318"/>
          <p:cNvSpPr/>
          <p:nvPr/>
        </p:nvSpPr>
        <p:spPr>
          <a:xfrm>
            <a:off x="8310067" y="4108983"/>
            <a:ext cx="25260" cy="15471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21" name="Shape 1319"/>
          <p:cNvSpPr/>
          <p:nvPr/>
        </p:nvSpPr>
        <p:spPr>
          <a:xfrm>
            <a:off x="8335328" y="4124454"/>
            <a:ext cx="25260" cy="8448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22" name="Shape 1320"/>
          <p:cNvSpPr/>
          <p:nvPr/>
        </p:nvSpPr>
        <p:spPr>
          <a:xfrm>
            <a:off x="8360588" y="4132903"/>
            <a:ext cx="25260" cy="3932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23" name="Shape 1321"/>
          <p:cNvSpPr/>
          <p:nvPr/>
        </p:nvSpPr>
        <p:spPr>
          <a:xfrm>
            <a:off x="8385848" y="4136835"/>
            <a:ext cx="25260" cy="1571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24" name="Shape 1322"/>
          <p:cNvSpPr/>
          <p:nvPr/>
        </p:nvSpPr>
        <p:spPr>
          <a:xfrm>
            <a:off x="8411108" y="4138405"/>
            <a:ext cx="25260" cy="541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25" name="Shape 1323"/>
          <p:cNvSpPr/>
          <p:nvPr/>
        </p:nvSpPr>
        <p:spPr>
          <a:xfrm>
            <a:off x="8436369" y="4138946"/>
            <a:ext cx="25260" cy="161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26" name="Shape 1324"/>
          <p:cNvSpPr/>
          <p:nvPr/>
        </p:nvSpPr>
        <p:spPr>
          <a:xfrm>
            <a:off x="8461629" y="4139107"/>
            <a:ext cx="25260" cy="41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27" name="Shape 1325"/>
          <p:cNvSpPr/>
          <p:nvPr/>
        </p:nvSpPr>
        <p:spPr>
          <a:xfrm>
            <a:off x="8486889" y="4139148"/>
            <a:ext cx="25260" cy="9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28" name="Shape 1326"/>
          <p:cNvSpPr/>
          <p:nvPr/>
        </p:nvSpPr>
        <p:spPr>
          <a:xfrm>
            <a:off x="8512150" y="4139157"/>
            <a:ext cx="25260" cy="2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29" name="Shape 1327"/>
          <p:cNvSpPr/>
          <p:nvPr/>
        </p:nvSpPr>
        <p:spPr>
          <a:xfrm>
            <a:off x="8537410" y="4139159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30" name="Shape 1328"/>
          <p:cNvSpPr/>
          <p:nvPr/>
        </p:nvSpPr>
        <p:spPr>
          <a:xfrm>
            <a:off x="8562670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31" name="Shape 1329"/>
          <p:cNvSpPr/>
          <p:nvPr/>
        </p:nvSpPr>
        <p:spPr>
          <a:xfrm>
            <a:off x="8587930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32" name="Shape 1330"/>
          <p:cNvSpPr/>
          <p:nvPr/>
        </p:nvSpPr>
        <p:spPr>
          <a:xfrm>
            <a:off x="8613191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33" name="Shape 1331"/>
          <p:cNvSpPr/>
          <p:nvPr/>
        </p:nvSpPr>
        <p:spPr>
          <a:xfrm>
            <a:off x="8638451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34" name="Shape 1332"/>
          <p:cNvSpPr/>
          <p:nvPr/>
        </p:nvSpPr>
        <p:spPr>
          <a:xfrm>
            <a:off x="8663711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35" name="Shape 1333"/>
          <p:cNvSpPr/>
          <p:nvPr/>
        </p:nvSpPr>
        <p:spPr>
          <a:xfrm>
            <a:off x="8688972" y="4139160"/>
            <a:ext cx="25260" cy="0"/>
          </a:xfrm>
          <a:prstGeom prst="line">
            <a:avLst/>
          </a:prstGeom>
          <a:noFill/>
          <a:ln w="15875">
            <a:solidFill>
              <a:srgbClr val="9A4D8E"/>
            </a:solidFill>
            <a:prstDash val="solid"/>
          </a:ln>
        </p:spPr>
      </p:sp>
      <p:sp>
        <p:nvSpPr>
          <p:cNvPr id="1336" name="Text 1334"/>
          <p:cNvSpPr/>
          <p:nvPr/>
        </p:nvSpPr>
        <p:spPr>
          <a:xfrm>
            <a:off x="6437376" y="3977640"/>
            <a:ext cx="2194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4D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g3</a:t>
            </a:r>
            <a:endParaRPr lang="en-US" sz="1100" dirty="0"/>
          </a:p>
        </p:txBody>
      </p:sp>
      <p:sp>
        <p:nvSpPr>
          <p:cNvPr id="1337" name="Shape 1335"/>
          <p:cNvSpPr/>
          <p:nvPr/>
        </p:nvSpPr>
        <p:spPr>
          <a:xfrm>
            <a:off x="6711696" y="4297680"/>
            <a:ext cx="118872" cy="0"/>
          </a:xfrm>
          <a:prstGeom prst="line">
            <a:avLst/>
          </a:prstGeom>
          <a:noFill/>
          <a:ln w="19050">
            <a:solidFill>
              <a:srgbClr val="0F4D92"/>
            </a:solidFill>
            <a:prstDash val="solid"/>
          </a:ln>
        </p:spPr>
      </p:sp>
      <p:sp>
        <p:nvSpPr>
          <p:cNvPr id="1338" name="Text 1336"/>
          <p:cNvSpPr/>
          <p:nvPr/>
        </p:nvSpPr>
        <p:spPr>
          <a:xfrm>
            <a:off x="6867144" y="4215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4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g1</a:t>
            </a:r>
            <a:endParaRPr lang="en-US" sz="1050" dirty="0"/>
          </a:p>
        </p:txBody>
      </p:sp>
      <p:sp>
        <p:nvSpPr>
          <p:cNvPr id="1339" name="Shape 1337"/>
          <p:cNvSpPr/>
          <p:nvPr/>
        </p:nvSpPr>
        <p:spPr>
          <a:xfrm>
            <a:off x="7162800" y="4297680"/>
            <a:ext cx="118872" cy="0"/>
          </a:xfrm>
          <a:prstGeom prst="line">
            <a:avLst/>
          </a:prstGeom>
          <a:noFill/>
          <a:ln w="19050">
            <a:solidFill>
              <a:srgbClr val="42949E"/>
            </a:solidFill>
            <a:prstDash val="solid"/>
          </a:ln>
        </p:spPr>
      </p:sp>
      <p:sp>
        <p:nvSpPr>
          <p:cNvPr id="1340" name="Text 1338"/>
          <p:cNvSpPr/>
          <p:nvPr/>
        </p:nvSpPr>
        <p:spPr>
          <a:xfrm>
            <a:off x="7318248" y="4215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94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g2</a:t>
            </a:r>
            <a:endParaRPr lang="en-US" sz="1050" dirty="0"/>
          </a:p>
        </p:txBody>
      </p:sp>
      <p:sp>
        <p:nvSpPr>
          <p:cNvPr id="1341" name="Shape 1339"/>
          <p:cNvSpPr/>
          <p:nvPr/>
        </p:nvSpPr>
        <p:spPr>
          <a:xfrm>
            <a:off x="7613904" y="4297680"/>
            <a:ext cx="118872" cy="0"/>
          </a:xfrm>
          <a:prstGeom prst="line">
            <a:avLst/>
          </a:prstGeom>
          <a:noFill/>
          <a:ln w="19050">
            <a:solidFill>
              <a:srgbClr val="9A4D8E"/>
            </a:solidFill>
            <a:prstDash val="solid"/>
          </a:ln>
        </p:spPr>
      </p:sp>
      <p:sp>
        <p:nvSpPr>
          <p:cNvPr id="1342" name="Text 1340"/>
          <p:cNvSpPr/>
          <p:nvPr/>
        </p:nvSpPr>
        <p:spPr>
          <a:xfrm>
            <a:off x="7769352" y="4215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4D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g3</a:t>
            </a:r>
            <a:endParaRPr lang="en-US" sz="1050" dirty="0"/>
          </a:p>
        </p:txBody>
      </p:sp>
      <p:sp>
        <p:nvSpPr>
          <p:cNvPr id="1343" name="Text 1341"/>
          <p:cNvSpPr/>
          <p:nvPr/>
        </p:nvSpPr>
        <p:spPr>
          <a:xfrm>
            <a:off x="8019288" y="42245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Frequency →</a:t>
            </a:r>
            <a:endParaRPr lang="en-US" sz="1050" dirty="0"/>
          </a:p>
        </p:txBody>
      </p:sp>
      <p:sp>
        <p:nvSpPr>
          <p:cNvPr id="1344" name="Shape 1342"/>
          <p:cNvSpPr/>
          <p:nvPr/>
        </p:nvSpPr>
        <p:spPr>
          <a:xfrm>
            <a:off x="6327648" y="4736592"/>
            <a:ext cx="253288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345" name="Shape 1343"/>
          <p:cNvSpPr/>
          <p:nvPr/>
        </p:nvSpPr>
        <p:spPr>
          <a:xfrm>
            <a:off x="6327648" y="4736592"/>
            <a:ext cx="2532888" cy="274320"/>
          </a:xfrm>
          <a:prstGeom prst="rect">
            <a:avLst/>
          </a:prstGeom>
          <a:solidFill>
            <a:srgbClr val="F4F8F4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346" name="Text 1344"/>
          <p:cNvSpPr/>
          <p:nvPr/>
        </p:nvSpPr>
        <p:spPr>
          <a:xfrm>
            <a:off x="6419088" y="4759452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Accept / stop</a:t>
            </a:r>
            <a:endParaRPr lang="en-US" sz="1400" dirty="0"/>
          </a:p>
        </p:txBody>
      </p:sp>
      <p:sp>
        <p:nvSpPr>
          <p:cNvPr id="1347" name="Shape 1345"/>
          <p:cNvSpPr/>
          <p:nvPr/>
        </p:nvSpPr>
        <p:spPr>
          <a:xfrm>
            <a:off x="6620256" y="5696712"/>
            <a:ext cx="1947672" cy="0"/>
          </a:xfrm>
          <a:prstGeom prst="line">
            <a:avLst/>
          </a:prstGeom>
          <a:noFill/>
          <a:ln w="10160">
            <a:solidFill>
              <a:srgbClr val="B7B7B7"/>
            </a:solidFill>
            <a:prstDash val="solid"/>
          </a:ln>
        </p:spPr>
      </p:sp>
      <p:sp>
        <p:nvSpPr>
          <p:cNvPr id="1348" name="Shape 1346"/>
          <p:cNvSpPr/>
          <p:nvPr/>
        </p:nvSpPr>
        <p:spPr>
          <a:xfrm>
            <a:off x="6620256" y="5166360"/>
            <a:ext cx="0" cy="530352"/>
          </a:xfrm>
          <a:prstGeom prst="line">
            <a:avLst/>
          </a:prstGeom>
          <a:noFill/>
          <a:ln w="10160">
            <a:solidFill>
              <a:srgbClr val="B7B7B7"/>
            </a:solidFill>
            <a:prstDash val="solid"/>
          </a:ln>
        </p:spPr>
      </p:sp>
      <p:sp>
        <p:nvSpPr>
          <p:cNvPr id="1349" name="Shape 1347"/>
          <p:cNvSpPr/>
          <p:nvPr/>
        </p:nvSpPr>
        <p:spPr>
          <a:xfrm flipV="1">
            <a:off x="6620256" y="5431536"/>
            <a:ext cx="486918" cy="180320"/>
          </a:xfrm>
          <a:prstGeom prst="line">
            <a:avLst/>
          </a:prstGeom>
          <a:noFill/>
          <a:ln w="16510">
            <a:solidFill>
              <a:srgbClr val="0F4D92"/>
            </a:solidFill>
            <a:prstDash val="solid"/>
          </a:ln>
        </p:spPr>
      </p:sp>
      <p:sp>
        <p:nvSpPr>
          <p:cNvPr id="1350" name="Shape 1348"/>
          <p:cNvSpPr/>
          <p:nvPr/>
        </p:nvSpPr>
        <p:spPr>
          <a:xfrm flipV="1">
            <a:off x="7107174" y="5293644"/>
            <a:ext cx="486918" cy="137892"/>
          </a:xfrm>
          <a:prstGeom prst="line">
            <a:avLst/>
          </a:prstGeom>
          <a:noFill/>
          <a:ln w="16510">
            <a:solidFill>
              <a:srgbClr val="0F4D92"/>
            </a:solidFill>
            <a:prstDash val="solid"/>
          </a:ln>
        </p:spPr>
      </p:sp>
      <p:sp>
        <p:nvSpPr>
          <p:cNvPr id="1351" name="Shape 1349"/>
          <p:cNvSpPr/>
          <p:nvPr/>
        </p:nvSpPr>
        <p:spPr>
          <a:xfrm flipV="1">
            <a:off x="7594092" y="5277734"/>
            <a:ext cx="486918" cy="15911"/>
          </a:xfrm>
          <a:prstGeom prst="line">
            <a:avLst/>
          </a:prstGeom>
          <a:noFill/>
          <a:ln w="16510">
            <a:solidFill>
              <a:srgbClr val="0F4D92"/>
            </a:solidFill>
            <a:prstDash val="solid"/>
          </a:ln>
        </p:spPr>
      </p:sp>
      <p:sp>
        <p:nvSpPr>
          <p:cNvPr id="1352" name="Shape 1350"/>
          <p:cNvSpPr/>
          <p:nvPr/>
        </p:nvSpPr>
        <p:spPr>
          <a:xfrm>
            <a:off x="8081010" y="5277734"/>
            <a:ext cx="486918" cy="5304"/>
          </a:xfrm>
          <a:prstGeom prst="line">
            <a:avLst/>
          </a:prstGeom>
          <a:noFill/>
          <a:ln w="16510">
            <a:solidFill>
              <a:srgbClr val="0F4D92"/>
            </a:solidFill>
            <a:prstDash val="solid"/>
          </a:ln>
        </p:spPr>
      </p:sp>
      <p:sp>
        <p:nvSpPr>
          <p:cNvPr id="1353" name="Shape 1351"/>
          <p:cNvSpPr/>
          <p:nvPr/>
        </p:nvSpPr>
        <p:spPr>
          <a:xfrm>
            <a:off x="7557516" y="5257068"/>
            <a:ext cx="73152" cy="73152"/>
          </a:xfrm>
          <a:prstGeom prst="ellipse">
            <a:avLst/>
          </a:prstGeom>
          <a:solidFill>
            <a:srgbClr val="C88931"/>
          </a:solidFill>
          <a:ln w="5080">
            <a:solidFill>
              <a:srgbClr val="C88931"/>
            </a:solidFill>
            <a:prstDash val="solid"/>
          </a:ln>
        </p:spPr>
      </p:sp>
      <p:sp>
        <p:nvSpPr>
          <p:cNvPr id="1354" name="Text 1352"/>
          <p:cNvSpPr/>
          <p:nvPr/>
        </p:nvSpPr>
        <p:spPr>
          <a:xfrm>
            <a:off x="6620256" y="57332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4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Accept</a:t>
            </a:r>
            <a:endParaRPr lang="en-US" sz="1100" dirty="0"/>
          </a:p>
        </p:txBody>
      </p:sp>
      <p:sp>
        <p:nvSpPr>
          <p:cNvPr id="1355" name="Text 1353"/>
          <p:cNvSpPr/>
          <p:nvPr/>
        </p:nvSpPr>
        <p:spPr>
          <a:xfrm>
            <a:off x="8065008" y="57332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893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Stop</a:t>
            </a:r>
            <a:endParaRPr lang="en-US" sz="1100" dirty="0"/>
          </a:p>
        </p:txBody>
      </p:sp>
      <p:sp>
        <p:nvSpPr>
          <p:cNvPr id="1356" name="Shape 1354"/>
          <p:cNvSpPr/>
          <p:nvPr/>
        </p:nvSpPr>
        <p:spPr>
          <a:xfrm>
            <a:off x="9326880" y="1591056"/>
            <a:ext cx="253288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357" name="Shape 1355"/>
          <p:cNvSpPr/>
          <p:nvPr/>
        </p:nvSpPr>
        <p:spPr>
          <a:xfrm>
            <a:off x="9326880" y="1591056"/>
            <a:ext cx="2532888" cy="274320"/>
          </a:xfrm>
          <a:prstGeom prst="rect">
            <a:avLst/>
          </a:prstGeom>
          <a:solidFill>
            <a:srgbClr val="F8F3F7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358" name="Text 1356"/>
          <p:cNvSpPr/>
          <p:nvPr/>
        </p:nvSpPr>
        <p:spPr>
          <a:xfrm>
            <a:off x="9418320" y="1613916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Selected modes</a:t>
            </a:r>
            <a:endParaRPr lang="en-US" sz="1400" dirty="0"/>
          </a:p>
        </p:txBody>
      </p:sp>
      <p:sp>
        <p:nvSpPr>
          <p:cNvPr id="1359" name="Shape 1357"/>
          <p:cNvSpPr/>
          <p:nvPr/>
        </p:nvSpPr>
        <p:spPr>
          <a:xfrm>
            <a:off x="9646920" y="2075688"/>
            <a:ext cx="2075688" cy="0"/>
          </a:xfrm>
          <a:prstGeom prst="line">
            <a:avLst/>
          </a:prstGeom>
          <a:noFill/>
          <a:ln w="5080">
            <a:solidFill>
              <a:srgbClr val="B7B7B7"/>
            </a:solidFill>
            <a:prstDash val="solid"/>
          </a:ln>
        </p:spPr>
      </p:sp>
      <p:sp>
        <p:nvSpPr>
          <p:cNvPr id="1360" name="Shape 1358"/>
          <p:cNvSpPr/>
          <p:nvPr/>
        </p:nvSpPr>
        <p:spPr>
          <a:xfrm flipV="1">
            <a:off x="9646920" y="2053121"/>
            <a:ext cx="29653" cy="2256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61" name="Shape 1359"/>
          <p:cNvSpPr/>
          <p:nvPr/>
        </p:nvSpPr>
        <p:spPr>
          <a:xfrm flipV="1">
            <a:off x="9676573" y="2043108"/>
            <a:ext cx="29653" cy="100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62" name="Shape 1360"/>
          <p:cNvSpPr/>
          <p:nvPr/>
        </p:nvSpPr>
        <p:spPr>
          <a:xfrm>
            <a:off x="9706225" y="2043108"/>
            <a:ext cx="29653" cy="224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63" name="Shape 1361"/>
          <p:cNvSpPr/>
          <p:nvPr/>
        </p:nvSpPr>
        <p:spPr>
          <a:xfrm>
            <a:off x="9735878" y="2045352"/>
            <a:ext cx="29653" cy="20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64" name="Shape 1362"/>
          <p:cNvSpPr/>
          <p:nvPr/>
        </p:nvSpPr>
        <p:spPr>
          <a:xfrm flipV="1">
            <a:off x="9765531" y="2037941"/>
            <a:ext cx="29653" cy="94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65" name="Shape 1363"/>
          <p:cNvSpPr/>
          <p:nvPr/>
        </p:nvSpPr>
        <p:spPr>
          <a:xfrm flipV="1">
            <a:off x="9795183" y="2019226"/>
            <a:ext cx="29653" cy="187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66" name="Shape 1364"/>
          <p:cNvSpPr/>
          <p:nvPr/>
        </p:nvSpPr>
        <p:spPr>
          <a:xfrm flipV="1">
            <a:off x="9824836" y="2004725"/>
            <a:ext cx="29653" cy="145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67" name="Shape 1365"/>
          <p:cNvSpPr/>
          <p:nvPr/>
        </p:nvSpPr>
        <p:spPr>
          <a:xfrm>
            <a:off x="9854489" y="2004725"/>
            <a:ext cx="29653" cy="55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68" name="Shape 1366"/>
          <p:cNvSpPr/>
          <p:nvPr/>
        </p:nvSpPr>
        <p:spPr>
          <a:xfrm>
            <a:off x="9884141" y="2005279"/>
            <a:ext cx="29653" cy="125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69" name="Shape 1367"/>
          <p:cNvSpPr/>
          <p:nvPr/>
        </p:nvSpPr>
        <p:spPr>
          <a:xfrm>
            <a:off x="9913794" y="2017805"/>
            <a:ext cx="29653" cy="108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70" name="Shape 1368"/>
          <p:cNvSpPr/>
          <p:nvPr/>
        </p:nvSpPr>
        <p:spPr>
          <a:xfrm flipV="1">
            <a:off x="9943447" y="2027848"/>
            <a:ext cx="29653" cy="7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71" name="Shape 1369"/>
          <p:cNvSpPr/>
          <p:nvPr/>
        </p:nvSpPr>
        <p:spPr>
          <a:xfrm flipV="1">
            <a:off x="9973100" y="2019779"/>
            <a:ext cx="29653" cy="80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72" name="Shape 1370"/>
          <p:cNvSpPr/>
          <p:nvPr/>
        </p:nvSpPr>
        <p:spPr>
          <a:xfrm flipV="1">
            <a:off x="10002752" y="2018226"/>
            <a:ext cx="29653" cy="155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73" name="Shape 1371"/>
          <p:cNvSpPr/>
          <p:nvPr/>
        </p:nvSpPr>
        <p:spPr>
          <a:xfrm>
            <a:off x="10032405" y="2018226"/>
            <a:ext cx="29653" cy="1360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74" name="Shape 1372"/>
          <p:cNvSpPr/>
          <p:nvPr/>
        </p:nvSpPr>
        <p:spPr>
          <a:xfrm>
            <a:off x="10062058" y="2031830"/>
            <a:ext cx="29653" cy="2291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75" name="Shape 1373"/>
          <p:cNvSpPr/>
          <p:nvPr/>
        </p:nvSpPr>
        <p:spPr>
          <a:xfrm>
            <a:off x="10091710" y="2054740"/>
            <a:ext cx="29653" cy="1775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76" name="Shape 1374"/>
          <p:cNvSpPr/>
          <p:nvPr/>
        </p:nvSpPr>
        <p:spPr>
          <a:xfrm>
            <a:off x="10121363" y="2072495"/>
            <a:ext cx="29653" cy="443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77" name="Shape 1375"/>
          <p:cNvSpPr/>
          <p:nvPr/>
        </p:nvSpPr>
        <p:spPr>
          <a:xfrm flipV="1">
            <a:off x="10151016" y="2074443"/>
            <a:ext cx="29653" cy="249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78" name="Shape 1376"/>
          <p:cNvSpPr/>
          <p:nvPr/>
        </p:nvSpPr>
        <p:spPr>
          <a:xfrm>
            <a:off x="10180668" y="2074443"/>
            <a:ext cx="29653" cy="443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79" name="Shape 1377"/>
          <p:cNvSpPr/>
          <p:nvPr/>
        </p:nvSpPr>
        <p:spPr>
          <a:xfrm>
            <a:off x="10210321" y="2078881"/>
            <a:ext cx="29653" cy="1775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80" name="Shape 1378"/>
          <p:cNvSpPr/>
          <p:nvPr/>
        </p:nvSpPr>
        <p:spPr>
          <a:xfrm>
            <a:off x="10239974" y="2096636"/>
            <a:ext cx="29653" cy="2291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81" name="Shape 1379"/>
          <p:cNvSpPr/>
          <p:nvPr/>
        </p:nvSpPr>
        <p:spPr>
          <a:xfrm>
            <a:off x="10269626" y="2119546"/>
            <a:ext cx="29653" cy="1360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82" name="Shape 1380"/>
          <p:cNvSpPr/>
          <p:nvPr/>
        </p:nvSpPr>
        <p:spPr>
          <a:xfrm flipV="1">
            <a:off x="10299279" y="2131597"/>
            <a:ext cx="29653" cy="155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83" name="Shape 1381"/>
          <p:cNvSpPr/>
          <p:nvPr/>
        </p:nvSpPr>
        <p:spPr>
          <a:xfrm flipV="1">
            <a:off x="10328932" y="2123528"/>
            <a:ext cx="29653" cy="80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84" name="Shape 1382"/>
          <p:cNvSpPr/>
          <p:nvPr/>
        </p:nvSpPr>
        <p:spPr>
          <a:xfrm flipV="1">
            <a:off x="10358584" y="2122758"/>
            <a:ext cx="29653" cy="7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85" name="Shape 1383"/>
          <p:cNvSpPr/>
          <p:nvPr/>
        </p:nvSpPr>
        <p:spPr>
          <a:xfrm>
            <a:off x="10388237" y="2122758"/>
            <a:ext cx="29653" cy="108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86" name="Shape 1384"/>
          <p:cNvSpPr/>
          <p:nvPr/>
        </p:nvSpPr>
        <p:spPr>
          <a:xfrm>
            <a:off x="10417890" y="2133571"/>
            <a:ext cx="29653" cy="125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87" name="Shape 1385"/>
          <p:cNvSpPr/>
          <p:nvPr/>
        </p:nvSpPr>
        <p:spPr>
          <a:xfrm>
            <a:off x="10447543" y="2146097"/>
            <a:ext cx="29653" cy="55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88" name="Shape 1386"/>
          <p:cNvSpPr/>
          <p:nvPr/>
        </p:nvSpPr>
        <p:spPr>
          <a:xfrm flipV="1">
            <a:off x="10477195" y="2132150"/>
            <a:ext cx="29653" cy="145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89" name="Shape 1387"/>
          <p:cNvSpPr/>
          <p:nvPr/>
        </p:nvSpPr>
        <p:spPr>
          <a:xfrm flipV="1">
            <a:off x="10506848" y="2113435"/>
            <a:ext cx="29653" cy="187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90" name="Shape 1388"/>
          <p:cNvSpPr/>
          <p:nvPr/>
        </p:nvSpPr>
        <p:spPr>
          <a:xfrm flipV="1">
            <a:off x="10536501" y="2104009"/>
            <a:ext cx="29653" cy="94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91" name="Shape 1389"/>
          <p:cNvSpPr/>
          <p:nvPr/>
        </p:nvSpPr>
        <p:spPr>
          <a:xfrm>
            <a:off x="10566153" y="2104009"/>
            <a:ext cx="29653" cy="20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92" name="Shape 1390"/>
          <p:cNvSpPr/>
          <p:nvPr/>
        </p:nvSpPr>
        <p:spPr>
          <a:xfrm>
            <a:off x="10595806" y="2106024"/>
            <a:ext cx="29653" cy="224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93" name="Shape 1391"/>
          <p:cNvSpPr/>
          <p:nvPr/>
        </p:nvSpPr>
        <p:spPr>
          <a:xfrm flipV="1">
            <a:off x="10625459" y="2098255"/>
            <a:ext cx="29653" cy="100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94" name="Shape 1392"/>
          <p:cNvSpPr/>
          <p:nvPr/>
        </p:nvSpPr>
        <p:spPr>
          <a:xfrm flipV="1">
            <a:off x="10655111" y="2075688"/>
            <a:ext cx="29653" cy="2256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95" name="Shape 1393"/>
          <p:cNvSpPr/>
          <p:nvPr/>
        </p:nvSpPr>
        <p:spPr>
          <a:xfrm flipV="1">
            <a:off x="10684764" y="2053121"/>
            <a:ext cx="29653" cy="2256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96" name="Shape 1394"/>
          <p:cNvSpPr/>
          <p:nvPr/>
        </p:nvSpPr>
        <p:spPr>
          <a:xfrm flipV="1">
            <a:off x="10714417" y="2043108"/>
            <a:ext cx="29653" cy="100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97" name="Shape 1395"/>
          <p:cNvSpPr/>
          <p:nvPr/>
        </p:nvSpPr>
        <p:spPr>
          <a:xfrm>
            <a:off x="10744069" y="2043108"/>
            <a:ext cx="29653" cy="224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98" name="Shape 1396"/>
          <p:cNvSpPr/>
          <p:nvPr/>
        </p:nvSpPr>
        <p:spPr>
          <a:xfrm>
            <a:off x="10773722" y="2045352"/>
            <a:ext cx="29653" cy="20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399" name="Shape 1397"/>
          <p:cNvSpPr/>
          <p:nvPr/>
        </p:nvSpPr>
        <p:spPr>
          <a:xfrm flipV="1">
            <a:off x="10803375" y="2037941"/>
            <a:ext cx="29653" cy="94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00" name="Shape 1398"/>
          <p:cNvSpPr/>
          <p:nvPr/>
        </p:nvSpPr>
        <p:spPr>
          <a:xfrm flipV="1">
            <a:off x="10833027" y="2019226"/>
            <a:ext cx="29653" cy="187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01" name="Shape 1399"/>
          <p:cNvSpPr/>
          <p:nvPr/>
        </p:nvSpPr>
        <p:spPr>
          <a:xfrm flipV="1">
            <a:off x="10862680" y="2004725"/>
            <a:ext cx="29653" cy="145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02" name="Shape 1400"/>
          <p:cNvSpPr/>
          <p:nvPr/>
        </p:nvSpPr>
        <p:spPr>
          <a:xfrm>
            <a:off x="10892333" y="2004725"/>
            <a:ext cx="29653" cy="55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03" name="Shape 1401"/>
          <p:cNvSpPr/>
          <p:nvPr/>
        </p:nvSpPr>
        <p:spPr>
          <a:xfrm>
            <a:off x="10921985" y="2005279"/>
            <a:ext cx="29653" cy="125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04" name="Shape 1402"/>
          <p:cNvSpPr/>
          <p:nvPr/>
        </p:nvSpPr>
        <p:spPr>
          <a:xfrm>
            <a:off x="10951638" y="2017805"/>
            <a:ext cx="29653" cy="108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05" name="Shape 1403"/>
          <p:cNvSpPr/>
          <p:nvPr/>
        </p:nvSpPr>
        <p:spPr>
          <a:xfrm flipV="1">
            <a:off x="10981291" y="2027848"/>
            <a:ext cx="29653" cy="7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06" name="Shape 1404"/>
          <p:cNvSpPr/>
          <p:nvPr/>
        </p:nvSpPr>
        <p:spPr>
          <a:xfrm flipV="1">
            <a:off x="11010944" y="2019779"/>
            <a:ext cx="29653" cy="80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07" name="Shape 1405"/>
          <p:cNvSpPr/>
          <p:nvPr/>
        </p:nvSpPr>
        <p:spPr>
          <a:xfrm flipV="1">
            <a:off x="11040596" y="2018226"/>
            <a:ext cx="29653" cy="155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08" name="Shape 1406"/>
          <p:cNvSpPr/>
          <p:nvPr/>
        </p:nvSpPr>
        <p:spPr>
          <a:xfrm>
            <a:off x="11070249" y="2018226"/>
            <a:ext cx="29653" cy="1360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09" name="Shape 1407"/>
          <p:cNvSpPr/>
          <p:nvPr/>
        </p:nvSpPr>
        <p:spPr>
          <a:xfrm>
            <a:off x="11099902" y="2031830"/>
            <a:ext cx="29653" cy="2291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10" name="Shape 1408"/>
          <p:cNvSpPr/>
          <p:nvPr/>
        </p:nvSpPr>
        <p:spPr>
          <a:xfrm>
            <a:off x="11129554" y="2054740"/>
            <a:ext cx="29653" cy="1775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11" name="Shape 1409"/>
          <p:cNvSpPr/>
          <p:nvPr/>
        </p:nvSpPr>
        <p:spPr>
          <a:xfrm>
            <a:off x="11159207" y="2072495"/>
            <a:ext cx="29653" cy="443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12" name="Shape 1410"/>
          <p:cNvSpPr/>
          <p:nvPr/>
        </p:nvSpPr>
        <p:spPr>
          <a:xfrm flipV="1">
            <a:off x="11188860" y="2074443"/>
            <a:ext cx="29653" cy="249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13" name="Shape 1411"/>
          <p:cNvSpPr/>
          <p:nvPr/>
        </p:nvSpPr>
        <p:spPr>
          <a:xfrm>
            <a:off x="11218512" y="2074443"/>
            <a:ext cx="29653" cy="4439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14" name="Shape 1412"/>
          <p:cNvSpPr/>
          <p:nvPr/>
        </p:nvSpPr>
        <p:spPr>
          <a:xfrm>
            <a:off x="11248165" y="2078881"/>
            <a:ext cx="29653" cy="1775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15" name="Shape 1413"/>
          <p:cNvSpPr/>
          <p:nvPr/>
        </p:nvSpPr>
        <p:spPr>
          <a:xfrm>
            <a:off x="11277818" y="2096636"/>
            <a:ext cx="29653" cy="2291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16" name="Shape 1414"/>
          <p:cNvSpPr/>
          <p:nvPr/>
        </p:nvSpPr>
        <p:spPr>
          <a:xfrm>
            <a:off x="11307470" y="2119546"/>
            <a:ext cx="29653" cy="1360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17" name="Shape 1415"/>
          <p:cNvSpPr/>
          <p:nvPr/>
        </p:nvSpPr>
        <p:spPr>
          <a:xfrm flipV="1">
            <a:off x="11337123" y="2131597"/>
            <a:ext cx="29653" cy="155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18" name="Shape 1416"/>
          <p:cNvSpPr/>
          <p:nvPr/>
        </p:nvSpPr>
        <p:spPr>
          <a:xfrm flipV="1">
            <a:off x="11366776" y="2123528"/>
            <a:ext cx="29653" cy="80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19" name="Shape 1417"/>
          <p:cNvSpPr/>
          <p:nvPr/>
        </p:nvSpPr>
        <p:spPr>
          <a:xfrm flipV="1">
            <a:off x="11396428" y="2122758"/>
            <a:ext cx="29653" cy="770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20" name="Shape 1418"/>
          <p:cNvSpPr/>
          <p:nvPr/>
        </p:nvSpPr>
        <p:spPr>
          <a:xfrm>
            <a:off x="11426081" y="2122758"/>
            <a:ext cx="29653" cy="108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21" name="Shape 1419"/>
          <p:cNvSpPr/>
          <p:nvPr/>
        </p:nvSpPr>
        <p:spPr>
          <a:xfrm>
            <a:off x="11455734" y="2133571"/>
            <a:ext cx="29653" cy="125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22" name="Shape 1420"/>
          <p:cNvSpPr/>
          <p:nvPr/>
        </p:nvSpPr>
        <p:spPr>
          <a:xfrm>
            <a:off x="11485387" y="2146097"/>
            <a:ext cx="29653" cy="55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23" name="Shape 1421"/>
          <p:cNvSpPr/>
          <p:nvPr/>
        </p:nvSpPr>
        <p:spPr>
          <a:xfrm flipV="1">
            <a:off x="11515039" y="2132150"/>
            <a:ext cx="29653" cy="14501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24" name="Shape 1422"/>
          <p:cNvSpPr/>
          <p:nvPr/>
        </p:nvSpPr>
        <p:spPr>
          <a:xfrm flipV="1">
            <a:off x="11544692" y="2113435"/>
            <a:ext cx="29653" cy="187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25" name="Shape 1423"/>
          <p:cNvSpPr/>
          <p:nvPr/>
        </p:nvSpPr>
        <p:spPr>
          <a:xfrm flipV="1">
            <a:off x="11574345" y="2104009"/>
            <a:ext cx="29653" cy="9426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26" name="Shape 1424"/>
          <p:cNvSpPr/>
          <p:nvPr/>
        </p:nvSpPr>
        <p:spPr>
          <a:xfrm>
            <a:off x="11603997" y="2104009"/>
            <a:ext cx="29653" cy="2015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27" name="Shape 1425"/>
          <p:cNvSpPr/>
          <p:nvPr/>
        </p:nvSpPr>
        <p:spPr>
          <a:xfrm>
            <a:off x="11633650" y="2106024"/>
            <a:ext cx="29653" cy="2244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28" name="Shape 1426"/>
          <p:cNvSpPr/>
          <p:nvPr/>
        </p:nvSpPr>
        <p:spPr>
          <a:xfrm flipV="1">
            <a:off x="11663303" y="2098255"/>
            <a:ext cx="29653" cy="10013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29" name="Shape 1427"/>
          <p:cNvSpPr/>
          <p:nvPr/>
        </p:nvSpPr>
        <p:spPr>
          <a:xfrm flipV="1">
            <a:off x="11692955" y="2075688"/>
            <a:ext cx="29653" cy="22567"/>
          </a:xfrm>
          <a:prstGeom prst="line">
            <a:avLst/>
          </a:prstGeom>
          <a:noFill/>
          <a:ln w="14605">
            <a:solidFill>
              <a:srgbClr val="0F4D92"/>
            </a:solidFill>
            <a:prstDash val="solid"/>
          </a:ln>
        </p:spPr>
      </p:sp>
      <p:sp>
        <p:nvSpPr>
          <p:cNvPr id="1430" name="Text 1428"/>
          <p:cNvSpPr/>
          <p:nvPr/>
        </p:nvSpPr>
        <p:spPr>
          <a:xfrm>
            <a:off x="9436608" y="19659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4D9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1431" name="Shape 1429"/>
          <p:cNvSpPr/>
          <p:nvPr/>
        </p:nvSpPr>
        <p:spPr>
          <a:xfrm>
            <a:off x="9646920" y="2350008"/>
            <a:ext cx="2075688" cy="0"/>
          </a:xfrm>
          <a:prstGeom prst="line">
            <a:avLst/>
          </a:prstGeom>
          <a:noFill/>
          <a:ln w="5080">
            <a:solidFill>
              <a:srgbClr val="B7B7B7"/>
            </a:solidFill>
            <a:prstDash val="solid"/>
          </a:ln>
        </p:spPr>
      </p:sp>
      <p:sp>
        <p:nvSpPr>
          <p:cNvPr id="1432" name="Shape 1430"/>
          <p:cNvSpPr/>
          <p:nvPr/>
        </p:nvSpPr>
        <p:spPr>
          <a:xfrm flipV="1">
            <a:off x="9646920" y="2322066"/>
            <a:ext cx="29653" cy="2794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33" name="Shape 1431"/>
          <p:cNvSpPr/>
          <p:nvPr/>
        </p:nvSpPr>
        <p:spPr>
          <a:xfrm flipV="1">
            <a:off x="9676573" y="2307502"/>
            <a:ext cx="29653" cy="1456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34" name="Shape 1432"/>
          <p:cNvSpPr/>
          <p:nvPr/>
        </p:nvSpPr>
        <p:spPr>
          <a:xfrm flipV="1">
            <a:off x="9706225" y="2306774"/>
            <a:ext cx="29653" cy="728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35" name="Shape 1433"/>
          <p:cNvSpPr/>
          <p:nvPr/>
        </p:nvSpPr>
        <p:spPr>
          <a:xfrm>
            <a:off x="9735878" y="2306774"/>
            <a:ext cx="29653" cy="123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36" name="Shape 1434"/>
          <p:cNvSpPr/>
          <p:nvPr/>
        </p:nvSpPr>
        <p:spPr>
          <a:xfrm flipV="1">
            <a:off x="9765531" y="2300396"/>
            <a:ext cx="29653" cy="761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37" name="Shape 1435"/>
          <p:cNvSpPr/>
          <p:nvPr/>
        </p:nvSpPr>
        <p:spPr>
          <a:xfrm flipV="1">
            <a:off x="9795183" y="2286271"/>
            <a:ext cx="29653" cy="1412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38" name="Shape 1436"/>
          <p:cNvSpPr/>
          <p:nvPr/>
        </p:nvSpPr>
        <p:spPr>
          <a:xfrm flipV="1">
            <a:off x="9824836" y="2279045"/>
            <a:ext cx="29653" cy="722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39" name="Shape 1437"/>
          <p:cNvSpPr/>
          <p:nvPr/>
        </p:nvSpPr>
        <p:spPr>
          <a:xfrm>
            <a:off x="9854489" y="2279045"/>
            <a:ext cx="29653" cy="1016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40" name="Shape 1438"/>
          <p:cNvSpPr/>
          <p:nvPr/>
        </p:nvSpPr>
        <p:spPr>
          <a:xfrm>
            <a:off x="9884141" y="2289208"/>
            <a:ext cx="29653" cy="2387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41" name="Shape 1439"/>
          <p:cNvSpPr/>
          <p:nvPr/>
        </p:nvSpPr>
        <p:spPr>
          <a:xfrm>
            <a:off x="9913794" y="2313082"/>
            <a:ext cx="29653" cy="2310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42" name="Shape 1440"/>
          <p:cNvSpPr/>
          <p:nvPr/>
        </p:nvSpPr>
        <p:spPr>
          <a:xfrm>
            <a:off x="9943447" y="2336184"/>
            <a:ext cx="29653" cy="1151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43" name="Shape 1441"/>
          <p:cNvSpPr/>
          <p:nvPr/>
        </p:nvSpPr>
        <p:spPr>
          <a:xfrm>
            <a:off x="9973100" y="2347699"/>
            <a:ext cx="29653" cy="319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44" name="Shape 1442"/>
          <p:cNvSpPr/>
          <p:nvPr/>
        </p:nvSpPr>
        <p:spPr>
          <a:xfrm>
            <a:off x="10002752" y="2350889"/>
            <a:ext cx="29653" cy="766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45" name="Shape 1443"/>
          <p:cNvSpPr/>
          <p:nvPr/>
        </p:nvSpPr>
        <p:spPr>
          <a:xfrm>
            <a:off x="10032405" y="2358551"/>
            <a:ext cx="29653" cy="1983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46" name="Shape 1444"/>
          <p:cNvSpPr/>
          <p:nvPr/>
        </p:nvSpPr>
        <p:spPr>
          <a:xfrm>
            <a:off x="10062058" y="2378386"/>
            <a:ext cx="29653" cy="2537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47" name="Shape 1445"/>
          <p:cNvSpPr/>
          <p:nvPr/>
        </p:nvSpPr>
        <p:spPr>
          <a:xfrm>
            <a:off x="10091710" y="2403763"/>
            <a:ext cx="29653" cy="1590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48" name="Shape 1446"/>
          <p:cNvSpPr/>
          <p:nvPr/>
        </p:nvSpPr>
        <p:spPr>
          <a:xfrm flipV="1">
            <a:off x="10121363" y="2417653"/>
            <a:ext cx="29653" cy="201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49" name="Shape 1447"/>
          <p:cNvSpPr/>
          <p:nvPr/>
        </p:nvSpPr>
        <p:spPr>
          <a:xfrm flipV="1">
            <a:off x="10151016" y="2404146"/>
            <a:ext cx="29653" cy="1350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50" name="Shape 1448"/>
          <p:cNvSpPr/>
          <p:nvPr/>
        </p:nvSpPr>
        <p:spPr>
          <a:xfrm flipV="1">
            <a:off x="10180668" y="2393357"/>
            <a:ext cx="29653" cy="1078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51" name="Shape 1449"/>
          <p:cNvSpPr/>
          <p:nvPr/>
        </p:nvSpPr>
        <p:spPr>
          <a:xfrm flipV="1">
            <a:off x="10210321" y="2392337"/>
            <a:ext cx="29653" cy="102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52" name="Shape 1450"/>
          <p:cNvSpPr/>
          <p:nvPr/>
        </p:nvSpPr>
        <p:spPr>
          <a:xfrm>
            <a:off x="10239974" y="2392337"/>
            <a:ext cx="29653" cy="152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53" name="Shape 1451"/>
          <p:cNvSpPr/>
          <p:nvPr/>
        </p:nvSpPr>
        <p:spPr>
          <a:xfrm flipV="1">
            <a:off x="10269626" y="2384647"/>
            <a:ext cx="29653" cy="9218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54" name="Shape 1452"/>
          <p:cNvSpPr/>
          <p:nvPr/>
        </p:nvSpPr>
        <p:spPr>
          <a:xfrm flipV="1">
            <a:off x="10299279" y="2360143"/>
            <a:ext cx="29653" cy="2450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55" name="Shape 1453"/>
          <p:cNvSpPr/>
          <p:nvPr/>
        </p:nvSpPr>
        <p:spPr>
          <a:xfrm flipV="1">
            <a:off x="10328932" y="2330373"/>
            <a:ext cx="29653" cy="2977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56" name="Shape 1454"/>
          <p:cNvSpPr/>
          <p:nvPr/>
        </p:nvSpPr>
        <p:spPr>
          <a:xfrm flipV="1">
            <a:off x="10358584" y="2310510"/>
            <a:ext cx="29653" cy="1986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57" name="Shape 1455"/>
          <p:cNvSpPr/>
          <p:nvPr/>
        </p:nvSpPr>
        <p:spPr>
          <a:xfrm flipV="1">
            <a:off x="10388237" y="2306076"/>
            <a:ext cx="29653" cy="443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58" name="Shape 1456"/>
          <p:cNvSpPr/>
          <p:nvPr/>
        </p:nvSpPr>
        <p:spPr>
          <a:xfrm>
            <a:off x="10417890" y="2306076"/>
            <a:ext cx="29653" cy="216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59" name="Shape 1457"/>
          <p:cNvSpPr/>
          <p:nvPr/>
        </p:nvSpPr>
        <p:spPr>
          <a:xfrm flipV="1">
            <a:off x="10447543" y="2304091"/>
            <a:ext cx="29653" cy="415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60" name="Shape 1458"/>
          <p:cNvSpPr/>
          <p:nvPr/>
        </p:nvSpPr>
        <p:spPr>
          <a:xfrm flipV="1">
            <a:off x="10477195" y="2290973"/>
            <a:ext cx="29653" cy="1311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61" name="Shape 1459"/>
          <p:cNvSpPr/>
          <p:nvPr/>
        </p:nvSpPr>
        <p:spPr>
          <a:xfrm flipV="1">
            <a:off x="10506848" y="2279806"/>
            <a:ext cx="29653" cy="1116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62" name="Shape 1460"/>
          <p:cNvSpPr/>
          <p:nvPr/>
        </p:nvSpPr>
        <p:spPr>
          <a:xfrm>
            <a:off x="10536501" y="2279806"/>
            <a:ext cx="29653" cy="398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63" name="Shape 1461"/>
          <p:cNvSpPr/>
          <p:nvPr/>
        </p:nvSpPr>
        <p:spPr>
          <a:xfrm>
            <a:off x="10566153" y="2283790"/>
            <a:ext cx="29653" cy="2062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64" name="Shape 1462"/>
          <p:cNvSpPr/>
          <p:nvPr/>
        </p:nvSpPr>
        <p:spPr>
          <a:xfrm>
            <a:off x="10595806" y="2304414"/>
            <a:ext cx="29653" cy="2506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65" name="Shape 1463"/>
          <p:cNvSpPr/>
          <p:nvPr/>
        </p:nvSpPr>
        <p:spPr>
          <a:xfrm>
            <a:off x="10625459" y="2329481"/>
            <a:ext cx="29653" cy="1577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66" name="Shape 1464"/>
          <p:cNvSpPr/>
          <p:nvPr/>
        </p:nvSpPr>
        <p:spPr>
          <a:xfrm>
            <a:off x="10655111" y="2345256"/>
            <a:ext cx="29653" cy="475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67" name="Shape 1465"/>
          <p:cNvSpPr/>
          <p:nvPr/>
        </p:nvSpPr>
        <p:spPr>
          <a:xfrm>
            <a:off x="10684764" y="2350008"/>
            <a:ext cx="29653" cy="475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68" name="Shape 1466"/>
          <p:cNvSpPr/>
          <p:nvPr/>
        </p:nvSpPr>
        <p:spPr>
          <a:xfrm>
            <a:off x="10714417" y="2354760"/>
            <a:ext cx="29653" cy="1577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69" name="Shape 1467"/>
          <p:cNvSpPr/>
          <p:nvPr/>
        </p:nvSpPr>
        <p:spPr>
          <a:xfrm>
            <a:off x="10744069" y="2370535"/>
            <a:ext cx="29653" cy="2506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70" name="Shape 1468"/>
          <p:cNvSpPr/>
          <p:nvPr/>
        </p:nvSpPr>
        <p:spPr>
          <a:xfrm>
            <a:off x="10773722" y="2395602"/>
            <a:ext cx="29653" cy="2062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71" name="Shape 1469"/>
          <p:cNvSpPr/>
          <p:nvPr/>
        </p:nvSpPr>
        <p:spPr>
          <a:xfrm>
            <a:off x="10803375" y="2416226"/>
            <a:ext cx="29653" cy="398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72" name="Shape 1470"/>
          <p:cNvSpPr/>
          <p:nvPr/>
        </p:nvSpPr>
        <p:spPr>
          <a:xfrm flipV="1">
            <a:off x="10833027" y="2409043"/>
            <a:ext cx="29653" cy="1116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73" name="Shape 1471"/>
          <p:cNvSpPr/>
          <p:nvPr/>
        </p:nvSpPr>
        <p:spPr>
          <a:xfrm flipV="1">
            <a:off x="10862680" y="2395925"/>
            <a:ext cx="29653" cy="1311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74" name="Shape 1472"/>
          <p:cNvSpPr/>
          <p:nvPr/>
        </p:nvSpPr>
        <p:spPr>
          <a:xfrm flipV="1">
            <a:off x="10892333" y="2391773"/>
            <a:ext cx="29653" cy="415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75" name="Shape 1473"/>
          <p:cNvSpPr/>
          <p:nvPr/>
        </p:nvSpPr>
        <p:spPr>
          <a:xfrm>
            <a:off x="10921985" y="2391773"/>
            <a:ext cx="29653" cy="216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76" name="Shape 1474"/>
          <p:cNvSpPr/>
          <p:nvPr/>
        </p:nvSpPr>
        <p:spPr>
          <a:xfrm flipV="1">
            <a:off x="10951638" y="2389506"/>
            <a:ext cx="29653" cy="443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77" name="Shape 1475"/>
          <p:cNvSpPr/>
          <p:nvPr/>
        </p:nvSpPr>
        <p:spPr>
          <a:xfrm flipV="1">
            <a:off x="10981291" y="2369643"/>
            <a:ext cx="29653" cy="1986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78" name="Shape 1476"/>
          <p:cNvSpPr/>
          <p:nvPr/>
        </p:nvSpPr>
        <p:spPr>
          <a:xfrm flipV="1">
            <a:off x="11010944" y="2339873"/>
            <a:ext cx="29653" cy="2977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79" name="Shape 1477"/>
          <p:cNvSpPr/>
          <p:nvPr/>
        </p:nvSpPr>
        <p:spPr>
          <a:xfrm flipV="1">
            <a:off x="11040596" y="2315369"/>
            <a:ext cx="29653" cy="2450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80" name="Shape 1478"/>
          <p:cNvSpPr/>
          <p:nvPr/>
        </p:nvSpPr>
        <p:spPr>
          <a:xfrm flipV="1">
            <a:off x="11070249" y="2306150"/>
            <a:ext cx="29653" cy="9218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81" name="Shape 1479"/>
          <p:cNvSpPr/>
          <p:nvPr/>
        </p:nvSpPr>
        <p:spPr>
          <a:xfrm>
            <a:off x="11099902" y="2306150"/>
            <a:ext cx="29653" cy="152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82" name="Shape 1480"/>
          <p:cNvSpPr/>
          <p:nvPr/>
        </p:nvSpPr>
        <p:spPr>
          <a:xfrm flipV="1">
            <a:off x="11129554" y="2306659"/>
            <a:ext cx="29653" cy="102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83" name="Shape 1481"/>
          <p:cNvSpPr/>
          <p:nvPr/>
        </p:nvSpPr>
        <p:spPr>
          <a:xfrm flipV="1">
            <a:off x="11159207" y="2295870"/>
            <a:ext cx="29653" cy="10789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84" name="Shape 1482"/>
          <p:cNvSpPr/>
          <p:nvPr/>
        </p:nvSpPr>
        <p:spPr>
          <a:xfrm flipV="1">
            <a:off x="11188860" y="2282363"/>
            <a:ext cx="29653" cy="13507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85" name="Shape 1483"/>
          <p:cNvSpPr/>
          <p:nvPr/>
        </p:nvSpPr>
        <p:spPr>
          <a:xfrm flipV="1">
            <a:off x="11218512" y="2280351"/>
            <a:ext cx="29653" cy="201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86" name="Shape 1484"/>
          <p:cNvSpPr/>
          <p:nvPr/>
        </p:nvSpPr>
        <p:spPr>
          <a:xfrm>
            <a:off x="11248165" y="2280351"/>
            <a:ext cx="29653" cy="1590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87" name="Shape 1485"/>
          <p:cNvSpPr/>
          <p:nvPr/>
        </p:nvSpPr>
        <p:spPr>
          <a:xfrm>
            <a:off x="11277818" y="2296253"/>
            <a:ext cx="29653" cy="2537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88" name="Shape 1486"/>
          <p:cNvSpPr/>
          <p:nvPr/>
        </p:nvSpPr>
        <p:spPr>
          <a:xfrm>
            <a:off x="11307470" y="2321630"/>
            <a:ext cx="29653" cy="1983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89" name="Shape 1487"/>
          <p:cNvSpPr/>
          <p:nvPr/>
        </p:nvSpPr>
        <p:spPr>
          <a:xfrm>
            <a:off x="11337123" y="2341465"/>
            <a:ext cx="29653" cy="766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90" name="Shape 1488"/>
          <p:cNvSpPr/>
          <p:nvPr/>
        </p:nvSpPr>
        <p:spPr>
          <a:xfrm>
            <a:off x="11366776" y="2349127"/>
            <a:ext cx="29653" cy="319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91" name="Shape 1489"/>
          <p:cNvSpPr/>
          <p:nvPr/>
        </p:nvSpPr>
        <p:spPr>
          <a:xfrm>
            <a:off x="11396428" y="2352317"/>
            <a:ext cx="29653" cy="1151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92" name="Shape 1490"/>
          <p:cNvSpPr/>
          <p:nvPr/>
        </p:nvSpPr>
        <p:spPr>
          <a:xfrm>
            <a:off x="11426081" y="2363832"/>
            <a:ext cx="29653" cy="2310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93" name="Shape 1491"/>
          <p:cNvSpPr/>
          <p:nvPr/>
        </p:nvSpPr>
        <p:spPr>
          <a:xfrm>
            <a:off x="11455734" y="2386934"/>
            <a:ext cx="29653" cy="23874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94" name="Shape 1492"/>
          <p:cNvSpPr/>
          <p:nvPr/>
        </p:nvSpPr>
        <p:spPr>
          <a:xfrm>
            <a:off x="11485387" y="2410808"/>
            <a:ext cx="29653" cy="1016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95" name="Shape 1493"/>
          <p:cNvSpPr/>
          <p:nvPr/>
        </p:nvSpPr>
        <p:spPr>
          <a:xfrm flipV="1">
            <a:off x="11515039" y="2413745"/>
            <a:ext cx="29653" cy="7226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96" name="Shape 1494"/>
          <p:cNvSpPr/>
          <p:nvPr/>
        </p:nvSpPr>
        <p:spPr>
          <a:xfrm flipV="1">
            <a:off x="11544692" y="2399620"/>
            <a:ext cx="29653" cy="14125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97" name="Shape 1495"/>
          <p:cNvSpPr/>
          <p:nvPr/>
        </p:nvSpPr>
        <p:spPr>
          <a:xfrm flipV="1">
            <a:off x="11574345" y="2392011"/>
            <a:ext cx="29653" cy="7610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98" name="Shape 1496"/>
          <p:cNvSpPr/>
          <p:nvPr/>
        </p:nvSpPr>
        <p:spPr>
          <a:xfrm>
            <a:off x="11603997" y="2392011"/>
            <a:ext cx="29653" cy="1231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499" name="Shape 1497"/>
          <p:cNvSpPr/>
          <p:nvPr/>
        </p:nvSpPr>
        <p:spPr>
          <a:xfrm flipV="1">
            <a:off x="11633650" y="2392514"/>
            <a:ext cx="29653" cy="728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500" name="Shape 1498"/>
          <p:cNvSpPr/>
          <p:nvPr/>
        </p:nvSpPr>
        <p:spPr>
          <a:xfrm flipV="1">
            <a:off x="11663303" y="2377950"/>
            <a:ext cx="29653" cy="14563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501" name="Shape 1499"/>
          <p:cNvSpPr/>
          <p:nvPr/>
        </p:nvSpPr>
        <p:spPr>
          <a:xfrm flipV="1">
            <a:off x="11692955" y="2350008"/>
            <a:ext cx="29653" cy="27942"/>
          </a:xfrm>
          <a:prstGeom prst="line">
            <a:avLst/>
          </a:prstGeom>
          <a:noFill/>
          <a:ln w="14605">
            <a:solidFill>
              <a:srgbClr val="42949E"/>
            </a:solidFill>
            <a:prstDash val="solid"/>
          </a:ln>
        </p:spPr>
      </p:sp>
      <p:sp>
        <p:nvSpPr>
          <p:cNvPr id="1502" name="Text 1500"/>
          <p:cNvSpPr/>
          <p:nvPr/>
        </p:nvSpPr>
        <p:spPr>
          <a:xfrm>
            <a:off x="9436608" y="224028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94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1503" name="Shape 1501"/>
          <p:cNvSpPr/>
          <p:nvPr/>
        </p:nvSpPr>
        <p:spPr>
          <a:xfrm>
            <a:off x="9646920" y="2624328"/>
            <a:ext cx="2075688" cy="0"/>
          </a:xfrm>
          <a:prstGeom prst="line">
            <a:avLst/>
          </a:prstGeom>
          <a:noFill/>
          <a:ln w="5080">
            <a:solidFill>
              <a:srgbClr val="B7B7B7"/>
            </a:solidFill>
            <a:prstDash val="solid"/>
          </a:ln>
        </p:spPr>
      </p:sp>
      <p:sp>
        <p:nvSpPr>
          <p:cNvPr id="1504" name="Shape 1502"/>
          <p:cNvSpPr/>
          <p:nvPr/>
        </p:nvSpPr>
        <p:spPr>
          <a:xfrm flipV="1">
            <a:off x="9646920" y="2591142"/>
            <a:ext cx="29653" cy="3318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05" name="Shape 1503"/>
          <p:cNvSpPr/>
          <p:nvPr/>
        </p:nvSpPr>
        <p:spPr>
          <a:xfrm flipV="1">
            <a:off x="9676573" y="2572910"/>
            <a:ext cx="29653" cy="1823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06" name="Shape 1504"/>
          <p:cNvSpPr/>
          <p:nvPr/>
        </p:nvSpPr>
        <p:spPr>
          <a:xfrm flipV="1">
            <a:off x="9706225" y="2571398"/>
            <a:ext cx="29653" cy="151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07" name="Shape 1505"/>
          <p:cNvSpPr/>
          <p:nvPr/>
        </p:nvSpPr>
        <p:spPr>
          <a:xfrm>
            <a:off x="9735878" y="2571398"/>
            <a:ext cx="29653" cy="414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08" name="Shape 1506"/>
          <p:cNvSpPr/>
          <p:nvPr/>
        </p:nvSpPr>
        <p:spPr>
          <a:xfrm flipV="1">
            <a:off x="9765531" y="2574716"/>
            <a:ext cx="29653" cy="82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09" name="Shape 1507"/>
          <p:cNvSpPr/>
          <p:nvPr/>
        </p:nvSpPr>
        <p:spPr>
          <a:xfrm flipV="1">
            <a:off x="9795183" y="2570694"/>
            <a:ext cx="29653" cy="402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10" name="Shape 1508"/>
          <p:cNvSpPr/>
          <p:nvPr/>
        </p:nvSpPr>
        <p:spPr>
          <a:xfrm>
            <a:off x="9824836" y="2570694"/>
            <a:ext cx="29653" cy="499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11" name="Shape 1509"/>
          <p:cNvSpPr/>
          <p:nvPr/>
        </p:nvSpPr>
        <p:spPr>
          <a:xfrm>
            <a:off x="9854489" y="2575687"/>
            <a:ext cx="29653" cy="2277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12" name="Shape 1510"/>
          <p:cNvSpPr/>
          <p:nvPr/>
        </p:nvSpPr>
        <p:spPr>
          <a:xfrm>
            <a:off x="9884141" y="2598463"/>
            <a:ext cx="29653" cy="3487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13" name="Shape 1511"/>
          <p:cNvSpPr/>
          <p:nvPr/>
        </p:nvSpPr>
        <p:spPr>
          <a:xfrm>
            <a:off x="9913794" y="2633339"/>
            <a:ext cx="29653" cy="3048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14" name="Shape 1512"/>
          <p:cNvSpPr/>
          <p:nvPr/>
        </p:nvSpPr>
        <p:spPr>
          <a:xfrm>
            <a:off x="9943447" y="2663826"/>
            <a:ext cx="29653" cy="1357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15" name="Shape 1513"/>
          <p:cNvSpPr/>
          <p:nvPr/>
        </p:nvSpPr>
        <p:spPr>
          <a:xfrm flipV="1">
            <a:off x="9973100" y="2676204"/>
            <a:ext cx="29653" cy="120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16" name="Shape 1514"/>
          <p:cNvSpPr/>
          <p:nvPr/>
        </p:nvSpPr>
        <p:spPr>
          <a:xfrm flipV="1">
            <a:off x="10002752" y="2672666"/>
            <a:ext cx="29653" cy="353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17" name="Shape 1515"/>
          <p:cNvSpPr/>
          <p:nvPr/>
        </p:nvSpPr>
        <p:spPr>
          <a:xfrm>
            <a:off x="10032405" y="2672666"/>
            <a:ext cx="29653" cy="236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18" name="Shape 1516"/>
          <p:cNvSpPr/>
          <p:nvPr/>
        </p:nvSpPr>
        <p:spPr>
          <a:xfrm>
            <a:off x="10062058" y="2675029"/>
            <a:ext cx="29653" cy="305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19" name="Shape 1517"/>
          <p:cNvSpPr/>
          <p:nvPr/>
        </p:nvSpPr>
        <p:spPr>
          <a:xfrm flipV="1">
            <a:off x="10091710" y="2668999"/>
            <a:ext cx="29653" cy="908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20" name="Shape 1518"/>
          <p:cNvSpPr/>
          <p:nvPr/>
        </p:nvSpPr>
        <p:spPr>
          <a:xfrm flipV="1">
            <a:off x="10121363" y="2642053"/>
            <a:ext cx="29653" cy="2694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21" name="Shape 1519"/>
          <p:cNvSpPr/>
          <p:nvPr/>
        </p:nvSpPr>
        <p:spPr>
          <a:xfrm flipV="1">
            <a:off x="10151016" y="2606603"/>
            <a:ext cx="29653" cy="3545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22" name="Shape 1520"/>
          <p:cNvSpPr/>
          <p:nvPr/>
        </p:nvSpPr>
        <p:spPr>
          <a:xfrm flipV="1">
            <a:off x="10180668" y="2579657"/>
            <a:ext cx="29653" cy="2694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23" name="Shape 1521"/>
          <p:cNvSpPr/>
          <p:nvPr/>
        </p:nvSpPr>
        <p:spPr>
          <a:xfrm flipV="1">
            <a:off x="10210321" y="2570573"/>
            <a:ext cx="29653" cy="908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24" name="Shape 1522"/>
          <p:cNvSpPr/>
          <p:nvPr/>
        </p:nvSpPr>
        <p:spPr>
          <a:xfrm>
            <a:off x="10239974" y="2570573"/>
            <a:ext cx="29653" cy="305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25" name="Shape 1523"/>
          <p:cNvSpPr/>
          <p:nvPr/>
        </p:nvSpPr>
        <p:spPr>
          <a:xfrm>
            <a:off x="10269626" y="2573627"/>
            <a:ext cx="29653" cy="236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26" name="Shape 1524"/>
          <p:cNvSpPr/>
          <p:nvPr/>
        </p:nvSpPr>
        <p:spPr>
          <a:xfrm flipV="1">
            <a:off x="10299279" y="2572452"/>
            <a:ext cx="29653" cy="353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27" name="Shape 1525"/>
          <p:cNvSpPr/>
          <p:nvPr/>
        </p:nvSpPr>
        <p:spPr>
          <a:xfrm flipV="1">
            <a:off x="10328932" y="2571251"/>
            <a:ext cx="29653" cy="120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28" name="Shape 1526"/>
          <p:cNvSpPr/>
          <p:nvPr/>
        </p:nvSpPr>
        <p:spPr>
          <a:xfrm>
            <a:off x="10358584" y="2571251"/>
            <a:ext cx="29653" cy="1357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29" name="Shape 1527"/>
          <p:cNvSpPr/>
          <p:nvPr/>
        </p:nvSpPr>
        <p:spPr>
          <a:xfrm>
            <a:off x="10388237" y="2584830"/>
            <a:ext cx="29653" cy="3048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30" name="Shape 1528"/>
          <p:cNvSpPr/>
          <p:nvPr/>
        </p:nvSpPr>
        <p:spPr>
          <a:xfrm>
            <a:off x="10417890" y="2615317"/>
            <a:ext cx="29653" cy="3487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31" name="Shape 1529"/>
          <p:cNvSpPr/>
          <p:nvPr/>
        </p:nvSpPr>
        <p:spPr>
          <a:xfrm>
            <a:off x="10447543" y="2650193"/>
            <a:ext cx="29653" cy="2277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32" name="Shape 1530"/>
          <p:cNvSpPr/>
          <p:nvPr/>
        </p:nvSpPr>
        <p:spPr>
          <a:xfrm>
            <a:off x="10477195" y="2672969"/>
            <a:ext cx="29653" cy="499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33" name="Shape 1531"/>
          <p:cNvSpPr/>
          <p:nvPr/>
        </p:nvSpPr>
        <p:spPr>
          <a:xfrm flipV="1">
            <a:off x="10506848" y="2673940"/>
            <a:ext cx="29653" cy="402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34" name="Shape 1532"/>
          <p:cNvSpPr/>
          <p:nvPr/>
        </p:nvSpPr>
        <p:spPr>
          <a:xfrm flipV="1">
            <a:off x="10536501" y="2673112"/>
            <a:ext cx="29653" cy="82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35" name="Shape 1533"/>
          <p:cNvSpPr/>
          <p:nvPr/>
        </p:nvSpPr>
        <p:spPr>
          <a:xfrm>
            <a:off x="10566153" y="2673112"/>
            <a:ext cx="29653" cy="414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36" name="Shape 1534"/>
          <p:cNvSpPr/>
          <p:nvPr/>
        </p:nvSpPr>
        <p:spPr>
          <a:xfrm flipV="1">
            <a:off x="10595806" y="2675746"/>
            <a:ext cx="29653" cy="151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37" name="Shape 1535"/>
          <p:cNvSpPr/>
          <p:nvPr/>
        </p:nvSpPr>
        <p:spPr>
          <a:xfrm flipV="1">
            <a:off x="10625459" y="2657514"/>
            <a:ext cx="29653" cy="1823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38" name="Shape 1536"/>
          <p:cNvSpPr/>
          <p:nvPr/>
        </p:nvSpPr>
        <p:spPr>
          <a:xfrm flipV="1">
            <a:off x="10655111" y="2624328"/>
            <a:ext cx="29653" cy="3318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39" name="Shape 1537"/>
          <p:cNvSpPr/>
          <p:nvPr/>
        </p:nvSpPr>
        <p:spPr>
          <a:xfrm flipV="1">
            <a:off x="10684764" y="2591142"/>
            <a:ext cx="29653" cy="3318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40" name="Shape 1538"/>
          <p:cNvSpPr/>
          <p:nvPr/>
        </p:nvSpPr>
        <p:spPr>
          <a:xfrm flipV="1">
            <a:off x="10714417" y="2572910"/>
            <a:ext cx="29653" cy="1823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41" name="Shape 1539"/>
          <p:cNvSpPr/>
          <p:nvPr/>
        </p:nvSpPr>
        <p:spPr>
          <a:xfrm flipV="1">
            <a:off x="10744069" y="2571398"/>
            <a:ext cx="29653" cy="151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42" name="Shape 1540"/>
          <p:cNvSpPr/>
          <p:nvPr/>
        </p:nvSpPr>
        <p:spPr>
          <a:xfrm>
            <a:off x="10773722" y="2571398"/>
            <a:ext cx="29653" cy="414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43" name="Shape 1541"/>
          <p:cNvSpPr/>
          <p:nvPr/>
        </p:nvSpPr>
        <p:spPr>
          <a:xfrm flipV="1">
            <a:off x="10803375" y="2574716"/>
            <a:ext cx="29653" cy="82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44" name="Shape 1542"/>
          <p:cNvSpPr/>
          <p:nvPr/>
        </p:nvSpPr>
        <p:spPr>
          <a:xfrm flipV="1">
            <a:off x="10833027" y="2570694"/>
            <a:ext cx="29653" cy="402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45" name="Shape 1543"/>
          <p:cNvSpPr/>
          <p:nvPr/>
        </p:nvSpPr>
        <p:spPr>
          <a:xfrm>
            <a:off x="10862680" y="2570694"/>
            <a:ext cx="29653" cy="499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46" name="Shape 1544"/>
          <p:cNvSpPr/>
          <p:nvPr/>
        </p:nvSpPr>
        <p:spPr>
          <a:xfrm>
            <a:off x="10892333" y="2575687"/>
            <a:ext cx="29653" cy="2277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47" name="Shape 1545"/>
          <p:cNvSpPr/>
          <p:nvPr/>
        </p:nvSpPr>
        <p:spPr>
          <a:xfrm>
            <a:off x="10921985" y="2598463"/>
            <a:ext cx="29653" cy="3487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48" name="Shape 1546"/>
          <p:cNvSpPr/>
          <p:nvPr/>
        </p:nvSpPr>
        <p:spPr>
          <a:xfrm>
            <a:off x="10951638" y="2633339"/>
            <a:ext cx="29653" cy="3048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49" name="Shape 1547"/>
          <p:cNvSpPr/>
          <p:nvPr/>
        </p:nvSpPr>
        <p:spPr>
          <a:xfrm>
            <a:off x="10981291" y="2663826"/>
            <a:ext cx="29653" cy="1357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50" name="Shape 1548"/>
          <p:cNvSpPr/>
          <p:nvPr/>
        </p:nvSpPr>
        <p:spPr>
          <a:xfrm flipV="1">
            <a:off x="11010944" y="2676204"/>
            <a:ext cx="29653" cy="120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51" name="Shape 1549"/>
          <p:cNvSpPr/>
          <p:nvPr/>
        </p:nvSpPr>
        <p:spPr>
          <a:xfrm flipV="1">
            <a:off x="11040596" y="2672666"/>
            <a:ext cx="29653" cy="353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52" name="Shape 1550"/>
          <p:cNvSpPr/>
          <p:nvPr/>
        </p:nvSpPr>
        <p:spPr>
          <a:xfrm>
            <a:off x="11070249" y="2672666"/>
            <a:ext cx="29653" cy="236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53" name="Shape 1551"/>
          <p:cNvSpPr/>
          <p:nvPr/>
        </p:nvSpPr>
        <p:spPr>
          <a:xfrm>
            <a:off x="11099902" y="2675029"/>
            <a:ext cx="29653" cy="305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54" name="Shape 1552"/>
          <p:cNvSpPr/>
          <p:nvPr/>
        </p:nvSpPr>
        <p:spPr>
          <a:xfrm flipV="1">
            <a:off x="11129554" y="2668999"/>
            <a:ext cx="29653" cy="908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55" name="Shape 1553"/>
          <p:cNvSpPr/>
          <p:nvPr/>
        </p:nvSpPr>
        <p:spPr>
          <a:xfrm flipV="1">
            <a:off x="11159207" y="2642053"/>
            <a:ext cx="29653" cy="2694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56" name="Shape 1554"/>
          <p:cNvSpPr/>
          <p:nvPr/>
        </p:nvSpPr>
        <p:spPr>
          <a:xfrm flipV="1">
            <a:off x="11188860" y="2606603"/>
            <a:ext cx="29653" cy="3545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57" name="Shape 1555"/>
          <p:cNvSpPr/>
          <p:nvPr/>
        </p:nvSpPr>
        <p:spPr>
          <a:xfrm flipV="1">
            <a:off x="11218512" y="2579657"/>
            <a:ext cx="29653" cy="26945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58" name="Shape 1556"/>
          <p:cNvSpPr/>
          <p:nvPr/>
        </p:nvSpPr>
        <p:spPr>
          <a:xfrm flipV="1">
            <a:off x="11248165" y="2570573"/>
            <a:ext cx="29653" cy="908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59" name="Shape 1557"/>
          <p:cNvSpPr/>
          <p:nvPr/>
        </p:nvSpPr>
        <p:spPr>
          <a:xfrm>
            <a:off x="11277818" y="2570573"/>
            <a:ext cx="29653" cy="3054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60" name="Shape 1558"/>
          <p:cNvSpPr/>
          <p:nvPr/>
        </p:nvSpPr>
        <p:spPr>
          <a:xfrm>
            <a:off x="11307470" y="2573627"/>
            <a:ext cx="29653" cy="236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61" name="Shape 1559"/>
          <p:cNvSpPr/>
          <p:nvPr/>
        </p:nvSpPr>
        <p:spPr>
          <a:xfrm flipV="1">
            <a:off x="11337123" y="2572452"/>
            <a:ext cx="29653" cy="353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62" name="Shape 1560"/>
          <p:cNvSpPr/>
          <p:nvPr/>
        </p:nvSpPr>
        <p:spPr>
          <a:xfrm flipV="1">
            <a:off x="11366776" y="2571251"/>
            <a:ext cx="29653" cy="120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63" name="Shape 1561"/>
          <p:cNvSpPr/>
          <p:nvPr/>
        </p:nvSpPr>
        <p:spPr>
          <a:xfrm>
            <a:off x="11396428" y="2571251"/>
            <a:ext cx="29653" cy="1357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64" name="Shape 1562"/>
          <p:cNvSpPr/>
          <p:nvPr/>
        </p:nvSpPr>
        <p:spPr>
          <a:xfrm>
            <a:off x="11426081" y="2584830"/>
            <a:ext cx="29653" cy="30487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65" name="Shape 1563"/>
          <p:cNvSpPr/>
          <p:nvPr/>
        </p:nvSpPr>
        <p:spPr>
          <a:xfrm>
            <a:off x="11455734" y="2615317"/>
            <a:ext cx="29653" cy="3487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66" name="Shape 1564"/>
          <p:cNvSpPr/>
          <p:nvPr/>
        </p:nvSpPr>
        <p:spPr>
          <a:xfrm>
            <a:off x="11485387" y="2650193"/>
            <a:ext cx="29653" cy="2277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67" name="Shape 1565"/>
          <p:cNvSpPr/>
          <p:nvPr/>
        </p:nvSpPr>
        <p:spPr>
          <a:xfrm>
            <a:off x="11515039" y="2672969"/>
            <a:ext cx="29653" cy="4993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68" name="Shape 1566"/>
          <p:cNvSpPr/>
          <p:nvPr/>
        </p:nvSpPr>
        <p:spPr>
          <a:xfrm flipV="1">
            <a:off x="11544692" y="2673940"/>
            <a:ext cx="29653" cy="4021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69" name="Shape 1567"/>
          <p:cNvSpPr/>
          <p:nvPr/>
        </p:nvSpPr>
        <p:spPr>
          <a:xfrm flipV="1">
            <a:off x="11574345" y="2673112"/>
            <a:ext cx="29653" cy="829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70" name="Shape 1568"/>
          <p:cNvSpPr/>
          <p:nvPr/>
        </p:nvSpPr>
        <p:spPr>
          <a:xfrm>
            <a:off x="11603997" y="2673112"/>
            <a:ext cx="29653" cy="414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71" name="Shape 1569"/>
          <p:cNvSpPr/>
          <p:nvPr/>
        </p:nvSpPr>
        <p:spPr>
          <a:xfrm flipV="1">
            <a:off x="11633650" y="2675746"/>
            <a:ext cx="29653" cy="151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72" name="Shape 1570"/>
          <p:cNvSpPr/>
          <p:nvPr/>
        </p:nvSpPr>
        <p:spPr>
          <a:xfrm flipV="1">
            <a:off x="11663303" y="2657514"/>
            <a:ext cx="29653" cy="18232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73" name="Shape 1571"/>
          <p:cNvSpPr/>
          <p:nvPr/>
        </p:nvSpPr>
        <p:spPr>
          <a:xfrm flipV="1">
            <a:off x="11692955" y="2624328"/>
            <a:ext cx="29653" cy="33186"/>
          </a:xfrm>
          <a:prstGeom prst="line">
            <a:avLst/>
          </a:prstGeom>
          <a:noFill/>
          <a:ln w="14605">
            <a:solidFill>
              <a:srgbClr val="9A4D8E"/>
            </a:solidFill>
            <a:prstDash val="solid"/>
          </a:ln>
        </p:spPr>
      </p:sp>
      <p:sp>
        <p:nvSpPr>
          <p:cNvPr id="1574" name="Text 1572"/>
          <p:cNvSpPr/>
          <p:nvPr/>
        </p:nvSpPr>
        <p:spPr>
          <a:xfrm>
            <a:off x="9436608" y="25146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4D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1575" name="Shape 1573"/>
          <p:cNvSpPr/>
          <p:nvPr/>
        </p:nvSpPr>
        <p:spPr>
          <a:xfrm>
            <a:off x="9326880" y="3163824"/>
            <a:ext cx="253288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76" name="Shape 1574"/>
          <p:cNvSpPr/>
          <p:nvPr/>
        </p:nvSpPr>
        <p:spPr>
          <a:xfrm>
            <a:off x="9326880" y="3163824"/>
            <a:ext cx="2532888" cy="274320"/>
          </a:xfrm>
          <a:prstGeom prst="rect">
            <a:avLst/>
          </a:prstGeom>
          <a:solidFill>
            <a:srgbClr val="F8F3F7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77" name="Text 1575"/>
          <p:cNvSpPr/>
          <p:nvPr/>
        </p:nvSpPr>
        <p:spPr>
          <a:xfrm>
            <a:off x="9418320" y="3186684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structure</a:t>
            </a:r>
            <a:endParaRPr lang="en-US" sz="1400" dirty="0"/>
          </a:p>
        </p:txBody>
      </p:sp>
      <p:sp>
        <p:nvSpPr>
          <p:cNvPr id="1578" name="Text 1576"/>
          <p:cNvSpPr/>
          <p:nvPr/>
        </p:nvSpPr>
        <p:spPr>
          <a:xfrm>
            <a:off x="9436608" y="3520440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00" dirty="0"/>
          </a:p>
        </p:txBody>
      </p:sp>
      <p:sp>
        <p:nvSpPr>
          <p:cNvPr id="1579" name="Shape 1577"/>
          <p:cNvSpPr/>
          <p:nvPr/>
        </p:nvSpPr>
        <p:spPr>
          <a:xfrm>
            <a:off x="9692640" y="3538728"/>
            <a:ext cx="493776" cy="109728"/>
          </a:xfrm>
          <a:prstGeom prst="rect">
            <a:avLst/>
          </a:prstGeom>
          <a:solidFill>
            <a:srgbClr val="3468A3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80" name="Shape 1578"/>
          <p:cNvSpPr/>
          <p:nvPr/>
        </p:nvSpPr>
        <p:spPr>
          <a:xfrm>
            <a:off x="10204704" y="3538728"/>
            <a:ext cx="493776" cy="109728"/>
          </a:xfrm>
          <a:prstGeom prst="rect">
            <a:avLst/>
          </a:prstGeom>
          <a:solidFill>
            <a:srgbClr val="F2F5F9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81" name="Shape 1579"/>
          <p:cNvSpPr/>
          <p:nvPr/>
        </p:nvSpPr>
        <p:spPr>
          <a:xfrm>
            <a:off x="10716768" y="3538728"/>
            <a:ext cx="493776" cy="109728"/>
          </a:xfrm>
          <a:prstGeom prst="rect">
            <a:avLst/>
          </a:prstGeom>
          <a:solidFill>
            <a:srgbClr val="FBFCFD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82" name="Shape 1580"/>
          <p:cNvSpPr/>
          <p:nvPr/>
        </p:nvSpPr>
        <p:spPr>
          <a:xfrm>
            <a:off x="9692640" y="3666744"/>
            <a:ext cx="493776" cy="109728"/>
          </a:xfrm>
          <a:prstGeom prst="rect">
            <a:avLst/>
          </a:prstGeom>
          <a:solidFill>
            <a:srgbClr val="E5EBF3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83" name="Shape 1581"/>
          <p:cNvSpPr/>
          <p:nvPr/>
        </p:nvSpPr>
        <p:spPr>
          <a:xfrm>
            <a:off x="10204704" y="3666744"/>
            <a:ext cx="493776" cy="109728"/>
          </a:xfrm>
          <a:prstGeom prst="rect">
            <a:avLst/>
          </a:prstGeom>
          <a:solidFill>
            <a:srgbClr val="4877AC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84" name="Shape 1582"/>
          <p:cNvSpPr/>
          <p:nvPr/>
        </p:nvSpPr>
        <p:spPr>
          <a:xfrm>
            <a:off x="10716768" y="3666744"/>
            <a:ext cx="493776" cy="109728"/>
          </a:xfrm>
          <a:prstGeom prst="rect">
            <a:avLst/>
          </a:prstGeom>
          <a:solidFill>
            <a:srgbClr val="F4F7FA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85" name="Text 1583"/>
          <p:cNvSpPr/>
          <p:nvPr/>
        </p:nvSpPr>
        <p:spPr>
          <a:xfrm>
            <a:off x="9436608" y="3776472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⋮</a:t>
            </a:r>
            <a:endParaRPr lang="en-US" sz="1000" dirty="0"/>
          </a:p>
        </p:txBody>
      </p:sp>
      <p:sp>
        <p:nvSpPr>
          <p:cNvPr id="1586" name="Shape 1584"/>
          <p:cNvSpPr/>
          <p:nvPr/>
        </p:nvSpPr>
        <p:spPr>
          <a:xfrm>
            <a:off x="9692640" y="3794760"/>
            <a:ext cx="493776" cy="109728"/>
          </a:xfrm>
          <a:prstGeom prst="rect">
            <a:avLst/>
          </a:prstGeom>
          <a:solidFill>
            <a:srgbClr val="5984B4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87" name="Shape 1585"/>
          <p:cNvSpPr/>
          <p:nvPr/>
        </p:nvSpPr>
        <p:spPr>
          <a:xfrm>
            <a:off x="10204704" y="3794760"/>
            <a:ext cx="493776" cy="109728"/>
          </a:xfrm>
          <a:prstGeom prst="rect">
            <a:avLst/>
          </a:prstGeom>
          <a:solidFill>
            <a:srgbClr val="D3DEEB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88" name="Shape 1586"/>
          <p:cNvSpPr/>
          <p:nvPr/>
        </p:nvSpPr>
        <p:spPr>
          <a:xfrm>
            <a:off x="10716768" y="3794760"/>
            <a:ext cx="493776" cy="109728"/>
          </a:xfrm>
          <a:prstGeom prst="rect">
            <a:avLst/>
          </a:prstGeom>
          <a:solidFill>
            <a:srgbClr val="F4F7FA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89" name="Shape 1587"/>
          <p:cNvSpPr/>
          <p:nvPr/>
        </p:nvSpPr>
        <p:spPr>
          <a:xfrm>
            <a:off x="9692640" y="3922776"/>
            <a:ext cx="493776" cy="109728"/>
          </a:xfrm>
          <a:prstGeom prst="rect">
            <a:avLst/>
          </a:prstGeom>
          <a:solidFill>
            <a:srgbClr val="F6F8FB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90" name="Shape 1588"/>
          <p:cNvSpPr/>
          <p:nvPr/>
        </p:nvSpPr>
        <p:spPr>
          <a:xfrm>
            <a:off x="10204704" y="3922776"/>
            <a:ext cx="493776" cy="109728"/>
          </a:xfrm>
          <a:prstGeom prst="rect">
            <a:avLst/>
          </a:prstGeom>
          <a:solidFill>
            <a:srgbClr val="E7EDF4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91" name="Shape 1589"/>
          <p:cNvSpPr/>
          <p:nvPr/>
        </p:nvSpPr>
        <p:spPr>
          <a:xfrm>
            <a:off x="10716768" y="3922776"/>
            <a:ext cx="493776" cy="109728"/>
          </a:xfrm>
          <a:prstGeom prst="rect">
            <a:avLst/>
          </a:prstGeom>
          <a:solidFill>
            <a:srgbClr val="4374AA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92" name="Text 1590"/>
          <p:cNvSpPr/>
          <p:nvPr/>
        </p:nvSpPr>
        <p:spPr>
          <a:xfrm>
            <a:off x="9436608" y="4032504"/>
            <a:ext cx="21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  <p:sp>
        <p:nvSpPr>
          <p:cNvPr id="1593" name="Shape 1591"/>
          <p:cNvSpPr/>
          <p:nvPr/>
        </p:nvSpPr>
        <p:spPr>
          <a:xfrm>
            <a:off x="9692640" y="4050792"/>
            <a:ext cx="493776" cy="109728"/>
          </a:xfrm>
          <a:prstGeom prst="rect">
            <a:avLst/>
          </a:prstGeom>
          <a:solidFill>
            <a:srgbClr val="F0F4F8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94" name="Shape 1592"/>
          <p:cNvSpPr/>
          <p:nvPr/>
        </p:nvSpPr>
        <p:spPr>
          <a:xfrm>
            <a:off x="10204704" y="4050792"/>
            <a:ext cx="493776" cy="109728"/>
          </a:xfrm>
          <a:prstGeom prst="rect">
            <a:avLst/>
          </a:prstGeom>
          <a:solidFill>
            <a:srgbClr val="EBF0F6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95" name="Shape 1593"/>
          <p:cNvSpPr/>
          <p:nvPr/>
        </p:nvSpPr>
        <p:spPr>
          <a:xfrm>
            <a:off x="10716768" y="4050792"/>
            <a:ext cx="493776" cy="109728"/>
          </a:xfrm>
          <a:prstGeom prst="rect">
            <a:avLst/>
          </a:prstGeom>
          <a:solidFill>
            <a:srgbClr val="4675AB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596" name="Text 1594"/>
          <p:cNvSpPr/>
          <p:nvPr/>
        </p:nvSpPr>
        <p:spPr>
          <a:xfrm>
            <a:off x="9692640" y="41788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00" dirty="0"/>
          </a:p>
        </p:txBody>
      </p:sp>
      <p:sp>
        <p:nvSpPr>
          <p:cNvPr id="1597" name="Text 1595"/>
          <p:cNvSpPr/>
          <p:nvPr/>
        </p:nvSpPr>
        <p:spPr>
          <a:xfrm>
            <a:off x="10204704" y="41788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  <p:sp>
        <p:nvSpPr>
          <p:cNvPr id="1598" name="Text 1596"/>
          <p:cNvSpPr/>
          <p:nvPr/>
        </p:nvSpPr>
        <p:spPr>
          <a:xfrm>
            <a:off x="10716768" y="41788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  <p:sp>
        <p:nvSpPr>
          <p:cNvPr id="1599" name="Text 1597"/>
          <p:cNvSpPr/>
          <p:nvPr/>
        </p:nvSpPr>
        <p:spPr>
          <a:xfrm>
            <a:off x="11393424" y="37673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9A4D8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endParaRPr lang="en-US" sz="2100" dirty="0"/>
          </a:p>
        </p:txBody>
      </p:sp>
      <p:sp>
        <p:nvSpPr>
          <p:cNvPr id="1600" name="Shape 1598"/>
          <p:cNvSpPr/>
          <p:nvPr/>
        </p:nvSpPr>
        <p:spPr>
          <a:xfrm>
            <a:off x="9326880" y="4736592"/>
            <a:ext cx="2532888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601" name="Shape 1599"/>
          <p:cNvSpPr/>
          <p:nvPr/>
        </p:nvSpPr>
        <p:spPr>
          <a:xfrm>
            <a:off x="9326880" y="4736592"/>
            <a:ext cx="2532888" cy="274320"/>
          </a:xfrm>
          <a:prstGeom prst="rect">
            <a:avLst/>
          </a:prstGeom>
          <a:solidFill>
            <a:srgbClr val="F8F3F7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602" name="Text 1600"/>
          <p:cNvSpPr/>
          <p:nvPr/>
        </p:nvSpPr>
        <p:spPr>
          <a:xfrm>
            <a:off x="9418320" y="4759452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Reusable representation</a:t>
            </a:r>
            <a:endParaRPr lang="en-US" sz="1400" dirty="0"/>
          </a:p>
        </p:txBody>
      </p:sp>
      <p:sp>
        <p:nvSpPr>
          <p:cNvPr id="1603" name="Shape 1601"/>
          <p:cNvSpPr/>
          <p:nvPr/>
        </p:nvSpPr>
        <p:spPr>
          <a:xfrm>
            <a:off x="9948672" y="5129784"/>
            <a:ext cx="14630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604" name="Shape 1602"/>
          <p:cNvSpPr/>
          <p:nvPr/>
        </p:nvSpPr>
        <p:spPr>
          <a:xfrm>
            <a:off x="10058400" y="5202936"/>
            <a:ext cx="1097280" cy="64008"/>
          </a:xfrm>
          <a:prstGeom prst="rect">
            <a:avLst/>
          </a:prstGeom>
          <a:solidFill>
            <a:srgbClr val="93AFCE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05" name="Shape 1603"/>
          <p:cNvSpPr/>
          <p:nvPr/>
        </p:nvSpPr>
        <p:spPr>
          <a:xfrm>
            <a:off x="10058400" y="5330952"/>
            <a:ext cx="978408" cy="64008"/>
          </a:xfrm>
          <a:prstGeom prst="rect">
            <a:avLst/>
          </a:prstGeom>
          <a:solidFill>
            <a:srgbClr val="AACFD3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06" name="Shape 1604"/>
          <p:cNvSpPr/>
          <p:nvPr/>
        </p:nvSpPr>
        <p:spPr>
          <a:xfrm>
            <a:off x="10058400" y="5458968"/>
            <a:ext cx="859536" cy="64008"/>
          </a:xfrm>
          <a:prstGeom prst="rect">
            <a:avLst/>
          </a:prstGeom>
          <a:solidFill>
            <a:srgbClr val="D2AFCC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07" name="Shape 1605"/>
          <p:cNvSpPr/>
          <p:nvPr/>
        </p:nvSpPr>
        <p:spPr>
          <a:xfrm>
            <a:off x="9866376" y="5193792"/>
            <a:ext cx="14630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B7B7B7"/>
            </a:solidFill>
            <a:prstDash val="solid"/>
          </a:ln>
        </p:spPr>
      </p:sp>
      <p:sp>
        <p:nvSpPr>
          <p:cNvPr id="1608" name="Shape 1606"/>
          <p:cNvSpPr/>
          <p:nvPr/>
        </p:nvSpPr>
        <p:spPr>
          <a:xfrm>
            <a:off x="9976104" y="5266944"/>
            <a:ext cx="1097280" cy="64008"/>
          </a:xfrm>
          <a:prstGeom prst="rect">
            <a:avLst/>
          </a:prstGeom>
          <a:solidFill>
            <a:srgbClr val="93AFCE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09" name="Shape 1607"/>
          <p:cNvSpPr/>
          <p:nvPr/>
        </p:nvSpPr>
        <p:spPr>
          <a:xfrm>
            <a:off x="9976104" y="5394960"/>
            <a:ext cx="978408" cy="64008"/>
          </a:xfrm>
          <a:prstGeom prst="rect">
            <a:avLst/>
          </a:prstGeom>
          <a:solidFill>
            <a:srgbClr val="AACFD3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10" name="Shape 1608"/>
          <p:cNvSpPr/>
          <p:nvPr/>
        </p:nvSpPr>
        <p:spPr>
          <a:xfrm>
            <a:off x="9976104" y="5522976"/>
            <a:ext cx="859536" cy="64008"/>
          </a:xfrm>
          <a:prstGeom prst="rect">
            <a:avLst/>
          </a:prstGeom>
          <a:solidFill>
            <a:srgbClr val="D2AFCC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11" name="Shape 1609"/>
          <p:cNvSpPr/>
          <p:nvPr/>
        </p:nvSpPr>
        <p:spPr>
          <a:xfrm>
            <a:off x="9784080" y="5257800"/>
            <a:ext cx="14630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9A4D8E"/>
            </a:solidFill>
            <a:prstDash val="solid"/>
          </a:ln>
        </p:spPr>
      </p:sp>
      <p:sp>
        <p:nvSpPr>
          <p:cNvPr id="1612" name="Shape 1610"/>
          <p:cNvSpPr/>
          <p:nvPr/>
        </p:nvSpPr>
        <p:spPr>
          <a:xfrm>
            <a:off x="9893808" y="5330952"/>
            <a:ext cx="1097280" cy="64008"/>
          </a:xfrm>
          <a:prstGeom prst="rect">
            <a:avLst/>
          </a:prstGeom>
          <a:solidFill>
            <a:srgbClr val="93AFCE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13" name="Shape 1611"/>
          <p:cNvSpPr/>
          <p:nvPr/>
        </p:nvSpPr>
        <p:spPr>
          <a:xfrm>
            <a:off x="9893808" y="5458968"/>
            <a:ext cx="978408" cy="64008"/>
          </a:xfrm>
          <a:prstGeom prst="rect">
            <a:avLst/>
          </a:prstGeom>
          <a:solidFill>
            <a:srgbClr val="AACFD3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14" name="Shape 1612"/>
          <p:cNvSpPr/>
          <p:nvPr/>
        </p:nvSpPr>
        <p:spPr>
          <a:xfrm>
            <a:off x="9893808" y="5586984"/>
            <a:ext cx="859536" cy="64008"/>
          </a:xfrm>
          <a:prstGeom prst="rect">
            <a:avLst/>
          </a:prstGeom>
          <a:solidFill>
            <a:srgbClr val="D2AFCC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615" name="Text 1613"/>
          <p:cNvSpPr/>
          <p:nvPr/>
        </p:nvSpPr>
        <p:spPr>
          <a:xfrm>
            <a:off x="9436608" y="5760720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252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Modes + memberships</a:t>
            </a:r>
            <a:endParaRPr lang="en-US" sz="1100" dirty="0"/>
          </a:p>
        </p:txBody>
      </p:sp>
      <p:sp>
        <p:nvSpPr>
          <p:cNvPr id="1616" name="Text 1614"/>
          <p:cNvSpPr/>
          <p:nvPr/>
        </p:nvSpPr>
        <p:spPr>
          <a:xfrm>
            <a:off x="210312" y="6519672"/>
            <a:ext cx="1177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Illustrative signals and matrices • replace objects and criteria with the current method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method: visual grammar demo</dc:title>
  <dc:subject>Illustrative visual grammar; no study-specific algorithm or results</dc:subject>
  <dc:creator>research-figure-skills</dc:creator>
  <cp:lastModifiedBy>research-figure-skills</cp:lastModifiedBy>
  <cp:revision>1</cp:revision>
  <dcterms:created xsi:type="dcterms:W3CDTF">2026-10-08T04:04:30Z</dcterms:created>
  <dcterms:modified xsi:type="dcterms:W3CDTF">2026-10-08T04:04:30Z</dcterms:modified>
</cp:coreProperties>
</file>